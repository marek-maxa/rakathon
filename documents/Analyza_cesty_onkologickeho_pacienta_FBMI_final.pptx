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authors.xml" ContentType="application/vnd.ms-powerpoint.author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graphics/data1.xml" ContentType="application/vnd.openxmlformats-officedocument.drawingml.diagramData+xml"/>
  <Override PartName="/ppt/graphics/layout1.xml" ContentType="application/vnd.openxmlformats-officedocument.drawingml.diagramLayout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84d5c79ebb44a20" /><Relationship Type="http://schemas.openxmlformats.org/officeDocument/2006/relationships/extended-properties" Target="/docProps/app.xml" Id="Rcc048d0a5dc74a3b" /><Relationship Type="http://schemas.openxmlformats.org/officeDocument/2006/relationships/officeDocument" Target="/ppt/presentation.xml" Id="R674ff1cdf88e48e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d8e5e54b7cf410f"/>
  </p:sldMasterIdLst>
  <p:notesMasterIdLst>
    <p:notesMasterId xmlns:r="http://schemas.openxmlformats.org/officeDocument/2006/relationships" r:id="R74ffecc1d03f43e5"/>
  </p:notesMasterIdLst>
  <p:sldIdLst>
    <p:sldId xmlns:r="http://schemas.openxmlformats.org/officeDocument/2006/relationships" id="256" r:id="Re629e9ca337f4d2d"/>
    <p:sldId xmlns:r="http://schemas.openxmlformats.org/officeDocument/2006/relationships" id="257" r:id="R9794c5e889dc494c"/>
    <p:sldId xmlns:r="http://schemas.openxmlformats.org/officeDocument/2006/relationships" id="258" r:id="R28fd47cc0a7e4ee4"/>
    <p:sldId xmlns:r="http://schemas.openxmlformats.org/officeDocument/2006/relationships" id="259" r:id="R4aa868c9614e422e"/>
    <p:sldId xmlns:r="http://schemas.openxmlformats.org/officeDocument/2006/relationships" id="260" r:id="R92c3b3f3e6e4465c"/>
    <p:sldId xmlns:r="http://schemas.openxmlformats.org/officeDocument/2006/relationships" id="261" r:id="R0279517d10cc4492"/>
    <p:sldId xmlns:r="http://schemas.openxmlformats.org/officeDocument/2006/relationships" id="262" r:id="Rf2a7167f1fd74c5d"/>
    <p:sldId xmlns:r="http://schemas.openxmlformats.org/officeDocument/2006/relationships" id="263" r:id="R928b0c62719a4a32"/>
    <p:sldId xmlns:r="http://schemas.openxmlformats.org/officeDocument/2006/relationships" id="264" r:id="R615a025e10ec4db6"/>
    <p:sldId xmlns:r="http://schemas.openxmlformats.org/officeDocument/2006/relationships" id="265" r:id="R04a12725ce9f4816"/>
    <p:sldId xmlns:r="http://schemas.openxmlformats.org/officeDocument/2006/relationships" id="266" r:id="R43172a4e31274f26"/>
    <p:sldId xmlns:r="http://schemas.openxmlformats.org/officeDocument/2006/relationships" id="267" r:id="R2ef5a2e39b404432"/>
    <p:sldId xmlns:r="http://schemas.openxmlformats.org/officeDocument/2006/relationships" id="268" r:id="Rd9e96d8c104a4fc5"/>
    <p:sldId xmlns:r="http://schemas.openxmlformats.org/officeDocument/2006/relationships" id="269" r:id="R4916132278364fdf"/>
    <p:sldId xmlns:r="http://schemas.openxmlformats.org/officeDocument/2006/relationships" id="270" r:id="R1f460f80fdb24d46"/>
    <p:sldId xmlns:r="http://schemas.openxmlformats.org/officeDocument/2006/relationships" id="271" r:id="Rf0764bcc35d84da0"/>
    <p:sldId xmlns:r="http://schemas.openxmlformats.org/officeDocument/2006/relationships" id="272" r:id="Rf255c35356d24b46"/>
    <p:sldId xmlns:r="http://schemas.openxmlformats.org/officeDocument/2006/relationships" id="273" r:id="R2972794bb7594a90"/>
    <p:sldId xmlns:r="http://schemas.openxmlformats.org/officeDocument/2006/relationships" id="274" r:id="Rf579882667a64d71"/>
    <p:sldId xmlns:r="http://schemas.openxmlformats.org/officeDocument/2006/relationships" id="275" r:id="Ree5d0fb0a8d84827"/>
    <p:sldId xmlns:r="http://schemas.openxmlformats.org/officeDocument/2006/relationships" id="276" r:id="Rad2c1b859d514530"/>
    <p:sldId xmlns:r="http://schemas.openxmlformats.org/officeDocument/2006/relationships" id="277" r:id="Rd2f72fe5b2044394"/>
    <p:sldId xmlns:r="http://schemas.openxmlformats.org/officeDocument/2006/relationships" id="278" r:id="R61ddef42bf7a4a45"/>
    <p:sldId xmlns:r="http://schemas.openxmlformats.org/officeDocument/2006/relationships" id="279" r:id="R405b918c097c4dc8"/>
    <p:sldId xmlns:r="http://schemas.openxmlformats.org/officeDocument/2006/relationships" id="280" r:id="Rc645f3f1aaab4cbf"/>
    <p:sldId xmlns:r="http://schemas.openxmlformats.org/officeDocument/2006/relationships" id="281" r:id="R419ed271f97c4a8b"/>
    <p:sldId xmlns:r="http://schemas.openxmlformats.org/officeDocument/2006/relationships" id="282" r:id="R1a46090369024268"/>
    <p:sldId xmlns:r="http://schemas.openxmlformats.org/officeDocument/2006/relationships" id="283" r:id="R58ab7d9958654216"/>
    <p:sldId xmlns:r="http://schemas.openxmlformats.org/officeDocument/2006/relationships" id="284" r:id="R65936d483d374127"/>
    <p:sldId xmlns:r="http://schemas.openxmlformats.org/officeDocument/2006/relationships" id="285" r:id="R0b07d3e7acf64b40"/>
    <p:sldId xmlns:r="http://schemas.openxmlformats.org/officeDocument/2006/relationships" id="286" r:id="R310b870f6e4d4671"/>
    <p:sldId xmlns:r="http://schemas.openxmlformats.org/officeDocument/2006/relationships" id="287" r:id="Re8dd909638fa4290"/>
    <p:sldId xmlns:r="http://schemas.openxmlformats.org/officeDocument/2006/relationships" id="288" r:id="R52b15e66356b44b8"/>
    <p:sldId xmlns:r="http://schemas.openxmlformats.org/officeDocument/2006/relationships" id="289" r:id="R6c3b5732f21744cc"/>
    <p:sldId xmlns:r="http://schemas.openxmlformats.org/officeDocument/2006/relationships" id="290" r:id="Rf8043d8f28b1414e"/>
    <p:sldId xmlns:r="http://schemas.openxmlformats.org/officeDocument/2006/relationships" id="291" r:id="R502d1ddb32db42dd"/>
    <p:sldId xmlns:r="http://schemas.openxmlformats.org/officeDocument/2006/relationships" id="292" r:id="R010e6570fe174af3"/>
    <p:sldId xmlns:r="http://schemas.openxmlformats.org/officeDocument/2006/relationships" id="293" r:id="R87d75db5941f4dbc"/>
    <p:sldId xmlns:r="http://schemas.openxmlformats.org/officeDocument/2006/relationships" id="294" r:id="R819ef4e4c94c476e"/>
    <p:sldId xmlns:r="http://schemas.openxmlformats.org/officeDocument/2006/relationships" id="295" r:id="R7a66de9b1bcf4a99"/>
    <p:sldId xmlns:r="http://schemas.openxmlformats.org/officeDocument/2006/relationships" id="296" r:id="Rc2c09f1e0bb04168"/>
    <p:sldId xmlns:r="http://schemas.openxmlformats.org/officeDocument/2006/relationships" id="297" r:id="Ra8a057bdfc934a1b"/>
    <p:sldId xmlns:r="http://schemas.openxmlformats.org/officeDocument/2006/relationships" id="298" r:id="Rd129b0f5a87a489b"/>
    <p:sldId xmlns:r="http://schemas.openxmlformats.org/officeDocument/2006/relationships" id="299" r:id="R5ca8ae21188a41c4"/>
    <p:sldId xmlns:r="http://schemas.openxmlformats.org/officeDocument/2006/relationships" id="300" r:id="Rebd2dd3f88e04f8a"/>
    <p:sldId xmlns:r="http://schemas.openxmlformats.org/officeDocument/2006/relationships" id="301" r:id="Re45f9b2c32944d9f"/>
    <p:sldId xmlns:r="http://schemas.openxmlformats.org/officeDocument/2006/relationships" id="302" r:id="R46d7a384292c4c11"/>
    <p:sldId xmlns:r="http://schemas.openxmlformats.org/officeDocument/2006/relationships" id="303" r:id="R738896bf1e5046ad"/>
    <p:sldId xmlns:r="http://schemas.openxmlformats.org/officeDocument/2006/relationships" id="304" r:id="R9fbe031650ac459f"/>
    <p:sldId xmlns:r="http://schemas.openxmlformats.org/officeDocument/2006/relationships" id="305" r:id="R08603a94c68c4d57"/>
    <p:sldId xmlns:r="http://schemas.openxmlformats.org/officeDocument/2006/relationships" id="306" r:id="R7c95d6390fd84837"/>
    <p:sldId xmlns:r="http://schemas.openxmlformats.org/officeDocument/2006/relationships" id="307" r:id="R4032ceff73094339"/>
  </p:sldIdLst>
  <p:sldSz cx="12192000" cy="6858000"/>
  <p:notesSz cx="6858000" cy="9144000"/>
  <p:defaultTextStyle>
    <a:defPPr xmlns:a="http://schemas.openxmlformats.org/drawingml/2006/main">
      <a:buNone/>
    </a:defPPr>
    <a:lvl1pPr xmlns:a="http://schemas.openxmlformats.org/drawingml/2006/main" marL="0" algn="l" defTabSz="457200">
      <a:buNone/>
      <a:defRPr sz="1800" kern="1200">
        <a:solidFill>
          <a:schemeClr val="tx1"/>
        </a:solidFill>
        <a:latin typeface="Arial"/>
        <a:ea typeface="Arial"/>
        <a:cs typeface="Arial"/>
      </a:defRPr>
    </a:lvl1pPr>
    <a:lvl2pPr xmlns:a="http://schemas.openxmlformats.org/drawingml/2006/main" marL="457200" algn="l" defTabSz="457200">
      <a:buNone/>
      <a:defRPr sz="1800" kern="1200">
        <a:solidFill>
          <a:schemeClr val="tx1"/>
        </a:solidFill>
        <a:latin typeface="Arial"/>
        <a:ea typeface="Arial"/>
        <a:cs typeface="Arial"/>
      </a:defRPr>
    </a:lvl2pPr>
    <a:lvl3pPr xmlns:a="http://schemas.openxmlformats.org/drawingml/2006/main" marL="914400" algn="l" defTabSz="457200">
      <a:buNone/>
      <a:defRPr sz="1800" kern="1200">
        <a:solidFill>
          <a:schemeClr val="tx1"/>
        </a:solidFill>
        <a:latin typeface="Arial"/>
        <a:ea typeface="Arial"/>
        <a:cs typeface="Arial"/>
      </a:defRPr>
    </a:lvl3pPr>
    <a:lvl4pPr xmlns:a="http://schemas.openxmlformats.org/drawingml/2006/main" marL="1371600" algn="l" defTabSz="457200">
      <a:buNone/>
      <a:defRPr sz="1800" kern="1200">
        <a:solidFill>
          <a:schemeClr val="tx1"/>
        </a:solidFill>
        <a:latin typeface="Arial"/>
        <a:ea typeface="Arial"/>
        <a:cs typeface="Arial"/>
      </a:defRPr>
    </a:lvl4pPr>
    <a:lvl5pPr xmlns:a="http://schemas.openxmlformats.org/drawingml/2006/main" marL="1828800" algn="l" defTabSz="457200">
      <a:buNone/>
      <a:defRPr sz="1800" kern="1200">
        <a:solidFill>
          <a:schemeClr val="tx1"/>
        </a:solidFill>
        <a:latin typeface="Arial"/>
        <a:ea typeface="Arial"/>
        <a:cs typeface="Arial"/>
      </a:defRPr>
    </a:lvl5pPr>
    <a:lvl6pPr xmlns:a="http://schemas.openxmlformats.org/drawingml/2006/main" marL="2286000" algn="l" defTabSz="457200">
      <a:buNone/>
      <a:defRPr sz="1800" kern="1200">
        <a:solidFill>
          <a:schemeClr val="tx1"/>
        </a:solidFill>
        <a:latin typeface="Arial"/>
        <a:ea typeface="Arial"/>
        <a:cs typeface="Arial"/>
      </a:defRPr>
    </a:lvl6pPr>
    <a:lvl7pPr xmlns:a="http://schemas.openxmlformats.org/drawingml/2006/main" marL="2743200" algn="l" defTabSz="457200">
      <a:buNone/>
      <a:defRPr sz="1800" kern="1200">
        <a:solidFill>
          <a:schemeClr val="tx1"/>
        </a:solidFill>
        <a:latin typeface="Arial"/>
        <a:ea typeface="Arial"/>
        <a:cs typeface="Arial"/>
      </a:defRPr>
    </a:lvl7pPr>
    <a:lvl8pPr xmlns:a="http://schemas.openxmlformats.org/drawingml/2006/main" marL="3200400" algn="l" defTabSz="457200">
      <a:buNone/>
      <a:defRPr sz="1800" kern="1200">
        <a:solidFill>
          <a:schemeClr val="tx1"/>
        </a:solidFill>
        <a:latin typeface="Arial"/>
        <a:ea typeface="Arial"/>
        <a:cs typeface="Arial"/>
      </a:defRPr>
    </a:lvl8pPr>
    <a:lvl9pPr xmlns:a="http://schemas.openxmlformats.org/drawingml/2006/main" marL="3657600" algn="l" defTabSz="457200">
      <a:buNone/>
      <a:defRPr sz="1800" kern="1200">
        <a:solidFill>
          <a:schemeClr val="tx1"/>
        </a:solidFill>
        <a:latin typeface="Arial"/>
        <a:ea typeface="Arial"/>
        <a:cs typeface="Arial"/>
      </a:defRPr>
    </a:lvl9pPr>
  </p:defaultTextStyle>
</p:presentation>
</file>

<file path=ppt/authors.xml><?xml version="1.0" encoding="utf-8"?>
<p188:authorLst xmlns:p188="http://schemas.microsoft.com/office/powerpoint/2018/8/main">
  <p188:author id="{C96C1F43-F7E1-2BBA-E271-B3491F39D59F}" name="Juliana  Mullerova" initials="JM" userId="S::juliana.mullerova@ceeor.com::6e84a4cc-f534-46de-8947-8cd6190537f0" providerId="AD"/>
</p188:authorLst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353e659311d402a" /><Relationship Type="http://schemas.openxmlformats.org/officeDocument/2006/relationships/slideMaster" Target="/ppt/slideMasters/slideMaster1.xml" Id="Rdd8e5e54b7cf410f" /><Relationship Type="http://schemas.openxmlformats.org/officeDocument/2006/relationships/notesMaster" Target="/ppt/notesMasters/notesMaster1.xml" Id="R74ffecc1d03f43e5" /><Relationship Type="http://schemas.openxmlformats.org/officeDocument/2006/relationships/presProps" Target="/ppt/presProps.xml" Id="R55c0e884f8c04df8" /><Relationship Type="http://schemas.openxmlformats.org/officeDocument/2006/relationships/viewProps" Target="/ppt/viewProps.xml" Id="Re583a11b67514ee3" /><Relationship Type="http://schemas.openxmlformats.org/officeDocument/2006/relationships/tableStyles" Target="/ppt/tableStyles.xml" Id="R47db3262e5204c84" /><Relationship Type="http://schemas.microsoft.com/office/2018/10/relationships/authors" Target="/ppt/authors.xml" Id="R391fee9dbf794b17" /><Relationship Type="http://schemas.openxmlformats.org/officeDocument/2006/relationships/slide" Target="/ppt/slides/slide1.xml" Id="Re629e9ca337f4d2d" /><Relationship Type="http://schemas.openxmlformats.org/officeDocument/2006/relationships/slide" Target="/ppt/slides/slide2.xml" Id="R9794c5e889dc494c" /><Relationship Type="http://schemas.openxmlformats.org/officeDocument/2006/relationships/slide" Target="/ppt/slides/slide3.xml" Id="R28fd47cc0a7e4ee4" /><Relationship Type="http://schemas.openxmlformats.org/officeDocument/2006/relationships/slide" Target="/ppt/slides/slide4.xml" Id="R4aa868c9614e422e" /><Relationship Type="http://schemas.openxmlformats.org/officeDocument/2006/relationships/slide" Target="/ppt/slides/slide5.xml" Id="R92c3b3f3e6e4465c" /><Relationship Type="http://schemas.openxmlformats.org/officeDocument/2006/relationships/slide" Target="/ppt/slides/slide6.xml" Id="R0279517d10cc4492" /><Relationship Type="http://schemas.openxmlformats.org/officeDocument/2006/relationships/slide" Target="/ppt/slides/slide7.xml" Id="Rf2a7167f1fd74c5d" /><Relationship Type="http://schemas.openxmlformats.org/officeDocument/2006/relationships/slide" Target="/ppt/slides/slide8.xml" Id="R928b0c62719a4a32" /><Relationship Type="http://schemas.openxmlformats.org/officeDocument/2006/relationships/slide" Target="/ppt/slides/slide9.xml" Id="R615a025e10ec4db6" /><Relationship Type="http://schemas.openxmlformats.org/officeDocument/2006/relationships/slide" Target="/ppt/slides/slide10.xml" Id="R04a12725ce9f4816" /><Relationship Type="http://schemas.openxmlformats.org/officeDocument/2006/relationships/slide" Target="/ppt/slides/slide11.xml" Id="R43172a4e31274f26" /><Relationship Type="http://schemas.openxmlformats.org/officeDocument/2006/relationships/slide" Target="/ppt/slides/slide12.xml" Id="R2ef5a2e39b404432" /><Relationship Type="http://schemas.openxmlformats.org/officeDocument/2006/relationships/slide" Target="/ppt/slides/slide13.xml" Id="Rd9e96d8c104a4fc5" /><Relationship Type="http://schemas.openxmlformats.org/officeDocument/2006/relationships/slide" Target="/ppt/slides/slide14.xml" Id="R4916132278364fdf" /><Relationship Type="http://schemas.openxmlformats.org/officeDocument/2006/relationships/slide" Target="/ppt/slides/slide15.xml" Id="R1f460f80fdb24d46" /><Relationship Type="http://schemas.openxmlformats.org/officeDocument/2006/relationships/slide" Target="/ppt/slides/slide16.xml" Id="Rf0764bcc35d84da0" /><Relationship Type="http://schemas.openxmlformats.org/officeDocument/2006/relationships/slide" Target="/ppt/slides/slide17.xml" Id="Rf255c35356d24b46" /><Relationship Type="http://schemas.openxmlformats.org/officeDocument/2006/relationships/slide" Target="/ppt/slides/slide18.xml" Id="R2972794bb7594a90" /><Relationship Type="http://schemas.openxmlformats.org/officeDocument/2006/relationships/slide" Target="/ppt/slides/slide19.xml" Id="Rf579882667a64d71" /><Relationship Type="http://schemas.openxmlformats.org/officeDocument/2006/relationships/slide" Target="/ppt/slides/slide20.xml" Id="Ree5d0fb0a8d84827" /><Relationship Type="http://schemas.openxmlformats.org/officeDocument/2006/relationships/slide" Target="/ppt/slides/slide21.xml" Id="Rad2c1b859d514530" /><Relationship Type="http://schemas.openxmlformats.org/officeDocument/2006/relationships/slide" Target="/ppt/slides/slide22.xml" Id="Rd2f72fe5b2044394" /><Relationship Type="http://schemas.openxmlformats.org/officeDocument/2006/relationships/slide" Target="/ppt/slides/slide23.xml" Id="R61ddef42bf7a4a45" /><Relationship Type="http://schemas.openxmlformats.org/officeDocument/2006/relationships/slide" Target="/ppt/slides/slide24.xml" Id="R405b918c097c4dc8" /><Relationship Type="http://schemas.openxmlformats.org/officeDocument/2006/relationships/slide" Target="/ppt/slides/slide25.xml" Id="Rc645f3f1aaab4cbf" /><Relationship Type="http://schemas.openxmlformats.org/officeDocument/2006/relationships/slide" Target="/ppt/slides/slide26.xml" Id="R419ed271f97c4a8b" /><Relationship Type="http://schemas.openxmlformats.org/officeDocument/2006/relationships/slide" Target="/ppt/slides/slide27.xml" Id="R1a46090369024268" /><Relationship Type="http://schemas.openxmlformats.org/officeDocument/2006/relationships/slide" Target="/ppt/slides/slide28.xml" Id="R58ab7d9958654216" /><Relationship Type="http://schemas.openxmlformats.org/officeDocument/2006/relationships/slide" Target="/ppt/slides/slide29.xml" Id="R65936d483d374127" /><Relationship Type="http://schemas.openxmlformats.org/officeDocument/2006/relationships/slide" Target="/ppt/slides/slide30.xml" Id="R0b07d3e7acf64b40" /><Relationship Type="http://schemas.openxmlformats.org/officeDocument/2006/relationships/slide" Target="/ppt/slides/slide31.xml" Id="R310b870f6e4d4671" /><Relationship Type="http://schemas.openxmlformats.org/officeDocument/2006/relationships/slide" Target="/ppt/slides/slide32.xml" Id="Re8dd909638fa4290" /><Relationship Type="http://schemas.openxmlformats.org/officeDocument/2006/relationships/slide" Target="/ppt/slides/slide33.xml" Id="R52b15e66356b44b8" /><Relationship Type="http://schemas.openxmlformats.org/officeDocument/2006/relationships/slide" Target="/ppt/slides/slide34.xml" Id="R6c3b5732f21744cc" /><Relationship Type="http://schemas.openxmlformats.org/officeDocument/2006/relationships/slide" Target="/ppt/slides/slide35.xml" Id="Rf8043d8f28b1414e" /><Relationship Type="http://schemas.openxmlformats.org/officeDocument/2006/relationships/slide" Target="/ppt/slides/slide36.xml" Id="R502d1ddb32db42dd" /><Relationship Type="http://schemas.openxmlformats.org/officeDocument/2006/relationships/slide" Target="/ppt/slides/slide37.xml" Id="R010e6570fe174af3" /><Relationship Type="http://schemas.openxmlformats.org/officeDocument/2006/relationships/slide" Target="/ppt/slides/slide38.xml" Id="R87d75db5941f4dbc" /><Relationship Type="http://schemas.openxmlformats.org/officeDocument/2006/relationships/slide" Target="/ppt/slides/slide39.xml" Id="R819ef4e4c94c476e" /><Relationship Type="http://schemas.openxmlformats.org/officeDocument/2006/relationships/slide" Target="/ppt/slides/slide40.xml" Id="R7a66de9b1bcf4a99" /><Relationship Type="http://schemas.openxmlformats.org/officeDocument/2006/relationships/slide" Target="/ppt/slides/slide41.xml" Id="Rc2c09f1e0bb04168" /><Relationship Type="http://schemas.openxmlformats.org/officeDocument/2006/relationships/slide" Target="/ppt/slides/slide42.xml" Id="Ra8a057bdfc934a1b" /><Relationship Type="http://schemas.openxmlformats.org/officeDocument/2006/relationships/slide" Target="/ppt/slides/slide43.xml" Id="Rd129b0f5a87a489b" /><Relationship Type="http://schemas.openxmlformats.org/officeDocument/2006/relationships/slide" Target="/ppt/slides/slide44.xml" Id="R5ca8ae21188a41c4" /><Relationship Type="http://schemas.openxmlformats.org/officeDocument/2006/relationships/slide" Target="/ppt/slides/slide45.xml" Id="Rebd2dd3f88e04f8a" /><Relationship Type="http://schemas.openxmlformats.org/officeDocument/2006/relationships/slide" Target="/ppt/slides/slide46.xml" Id="Re45f9b2c32944d9f" /><Relationship Type="http://schemas.openxmlformats.org/officeDocument/2006/relationships/slide" Target="/ppt/slides/slide47.xml" Id="R46d7a384292c4c11" /><Relationship Type="http://schemas.openxmlformats.org/officeDocument/2006/relationships/slide" Target="/ppt/slides/slide48.xml" Id="R738896bf1e5046ad" /><Relationship Type="http://schemas.openxmlformats.org/officeDocument/2006/relationships/slide" Target="/ppt/slides/slide49.xml" Id="R9fbe031650ac459f" /><Relationship Type="http://schemas.openxmlformats.org/officeDocument/2006/relationships/slide" Target="/ppt/slides/slide50.xml" Id="R08603a94c68c4d57" /><Relationship Type="http://schemas.openxmlformats.org/officeDocument/2006/relationships/slide" Target="/ppt/slides/slide51.xml" Id="R7c95d6390fd84837" /><Relationship Type="http://schemas.openxmlformats.org/officeDocument/2006/relationships/slide" Target="/ppt/slides/slide52.xml" Id="R4032ceff73094339" /></Relationships>
</file>

<file path=ppt/graphics/data1.xml><?xml version="1.0" encoding="utf-8"?>
<dgm:dataModel xmlns:dgm="http://schemas.openxmlformats.org/drawingml/2006/diagram">
  <dgm:ptLst>
    <dgm:pt modelId="{2545A94A-CB64-463D-AA55-C2A91913769E}" type="doc">
      <dgm:t>
        <a:bodyPr xmlns:a="http://schemas.openxmlformats.org/drawingml/2006/main"/>
        <a:lstStyle xmlns:a="http://schemas.openxmlformats.org/drawingml/2006/main"/>
        <a:p xmlns:a="http://schemas.openxmlformats.org/drawingml/2006/main">
          <a:endParaRPr/>
        </a:p>
      </dgm:t>
    </dgm:pt>
    <dgm:pt modelId="{8E81CF90-D84A-49C3-8C24-5DF744D69CEC}">
      <dgm:t>
        <a:bodyPr xmlns:a="http://schemas.openxmlformats.org/drawingml/2006/main"/>
        <a:lstStyle xmlns:a="http://schemas.openxmlformats.org/drawingml/2006/main"/>
        <a:p xmlns:a="http://schemas.openxmlformats.org/drawingml/2006/main">
          <a:r>
            <a:rPr sz="1000"/>
            <a:t>23.07.20</a:t>
          </a:r>
        </a:p>
      </dgm:t>
    </dgm:pt>
    <dgm:pt modelId="{EA4661C3-2FD7-424F-A81C-E9EA79D290C9}" type="parTrans" cxnId="{E6FCBEE9-4440-423B-8580-F4C374A9BFCB}">
      <dgm:t>
        <a:bodyPr xmlns:a="http://schemas.openxmlformats.org/drawingml/2006/main"/>
        <a:lstStyle xmlns:a="http://schemas.openxmlformats.org/drawingml/2006/main"/>
        <a:p xmlns:a="http://schemas.openxmlformats.org/drawingml/2006/main">
          <a:endParaRPr/>
        </a:p>
      </dgm:t>
    </dgm:pt>
    <dgm:pt modelId="{0AC0189F-D0E5-42A7-93BD-126E7DAB8714}" type="sibTrans" cxnId="{E6FCBEE9-4440-423B-8580-F4C374A9BFCB}">
      <dgm:t>
        <a:bodyPr xmlns:a="http://schemas.openxmlformats.org/drawingml/2006/main"/>
        <a:lstStyle xmlns:a="http://schemas.openxmlformats.org/drawingml/2006/main"/>
        <a:p xmlns:a="http://schemas.openxmlformats.org/drawingml/2006/main">
          <a:endParaRPr/>
        </a:p>
      </dgm:t>
    </dgm:pt>
    <dgm:pt modelId="{484672E6-1509-42F5-BE6F-71274F3DD6F3}">
      <dgm:t>
        <a:bodyPr xmlns:a="http://schemas.openxmlformats.org/drawingml/2006/main"/>
        <a:lstStyle xmlns:a="http://schemas.openxmlformats.org/drawingml/2006/main"/>
        <a:p xmlns:a="http://schemas.openxmlformats.org/drawingml/2006/main">
          <a:r>
            <a:rPr sz="1000"/>
            <a:t>19.09.20</a:t>
          </a:r>
        </a:p>
      </dgm:t>
    </dgm:pt>
    <dgm:pt modelId="{C329D47F-5C5E-4044-B36E-02AA5E8A5083}" type="parTrans" cxnId="{2BAAA1A4-43CB-4452-B6C2-914C26FD4D9C}">
      <dgm:t>
        <a:bodyPr xmlns:a="http://schemas.openxmlformats.org/drawingml/2006/main"/>
        <a:lstStyle xmlns:a="http://schemas.openxmlformats.org/drawingml/2006/main"/>
        <a:p xmlns:a="http://schemas.openxmlformats.org/drawingml/2006/main">
          <a:endParaRPr/>
        </a:p>
      </dgm:t>
    </dgm:pt>
    <dgm:pt modelId="{FA7D6926-815C-4AF6-B3EA-A12051AF7E80}" type="sibTrans" cxnId="{2BAAA1A4-43CB-4452-B6C2-914C26FD4D9C}">
      <dgm:t>
        <a:bodyPr xmlns:a="http://schemas.openxmlformats.org/drawingml/2006/main"/>
        <a:lstStyle xmlns:a="http://schemas.openxmlformats.org/drawingml/2006/main"/>
        <a:p xmlns:a="http://schemas.openxmlformats.org/drawingml/2006/main">
          <a:endParaRPr/>
        </a:p>
      </dgm:t>
    </dgm:pt>
    <dgm:pt modelId="{9E5D60FF-258D-4FB2-9CE2-24CFA55A0B0C}">
      <dgm:t>
        <a:bodyPr xmlns:a="http://schemas.openxmlformats.org/drawingml/2006/main"/>
        <a:lstStyle xmlns:a="http://schemas.openxmlformats.org/drawingml/2006/main"/>
        <a:p xmlns:a="http://schemas.openxmlformats.org/drawingml/2006/main">
          <a:r>
            <a:rPr sz="1000"/>
            <a:t>26.09.20</a:t>
          </a:r>
        </a:p>
      </dgm:t>
    </dgm:pt>
    <dgm:pt modelId="{2E1D0009-9852-4C7A-87ED-56D720BAFEA6}" type="parTrans" cxnId="{279B6A77-53C6-45F0-8C41-5B6D6F7B184E}">
      <dgm:t>
        <a:bodyPr xmlns:a="http://schemas.openxmlformats.org/drawingml/2006/main"/>
        <a:lstStyle xmlns:a="http://schemas.openxmlformats.org/drawingml/2006/main"/>
        <a:p xmlns:a="http://schemas.openxmlformats.org/drawingml/2006/main">
          <a:endParaRPr/>
        </a:p>
      </dgm:t>
    </dgm:pt>
    <dgm:pt modelId="{5638DF43-753E-459F-8397-AE492195EEB6}" type="sibTrans" cxnId="{279B6A77-53C6-45F0-8C41-5B6D6F7B184E}">
      <dgm:t>
        <a:bodyPr xmlns:a="http://schemas.openxmlformats.org/drawingml/2006/main"/>
        <a:lstStyle xmlns:a="http://schemas.openxmlformats.org/drawingml/2006/main"/>
        <a:p xmlns:a="http://schemas.openxmlformats.org/drawingml/2006/main">
          <a:endParaRPr/>
        </a:p>
      </dgm:t>
    </dgm:pt>
    <dgm:pt modelId="{9A1DCD67-6C31-48D1-944D-BFBC19F6B597}">
      <dgm:t>
        <a:bodyPr xmlns:a="http://schemas.openxmlformats.org/drawingml/2006/main"/>
        <a:lstStyle xmlns:a="http://schemas.openxmlformats.org/drawingml/2006/main"/>
        <a:p xmlns:a="http://schemas.openxmlformats.org/drawingml/2006/main">
          <a:r>
            <a:rPr sz="1000"/>
            <a:t>205</a:t>
          </a:r>
        </a:p>
      </dgm:t>
    </dgm:pt>
    <dgm:pt modelId="{02193B92-A794-4B65-BF6F-D399891E32B7}" type="parTrans" cxnId="{110B50E1-D586-4A7F-BC83-142233B68747}">
      <dgm:t>
        <a:bodyPr xmlns:a="http://schemas.openxmlformats.org/drawingml/2006/main"/>
        <a:lstStyle xmlns:a="http://schemas.openxmlformats.org/drawingml/2006/main"/>
        <a:p xmlns:a="http://schemas.openxmlformats.org/drawingml/2006/main">
          <a:endParaRPr/>
        </a:p>
      </dgm:t>
    </dgm:pt>
    <dgm:pt modelId="{F7B93ECC-5657-449D-9BD7-26ACC6352BFA}" type="sibTrans" cxnId="{110B50E1-D586-4A7F-BC83-142233B68747}">
      <dgm:t>
        <a:bodyPr xmlns:a="http://schemas.openxmlformats.org/drawingml/2006/main"/>
        <a:lstStyle xmlns:a="http://schemas.openxmlformats.org/drawingml/2006/main"/>
        <a:p xmlns:a="http://schemas.openxmlformats.org/drawingml/2006/main">
          <a:endParaRPr/>
        </a:p>
      </dgm:t>
    </dgm:pt>
    <dgm:pt modelId="{5156D45F-79B1-43F9-99B3-025071428E6D}">
      <dgm:t>
        <a:bodyPr xmlns:a="http://schemas.openxmlformats.org/drawingml/2006/main"/>
        <a:lstStyle xmlns:a="http://schemas.openxmlformats.org/drawingml/2006/main"/>
        <a:p xmlns:a="http://schemas.openxmlformats.org/drawingml/2006/main">
          <a:r>
            <a:rPr sz="1000" b="0" i="0"/>
            <a:t>R03AL01</a:t>
          </a:r>
          <a:endParaRPr sz="1000"/>
        </a:p>
      </dgm:t>
    </dgm:pt>
    <dgm:pt modelId="{F8DFAB0D-584B-4FF6-A8E6-71DAFFF4E8FD}" type="parTrans" cxnId="{19334C42-B0BA-4763-8210-A16A91C6297F}">
      <dgm:t>
        <a:bodyPr xmlns:a="http://schemas.openxmlformats.org/drawingml/2006/main"/>
        <a:lstStyle xmlns:a="http://schemas.openxmlformats.org/drawingml/2006/main"/>
        <a:p xmlns:a="http://schemas.openxmlformats.org/drawingml/2006/main">
          <a:endParaRPr/>
        </a:p>
      </dgm:t>
    </dgm:pt>
    <dgm:pt modelId="{D7A650EC-D3FF-4C6A-B920-668D9F414507}" type="sibTrans" cxnId="{19334C42-B0BA-4763-8210-A16A91C6297F}">
      <dgm:t>
        <a:bodyPr xmlns:a="http://schemas.openxmlformats.org/drawingml/2006/main"/>
        <a:lstStyle xmlns:a="http://schemas.openxmlformats.org/drawingml/2006/main"/>
        <a:p xmlns:a="http://schemas.openxmlformats.org/drawingml/2006/main">
          <a:endParaRPr/>
        </a:p>
      </dgm:t>
    </dgm:pt>
    <dgm:pt modelId="{1DAC44E6-256F-48FA-A342-48470C3EBEAE}">
      <dgm:t>
        <a:bodyPr xmlns:a="http://schemas.openxmlformats.org/drawingml/2006/main"/>
        <a:lstStyle xmlns:a="http://schemas.openxmlformats.org/drawingml/2006/main"/>
        <a:p xmlns:a="http://schemas.openxmlformats.org/drawingml/2006/main">
          <a:r>
            <a:rPr sz="1000"/>
            <a:t>25213</a:t>
          </a:r>
        </a:p>
      </dgm:t>
    </dgm:pt>
    <dgm:pt modelId="{710F1AED-D67D-436F-9A66-4BA53CAFDEA6}" type="parTrans" cxnId="{7F991C5C-43F8-4CEB-8EE4-96F8FCAC8A56}">
      <dgm:t>
        <a:bodyPr xmlns:a="http://schemas.openxmlformats.org/drawingml/2006/main"/>
        <a:lstStyle xmlns:a="http://schemas.openxmlformats.org/drawingml/2006/main"/>
        <a:p xmlns:a="http://schemas.openxmlformats.org/drawingml/2006/main">
          <a:endParaRPr/>
        </a:p>
      </dgm:t>
    </dgm:pt>
    <dgm:pt modelId="{7FBE3D45-906B-479A-950F-AE2BD7B465C2}" type="sibTrans" cxnId="{7F991C5C-43F8-4CEB-8EE4-96F8FCAC8A56}">
      <dgm:t>
        <a:bodyPr xmlns:a="http://schemas.openxmlformats.org/drawingml/2006/main"/>
        <a:lstStyle xmlns:a="http://schemas.openxmlformats.org/drawingml/2006/main"/>
        <a:p xmlns:a="http://schemas.openxmlformats.org/drawingml/2006/main">
          <a:endParaRPr/>
        </a:p>
      </dgm:t>
    </dgm:pt>
    <dgm:pt modelId="{FE52478C-6A6E-47D6-844C-7F29BBA75AE1}">
      <dgm:t>
        <a:bodyPr xmlns:a="http://schemas.openxmlformats.org/drawingml/2006/main"/>
        <a:lstStyle xmlns:a="http://schemas.openxmlformats.org/drawingml/2006/main"/>
        <a:p xmlns:a="http://schemas.openxmlformats.org/drawingml/2006/main">
          <a:r>
            <a:rPr sz="1000" b="0" i="0"/>
            <a:t>J45</a:t>
          </a:r>
          <a:endParaRPr sz="1000"/>
        </a:p>
      </dgm:t>
    </dgm:pt>
    <dgm:pt modelId="{365E9B3B-BECF-496E-A672-1647B1A74E05}" type="parTrans" cxnId="{861088F8-7EEE-4154-8D9D-4317C35CCC30}">
      <dgm:t>
        <a:bodyPr xmlns:a="http://schemas.openxmlformats.org/drawingml/2006/main"/>
        <a:lstStyle xmlns:a="http://schemas.openxmlformats.org/drawingml/2006/main"/>
        <a:p xmlns:a="http://schemas.openxmlformats.org/drawingml/2006/main">
          <a:endParaRPr/>
        </a:p>
      </dgm:t>
    </dgm:pt>
    <dgm:pt modelId="{3358247A-B127-48C6-8E2F-F8AFFB34FFF5}" type="sibTrans" cxnId="{861088F8-7EEE-4154-8D9D-4317C35CCC30}">
      <dgm:t>
        <a:bodyPr xmlns:a="http://schemas.openxmlformats.org/drawingml/2006/main"/>
        <a:lstStyle xmlns:a="http://schemas.openxmlformats.org/drawingml/2006/main"/>
        <a:p xmlns:a="http://schemas.openxmlformats.org/drawingml/2006/main">
          <a:endParaRPr/>
        </a:p>
      </dgm:t>
    </dgm:pt>
    <dgm:pt modelId="{F3E4B496-4349-41CE-A486-6B565A5BCCEA}">
      <dgm:t>
        <a:bodyPr xmlns:a="http://schemas.openxmlformats.org/drawingml/2006/main"/>
        <a:lstStyle xmlns:a="http://schemas.openxmlformats.org/drawingml/2006/main"/>
        <a:p xmlns:a="http://schemas.openxmlformats.org/drawingml/2006/main">
          <a:r>
            <a:rPr sz="1000"/>
            <a:t>20.05.20</a:t>
          </a:r>
        </a:p>
      </dgm:t>
    </dgm:pt>
    <dgm:pt modelId="{82DA0FF7-B6EA-49C3-8649-E3563AA909DB}" type="parTrans" cxnId="{4B1FDA36-6EB0-4BBA-925B-412B9796C2D6}">
      <dgm:t>
        <a:bodyPr xmlns:a="http://schemas.openxmlformats.org/drawingml/2006/main"/>
        <a:lstStyle xmlns:a="http://schemas.openxmlformats.org/drawingml/2006/main"/>
        <a:p xmlns:a="http://schemas.openxmlformats.org/drawingml/2006/main">
          <a:endParaRPr/>
        </a:p>
      </dgm:t>
    </dgm:pt>
    <dgm:pt modelId="{73A3E531-99FA-4A42-BD9A-09930C7AC572}" type="sibTrans" cxnId="{4B1FDA36-6EB0-4BBA-925B-412B9796C2D6}">
      <dgm:t>
        <a:bodyPr xmlns:a="http://schemas.openxmlformats.org/drawingml/2006/main"/>
        <a:lstStyle xmlns:a="http://schemas.openxmlformats.org/drawingml/2006/main"/>
        <a:p xmlns:a="http://schemas.openxmlformats.org/drawingml/2006/main">
          <a:endParaRPr/>
        </a:p>
      </dgm:t>
    </dgm:pt>
    <dgm:pt modelId="{09EB14D5-52BA-4D67-9CA0-E4859010898F}">
      <dgm:t>
        <a:bodyPr xmlns:a="http://schemas.openxmlformats.org/drawingml/2006/main"/>
        <a:lstStyle xmlns:a="http://schemas.openxmlformats.org/drawingml/2006/main"/>
        <a:p xmlns:a="http://schemas.openxmlformats.org/drawingml/2006/main">
          <a:r>
            <a:rPr sz="1000"/>
            <a:t>205</a:t>
          </a:r>
        </a:p>
      </dgm:t>
    </dgm:pt>
    <dgm:pt modelId="{390782D0-632E-48F6-9D4E-6E0C2083831C}" type="parTrans" cxnId="{18E55AA2-341D-4545-9BAD-C8AFC5873AE7}">
      <dgm:t>
        <a:bodyPr xmlns:a="http://schemas.openxmlformats.org/drawingml/2006/main"/>
        <a:lstStyle xmlns:a="http://schemas.openxmlformats.org/drawingml/2006/main"/>
        <a:p xmlns:a="http://schemas.openxmlformats.org/drawingml/2006/main">
          <a:endParaRPr/>
        </a:p>
      </dgm:t>
    </dgm:pt>
    <dgm:pt modelId="{5AA8ED70-5198-4E6F-8394-24B2788211F3}" type="sibTrans" cxnId="{18E55AA2-341D-4545-9BAD-C8AFC5873AE7}">
      <dgm:t>
        <a:bodyPr xmlns:a="http://schemas.openxmlformats.org/drawingml/2006/main"/>
        <a:lstStyle xmlns:a="http://schemas.openxmlformats.org/drawingml/2006/main"/>
        <a:p xmlns:a="http://schemas.openxmlformats.org/drawingml/2006/main">
          <a:endParaRPr/>
        </a:p>
      </dgm:t>
    </dgm:pt>
    <dgm:pt modelId="{46253E20-5869-4303-AAB6-A487F5B89F4E}">
      <dgm:t>
        <a:bodyPr xmlns:a="http://schemas.openxmlformats.org/drawingml/2006/main"/>
        <a:lstStyle xmlns:a="http://schemas.openxmlformats.org/drawingml/2006/main"/>
        <a:p xmlns:a="http://schemas.openxmlformats.org/drawingml/2006/main">
          <a:r>
            <a:rPr sz="1000" b="0" i="0"/>
            <a:t>R01AD05</a:t>
          </a:r>
          <a:endParaRPr sz="1000"/>
        </a:p>
      </dgm:t>
    </dgm:pt>
    <dgm:pt modelId="{64454016-3A38-4FAC-A15F-97566A9781CE}" type="parTrans" cxnId="{0A4D2F46-148C-4474-A9EB-DCC2D4931E3B}">
      <dgm:t>
        <a:bodyPr xmlns:a="http://schemas.openxmlformats.org/drawingml/2006/main"/>
        <a:lstStyle xmlns:a="http://schemas.openxmlformats.org/drawingml/2006/main"/>
        <a:p xmlns:a="http://schemas.openxmlformats.org/drawingml/2006/main">
          <a:endParaRPr/>
        </a:p>
      </dgm:t>
    </dgm:pt>
    <dgm:pt modelId="{3C93C71F-AF0B-4DC4-B744-8F031D0DC4C9}" type="sibTrans" cxnId="{0A4D2F46-148C-4474-A9EB-DCC2D4931E3B}">
      <dgm:t>
        <a:bodyPr xmlns:a="http://schemas.openxmlformats.org/drawingml/2006/main"/>
        <a:lstStyle xmlns:a="http://schemas.openxmlformats.org/drawingml/2006/main"/>
        <a:p xmlns:a="http://schemas.openxmlformats.org/drawingml/2006/main">
          <a:endParaRPr/>
        </a:p>
      </dgm:t>
    </dgm:pt>
    <dgm:pt modelId="{5037AEB3-69B1-4DE7-8A8A-51CF7243021D}">
      <dgm:t>
        <a:bodyPr xmlns:a="http://schemas.openxmlformats.org/drawingml/2006/main"/>
        <a:lstStyle xmlns:a="http://schemas.openxmlformats.org/drawingml/2006/main"/>
        <a:p xmlns:a="http://schemas.openxmlformats.org/drawingml/2006/main">
          <a:r>
            <a:rPr sz="1000"/>
            <a:t>25213</a:t>
          </a:r>
        </a:p>
      </dgm:t>
    </dgm:pt>
    <dgm:pt modelId="{FE63CF82-6846-437D-929D-90DB16DB7C0D}" type="parTrans" cxnId="{4BB997F9-0C8C-41DB-927E-6E30CB5EC202}">
      <dgm:t>
        <a:bodyPr xmlns:a="http://schemas.openxmlformats.org/drawingml/2006/main"/>
        <a:lstStyle xmlns:a="http://schemas.openxmlformats.org/drawingml/2006/main"/>
        <a:p xmlns:a="http://schemas.openxmlformats.org/drawingml/2006/main">
          <a:endParaRPr/>
        </a:p>
      </dgm:t>
    </dgm:pt>
    <dgm:pt modelId="{C1914DD8-D9F0-42D8-B964-898D758E235A}" type="sibTrans" cxnId="{4BB997F9-0C8C-41DB-927E-6E30CB5EC202}">
      <dgm:t>
        <a:bodyPr xmlns:a="http://schemas.openxmlformats.org/drawingml/2006/main"/>
        <a:lstStyle xmlns:a="http://schemas.openxmlformats.org/drawingml/2006/main"/>
        <a:p xmlns:a="http://schemas.openxmlformats.org/drawingml/2006/main">
          <a:endParaRPr/>
        </a:p>
      </dgm:t>
    </dgm:pt>
    <dgm:pt modelId="{7C47F915-EC40-4F31-81DE-D78714129B24}">
      <dgm:t>
        <a:bodyPr xmlns:a="http://schemas.openxmlformats.org/drawingml/2006/main"/>
        <a:lstStyle xmlns:a="http://schemas.openxmlformats.org/drawingml/2006/main"/>
        <a:p xmlns:a="http://schemas.openxmlformats.org/drawingml/2006/main">
          <a:r>
            <a:rPr sz="1000" b="0" i="0"/>
            <a:t>J45</a:t>
          </a:r>
          <a:endParaRPr sz="1000"/>
        </a:p>
      </dgm:t>
    </dgm:pt>
    <dgm:pt modelId="{C74199B7-11E1-4685-A0BE-698EE52E8BEE}" type="parTrans" cxnId="{52984289-2429-4053-866A-CF00DE57A7EA}">
      <dgm:t>
        <a:bodyPr xmlns:a="http://schemas.openxmlformats.org/drawingml/2006/main"/>
        <a:lstStyle xmlns:a="http://schemas.openxmlformats.org/drawingml/2006/main"/>
        <a:p xmlns:a="http://schemas.openxmlformats.org/drawingml/2006/main">
          <a:endParaRPr/>
        </a:p>
      </dgm:t>
    </dgm:pt>
    <dgm:pt modelId="{ADD8433E-503B-49E2-A0DA-F0660851815F}" type="sibTrans" cxnId="{52984289-2429-4053-866A-CF00DE57A7EA}">
      <dgm:t>
        <a:bodyPr xmlns:a="http://schemas.openxmlformats.org/drawingml/2006/main"/>
        <a:lstStyle xmlns:a="http://schemas.openxmlformats.org/drawingml/2006/main"/>
        <a:p xmlns:a="http://schemas.openxmlformats.org/drawingml/2006/main">
          <a:endParaRPr/>
        </a:p>
      </dgm:t>
    </dgm:pt>
    <dgm:pt modelId="{83A761DE-31B1-40C0-BE14-617D1ACCEA10}">
      <dgm:t>
        <a:bodyPr xmlns:a="http://schemas.openxmlformats.org/drawingml/2006/main"/>
        <a:lstStyle xmlns:a="http://schemas.openxmlformats.org/drawingml/2006/main"/>
        <a:p xmlns:a="http://schemas.openxmlformats.org/drawingml/2006/main">
          <a:r>
            <a:rPr sz="1000"/>
            <a:t>04.09.20</a:t>
          </a:r>
        </a:p>
      </dgm:t>
    </dgm:pt>
    <dgm:pt modelId="{C26CF13C-7541-4451-AADF-F9434EB7D4A9}" type="parTrans" cxnId="{4FE55A68-3ADE-4070-B996-88386B2B6DA2}">
      <dgm:t>
        <a:bodyPr xmlns:a="http://schemas.openxmlformats.org/drawingml/2006/main"/>
        <a:lstStyle xmlns:a="http://schemas.openxmlformats.org/drawingml/2006/main"/>
        <a:p xmlns:a="http://schemas.openxmlformats.org/drawingml/2006/main">
          <a:endParaRPr/>
        </a:p>
      </dgm:t>
    </dgm:pt>
    <dgm:pt modelId="{A74D32E6-4D98-44E0-9868-3E82B74ED725}" type="sibTrans" cxnId="{4FE55A68-3ADE-4070-B996-88386B2B6DA2}">
      <dgm:t>
        <a:bodyPr xmlns:a="http://schemas.openxmlformats.org/drawingml/2006/main"/>
        <a:lstStyle xmlns:a="http://schemas.openxmlformats.org/drawingml/2006/main"/>
        <a:p xmlns:a="http://schemas.openxmlformats.org/drawingml/2006/main">
          <a:endParaRPr/>
        </a:p>
      </dgm:t>
    </dgm:pt>
    <dgm:pt modelId="{A1AD1184-A7CF-464D-9CA9-F514D1D1EAFC}">
      <dgm:t>
        <a:bodyPr xmlns:a="http://schemas.openxmlformats.org/drawingml/2006/main"/>
        <a:lstStyle xmlns:a="http://schemas.openxmlformats.org/drawingml/2006/main"/>
        <a:p xmlns:a="http://schemas.openxmlformats.org/drawingml/2006/main">
          <a:r>
            <a:rPr sz="1000"/>
            <a:t>207</a:t>
          </a:r>
        </a:p>
      </dgm:t>
    </dgm:pt>
    <dgm:pt modelId="{4E6024F4-F0B8-4F67-A806-994700F72DD9}" type="parTrans" cxnId="{96ED81D9-21EE-4CCB-AA43-C62EB2A1BFB6}">
      <dgm:t>
        <a:bodyPr xmlns:a="http://schemas.openxmlformats.org/drawingml/2006/main"/>
        <a:lstStyle xmlns:a="http://schemas.openxmlformats.org/drawingml/2006/main"/>
        <a:p xmlns:a="http://schemas.openxmlformats.org/drawingml/2006/main">
          <a:endParaRPr/>
        </a:p>
      </dgm:t>
    </dgm:pt>
    <dgm:pt modelId="{68F229EC-3FDE-4FFA-AE58-F311A65453C0}" type="sibTrans" cxnId="{96ED81D9-21EE-4CCB-AA43-C62EB2A1BFB6}">
      <dgm:t>
        <a:bodyPr xmlns:a="http://schemas.openxmlformats.org/drawingml/2006/main"/>
        <a:lstStyle xmlns:a="http://schemas.openxmlformats.org/drawingml/2006/main"/>
        <a:p xmlns:a="http://schemas.openxmlformats.org/drawingml/2006/main">
          <a:endParaRPr/>
        </a:p>
      </dgm:t>
    </dgm:pt>
    <dgm:pt modelId="{9BC18E74-D379-4D34-A294-C7FB78E86F54}">
      <dgm:t>
        <a:bodyPr xmlns:a="http://schemas.openxmlformats.org/drawingml/2006/main"/>
        <a:lstStyle xmlns:a="http://schemas.openxmlformats.org/drawingml/2006/main"/>
        <a:p xmlns:a="http://schemas.openxmlformats.org/drawingml/2006/main">
          <a:endParaRPr sz="1000"/>
        </a:p>
      </dgm:t>
    </dgm:pt>
    <dgm:pt modelId="{EAE3D145-FF11-431B-A5D4-D6726CE634EC}" type="parTrans" cxnId="{91F1BE50-CA6A-43F8-B3F6-5AFF321B0EC4}">
      <dgm:t>
        <a:bodyPr xmlns:a="http://schemas.openxmlformats.org/drawingml/2006/main"/>
        <a:lstStyle xmlns:a="http://schemas.openxmlformats.org/drawingml/2006/main"/>
        <a:p xmlns:a="http://schemas.openxmlformats.org/drawingml/2006/main">
          <a:endParaRPr/>
        </a:p>
      </dgm:t>
    </dgm:pt>
    <dgm:pt modelId="{9F3DC790-F4C9-44D5-B5E1-7E48C397DCA5}" type="sibTrans" cxnId="{91F1BE50-CA6A-43F8-B3F6-5AFF321B0EC4}">
      <dgm:t>
        <a:bodyPr xmlns:a="http://schemas.openxmlformats.org/drawingml/2006/main"/>
        <a:lstStyle xmlns:a="http://schemas.openxmlformats.org/drawingml/2006/main"/>
        <a:p xmlns:a="http://schemas.openxmlformats.org/drawingml/2006/main">
          <a:endParaRPr/>
        </a:p>
      </dgm:t>
    </dgm:pt>
    <dgm:pt modelId="{3E502B9C-9E18-4FAC-AED2-CE2A85D84BB0}">
      <dgm:t>
        <a:bodyPr xmlns:a="http://schemas.openxmlformats.org/drawingml/2006/main"/>
        <a:lstStyle xmlns:a="http://schemas.openxmlformats.org/drawingml/2006/main"/>
        <a:p xmlns:a="http://schemas.openxmlformats.org/drawingml/2006/main">
          <a:endParaRPr sz="1000"/>
        </a:p>
      </dgm:t>
    </dgm:pt>
    <dgm:pt modelId="{102D57DA-FAAF-4D0B-AF34-815EA1E36D58}" type="parTrans" cxnId="{9410E329-F9B6-45F1-AB44-AA17CC3EABF9}">
      <dgm:t>
        <a:bodyPr xmlns:a="http://schemas.openxmlformats.org/drawingml/2006/main"/>
        <a:lstStyle xmlns:a="http://schemas.openxmlformats.org/drawingml/2006/main"/>
        <a:p xmlns:a="http://schemas.openxmlformats.org/drawingml/2006/main">
          <a:endParaRPr/>
        </a:p>
      </dgm:t>
    </dgm:pt>
    <dgm:pt modelId="{6FDE1C12-9A3E-4F03-BFD8-93712A886D05}" type="sibTrans" cxnId="{9410E329-F9B6-45F1-AB44-AA17CC3EABF9}">
      <dgm:t>
        <a:bodyPr xmlns:a="http://schemas.openxmlformats.org/drawingml/2006/main"/>
        <a:lstStyle xmlns:a="http://schemas.openxmlformats.org/drawingml/2006/main"/>
        <a:p xmlns:a="http://schemas.openxmlformats.org/drawingml/2006/main">
          <a:endParaRPr/>
        </a:p>
      </dgm:t>
    </dgm:pt>
    <dgm:pt modelId="{D0704BD7-83A7-4553-B950-777359C0AC51}">
      <dgm:t>
        <a:bodyPr xmlns:a="http://schemas.openxmlformats.org/drawingml/2006/main"/>
        <a:lstStyle xmlns:a="http://schemas.openxmlformats.org/drawingml/2006/main"/>
        <a:p xmlns:a="http://schemas.openxmlformats.org/drawingml/2006/main">
          <a:r>
            <a:rPr sz="1000"/>
            <a:t>S01GX07</a:t>
          </a:r>
        </a:p>
      </dgm:t>
    </dgm:pt>
    <dgm:pt modelId="{8F483C4D-0B88-43B2-9950-3FB8412E5AF0}" type="sibTrans" cxnId="{548DBEC5-BF96-41A0-BE1C-118DC041533E}">
      <dgm:t>
        <a:bodyPr xmlns:a="http://schemas.openxmlformats.org/drawingml/2006/main"/>
        <a:lstStyle xmlns:a="http://schemas.openxmlformats.org/drawingml/2006/main"/>
        <a:p xmlns:a="http://schemas.openxmlformats.org/drawingml/2006/main">
          <a:endParaRPr/>
        </a:p>
      </dgm:t>
    </dgm:pt>
    <dgm:pt modelId="{A354629A-06D6-4A46-9482-7AE802ADFDE7}" type="parTrans" cxnId="{548DBEC5-BF96-41A0-BE1C-118DC041533E}">
      <dgm:t>
        <a:bodyPr xmlns:a="http://schemas.openxmlformats.org/drawingml/2006/main"/>
        <a:lstStyle xmlns:a="http://schemas.openxmlformats.org/drawingml/2006/main"/>
        <a:p xmlns:a="http://schemas.openxmlformats.org/drawingml/2006/main">
          <a:endParaRPr/>
        </a:p>
      </dgm:t>
    </dgm:pt>
    <dgm:pt modelId="{8268D7EC-0AA7-4C3C-8F15-39FD0A5C1630}">
      <dgm:t>
        <a:bodyPr xmlns:a="http://schemas.openxmlformats.org/drawingml/2006/main"/>
        <a:lstStyle xmlns:a="http://schemas.openxmlformats.org/drawingml/2006/main"/>
        <a:p xmlns:a="http://schemas.openxmlformats.org/drawingml/2006/main">
          <a:r>
            <a:rPr sz="1000"/>
            <a:t>014</a:t>
          </a:r>
        </a:p>
      </dgm:t>
    </dgm:pt>
    <dgm:pt modelId="{3356120D-F6C4-42BD-A955-865F53D952CF}" type="parTrans" cxnId="{BD580251-5BB3-463C-A0D9-CA27D2560C57}">
      <dgm:t>
        <a:bodyPr xmlns:a="http://schemas.openxmlformats.org/drawingml/2006/main"/>
        <a:lstStyle xmlns:a="http://schemas.openxmlformats.org/drawingml/2006/main"/>
        <a:p xmlns:a="http://schemas.openxmlformats.org/drawingml/2006/main">
          <a:endParaRPr/>
        </a:p>
      </dgm:t>
    </dgm:pt>
    <dgm:pt modelId="{8730642D-49B1-4AFF-B6FC-4D87F2385639}" type="sibTrans" cxnId="{BD580251-5BB3-463C-A0D9-CA27D2560C57}">
      <dgm:t>
        <a:bodyPr xmlns:a="http://schemas.openxmlformats.org/drawingml/2006/main"/>
        <a:lstStyle xmlns:a="http://schemas.openxmlformats.org/drawingml/2006/main"/>
        <a:p xmlns:a="http://schemas.openxmlformats.org/drawingml/2006/main">
          <a:endParaRPr/>
        </a:p>
      </dgm:t>
    </dgm:pt>
    <dgm:pt modelId="{CD114037-E072-4E5F-B7A9-A912BCA3F9D6}">
      <dgm:t>
        <a:bodyPr xmlns:a="http://schemas.openxmlformats.org/drawingml/2006/main"/>
        <a:lstStyle xmlns:a="http://schemas.openxmlformats.org/drawingml/2006/main"/>
        <a:p xmlns:a="http://schemas.openxmlformats.org/drawingml/2006/main">
          <a:r>
            <a:rPr sz="1000" b="0" i="0"/>
            <a:t>R03AL01</a:t>
          </a:r>
          <a:endParaRPr sz="1000"/>
        </a:p>
      </dgm:t>
    </dgm:pt>
    <dgm:pt modelId="{11E7A8A1-2579-4FF4-90BC-252C6A826A5D}" type="parTrans" cxnId="{32CE6C48-9D19-4204-92F4-4CC0ED1AF90B}">
      <dgm:t>
        <a:bodyPr xmlns:a="http://schemas.openxmlformats.org/drawingml/2006/main"/>
        <a:lstStyle xmlns:a="http://schemas.openxmlformats.org/drawingml/2006/main"/>
        <a:p xmlns:a="http://schemas.openxmlformats.org/drawingml/2006/main">
          <a:endParaRPr/>
        </a:p>
      </dgm:t>
    </dgm:pt>
    <dgm:pt modelId="{4399270A-A37A-425B-8ECA-9CD8C968D5AD}" type="sibTrans" cxnId="{32CE6C48-9D19-4204-92F4-4CC0ED1AF90B}">
      <dgm:t>
        <a:bodyPr xmlns:a="http://schemas.openxmlformats.org/drawingml/2006/main"/>
        <a:lstStyle xmlns:a="http://schemas.openxmlformats.org/drawingml/2006/main"/>
        <a:p xmlns:a="http://schemas.openxmlformats.org/drawingml/2006/main">
          <a:endParaRPr/>
        </a:p>
      </dgm:t>
    </dgm:pt>
    <dgm:pt modelId="{93D56F5C-4913-4BF6-8326-99CB0B763F3B}">
      <dgm:t>
        <a:bodyPr xmlns:a="http://schemas.openxmlformats.org/drawingml/2006/main"/>
        <a:lstStyle xmlns:a="http://schemas.openxmlformats.org/drawingml/2006/main"/>
        <a:p xmlns:a="http://schemas.openxmlformats.org/drawingml/2006/main">
          <a:r>
            <a:rPr sz="1000" b="0" i="0"/>
            <a:t>00951</a:t>
          </a:r>
          <a:endParaRPr sz="1000" b="0"/>
        </a:p>
      </dgm:t>
    </dgm:pt>
    <dgm:pt modelId="{5080BF22-F185-45EB-BA7B-E18EB09949DE}" type="parTrans" cxnId="{832B1E22-2E65-427F-866D-9D4A4C407C6D}">
      <dgm:t>
        <a:bodyPr xmlns:a="http://schemas.openxmlformats.org/drawingml/2006/main"/>
        <a:lstStyle xmlns:a="http://schemas.openxmlformats.org/drawingml/2006/main"/>
        <a:p xmlns:a="http://schemas.openxmlformats.org/drawingml/2006/main">
          <a:endParaRPr/>
        </a:p>
      </dgm:t>
    </dgm:pt>
    <dgm:pt modelId="{EFB6E1AC-42FF-42D9-B603-3020F4A49762}" type="sibTrans" cxnId="{832B1E22-2E65-427F-866D-9D4A4C407C6D}">
      <dgm:t>
        <a:bodyPr xmlns:a="http://schemas.openxmlformats.org/drawingml/2006/main"/>
        <a:lstStyle xmlns:a="http://schemas.openxmlformats.org/drawingml/2006/main"/>
        <a:p xmlns:a="http://schemas.openxmlformats.org/drawingml/2006/main">
          <a:endParaRPr/>
        </a:p>
      </dgm:t>
    </dgm:pt>
    <dgm:pt modelId="{4182B5AC-0BD9-4B34-8825-F243A8C492E9}">
      <dgm:t>
        <a:bodyPr xmlns:a="http://schemas.openxmlformats.org/drawingml/2006/main"/>
        <a:lstStyle xmlns:a="http://schemas.openxmlformats.org/drawingml/2006/main"/>
        <a:p xmlns:a="http://schemas.openxmlformats.org/drawingml/2006/main">
          <a:r>
            <a:rPr sz="1000"/>
            <a:t>K02.5</a:t>
          </a:r>
        </a:p>
      </dgm:t>
    </dgm:pt>
    <dgm:pt modelId="{5FC0B167-6A3B-4489-A3E2-26D49943383D}" type="parTrans" cxnId="{A949F1DA-2B2C-481A-9716-E87E75609B14}">
      <dgm:t>
        <a:bodyPr xmlns:a="http://schemas.openxmlformats.org/drawingml/2006/main"/>
        <a:lstStyle xmlns:a="http://schemas.openxmlformats.org/drawingml/2006/main"/>
        <a:p xmlns:a="http://schemas.openxmlformats.org/drawingml/2006/main">
          <a:endParaRPr/>
        </a:p>
      </dgm:t>
    </dgm:pt>
    <dgm:pt modelId="{BB350F79-3AC0-4C5B-AC8F-18AC3CA1BE47}" type="sibTrans" cxnId="{A949F1DA-2B2C-481A-9716-E87E75609B14}">
      <dgm:t>
        <a:bodyPr xmlns:a="http://schemas.openxmlformats.org/drawingml/2006/main"/>
        <a:lstStyle xmlns:a="http://schemas.openxmlformats.org/drawingml/2006/main"/>
        <a:p xmlns:a="http://schemas.openxmlformats.org/drawingml/2006/main">
          <a:endParaRPr/>
        </a:p>
      </dgm:t>
    </dgm:pt>
    <dgm:pt modelId="{0582E3F3-CA5F-44E8-A8ED-B7FBE2EE8ECF}">
      <dgm:t>
        <a:bodyPr xmlns:a="http://schemas.openxmlformats.org/drawingml/2006/main"/>
        <a:lstStyle xmlns:a="http://schemas.openxmlformats.org/drawingml/2006/main"/>
        <a:p xmlns:a="http://schemas.openxmlformats.org/drawingml/2006/main">
          <a:r>
            <a:rPr sz="1000"/>
            <a:t>207</a:t>
          </a:r>
        </a:p>
      </dgm:t>
    </dgm:pt>
    <dgm:pt modelId="{480C82F7-638F-4ABE-9DD5-3F510697F317}" type="parTrans" cxnId="{703D0FEF-91F6-4952-8150-2C08C7E35E75}">
      <dgm:t>
        <a:bodyPr xmlns:a="http://schemas.openxmlformats.org/drawingml/2006/main"/>
        <a:lstStyle xmlns:a="http://schemas.openxmlformats.org/drawingml/2006/main"/>
        <a:p xmlns:a="http://schemas.openxmlformats.org/drawingml/2006/main">
          <a:endParaRPr/>
        </a:p>
      </dgm:t>
    </dgm:pt>
    <dgm:pt modelId="{31F14087-A656-4507-B0C2-DA00B3290A12}" type="sibTrans" cxnId="{703D0FEF-91F6-4952-8150-2C08C7E35E75}">
      <dgm:t>
        <a:bodyPr xmlns:a="http://schemas.openxmlformats.org/drawingml/2006/main"/>
        <a:lstStyle xmlns:a="http://schemas.openxmlformats.org/drawingml/2006/main"/>
        <a:p xmlns:a="http://schemas.openxmlformats.org/drawingml/2006/main">
          <a:endParaRPr/>
        </a:p>
      </dgm:t>
    </dgm:pt>
    <dgm:pt modelId="{A50E8050-2B7E-4125-9471-C80986048DC7}">
      <dgm:t>
        <a:bodyPr xmlns:a="http://schemas.openxmlformats.org/drawingml/2006/main"/>
        <a:lstStyle xmlns:a="http://schemas.openxmlformats.org/drawingml/2006/main"/>
        <a:p xmlns:a="http://schemas.openxmlformats.org/drawingml/2006/main">
          <a:endParaRPr sz="1000"/>
        </a:p>
      </dgm:t>
    </dgm:pt>
    <dgm:pt modelId="{6138B1E8-44E4-4FC3-AE45-7F709FB4DAEB}" type="parTrans" cxnId="{0E7211C4-F46C-4EFC-8C2B-1210B43E3D25}">
      <dgm:t>
        <a:bodyPr xmlns:a="http://schemas.openxmlformats.org/drawingml/2006/main"/>
        <a:lstStyle xmlns:a="http://schemas.openxmlformats.org/drawingml/2006/main"/>
        <a:p xmlns:a="http://schemas.openxmlformats.org/drawingml/2006/main">
          <a:endParaRPr/>
        </a:p>
      </dgm:t>
    </dgm:pt>
    <dgm:pt modelId="{00F4AF82-FE1C-49AF-8E0F-56C8DDBEF694}" type="sibTrans" cxnId="{0E7211C4-F46C-4EFC-8C2B-1210B43E3D25}">
      <dgm:t>
        <a:bodyPr xmlns:a="http://schemas.openxmlformats.org/drawingml/2006/main"/>
        <a:lstStyle xmlns:a="http://schemas.openxmlformats.org/drawingml/2006/main"/>
        <a:p xmlns:a="http://schemas.openxmlformats.org/drawingml/2006/main">
          <a:endParaRPr/>
        </a:p>
      </dgm:t>
    </dgm:pt>
    <dgm:pt modelId="{02CD47F2-391D-4862-9C2F-E5477CD6C675}">
      <dgm:t>
        <a:bodyPr xmlns:a="http://schemas.openxmlformats.org/drawingml/2006/main"/>
        <a:lstStyle xmlns:a="http://schemas.openxmlformats.org/drawingml/2006/main"/>
        <a:p xmlns:a="http://schemas.openxmlformats.org/drawingml/2006/main">
          <a:r>
            <a:rPr sz="1000" b="0" i="0"/>
            <a:t>27240</a:t>
          </a:r>
          <a:endParaRPr sz="1000" b="0"/>
        </a:p>
      </dgm:t>
    </dgm:pt>
    <dgm:pt modelId="{AADABE4A-308D-430A-B503-92547D211A8A}" type="parTrans" cxnId="{659D74E8-45FA-4039-B76E-8D6B83D1CC20}">
      <dgm:t>
        <a:bodyPr xmlns:a="http://schemas.openxmlformats.org/drawingml/2006/main"/>
        <a:lstStyle xmlns:a="http://schemas.openxmlformats.org/drawingml/2006/main"/>
        <a:p xmlns:a="http://schemas.openxmlformats.org/drawingml/2006/main">
          <a:endParaRPr/>
        </a:p>
      </dgm:t>
    </dgm:pt>
    <dgm:pt modelId="{F49BBD92-469E-42B3-8537-3E81CF89D639}" type="sibTrans" cxnId="{659D74E8-45FA-4039-B76E-8D6B83D1CC20}">
      <dgm:t>
        <a:bodyPr xmlns:a="http://schemas.openxmlformats.org/drawingml/2006/main"/>
        <a:lstStyle xmlns:a="http://schemas.openxmlformats.org/drawingml/2006/main"/>
        <a:p xmlns:a="http://schemas.openxmlformats.org/drawingml/2006/main">
          <a:endParaRPr/>
        </a:p>
      </dgm:t>
    </dgm:pt>
    <dgm:pt modelId="{9B56B1AF-6D2E-44C3-A4B7-E47452511C90}">
      <dgm:t>
        <a:bodyPr xmlns:a="http://schemas.openxmlformats.org/drawingml/2006/main"/>
        <a:lstStyle xmlns:a="http://schemas.openxmlformats.org/drawingml/2006/main"/>
        <a:p xmlns:a="http://schemas.openxmlformats.org/drawingml/2006/main">
          <a:r>
            <a:rPr sz="1000"/>
            <a:t>J30.1</a:t>
          </a:r>
        </a:p>
      </dgm:t>
    </dgm:pt>
    <dgm:pt modelId="{5E9934AC-D5A4-43A7-A611-C39EB68BB8CC}" type="parTrans" cxnId="{4E588190-4F48-445F-AA86-0F226E0F3927}">
      <dgm:t>
        <a:bodyPr xmlns:a="http://schemas.openxmlformats.org/drawingml/2006/main"/>
        <a:lstStyle xmlns:a="http://schemas.openxmlformats.org/drawingml/2006/main"/>
        <a:p xmlns:a="http://schemas.openxmlformats.org/drawingml/2006/main">
          <a:endParaRPr/>
        </a:p>
      </dgm:t>
    </dgm:pt>
    <dgm:pt modelId="{44504870-4D10-4002-A4C5-EBCE32FB5AD2}" type="sibTrans" cxnId="{4E588190-4F48-445F-AA86-0F226E0F3927}">
      <dgm:t>
        <a:bodyPr xmlns:a="http://schemas.openxmlformats.org/drawingml/2006/main"/>
        <a:lstStyle xmlns:a="http://schemas.openxmlformats.org/drawingml/2006/main"/>
        <a:p xmlns:a="http://schemas.openxmlformats.org/drawingml/2006/main">
          <a:endParaRPr/>
        </a:p>
      </dgm:t>
    </dgm:pt>
    <dgm:pt modelId="{9CF8B53D-2B38-4A26-B873-23335D49E456}">
      <dgm:t>
        <a:bodyPr xmlns:a="http://schemas.openxmlformats.org/drawingml/2006/main"/>
        <a:lstStyle xmlns:a="http://schemas.openxmlformats.org/drawingml/2006/main"/>
        <a:p xmlns:a="http://schemas.openxmlformats.org/drawingml/2006/main">
          <a:r>
            <a:rPr sz="1000"/>
            <a:t>06.02.21</a:t>
          </a:r>
        </a:p>
      </dgm:t>
    </dgm:pt>
    <dgm:pt modelId="{826482E8-9E67-4BE3-8872-0987D665D0FD}" type="parTrans" cxnId="{C52CBB35-2E8F-405A-90AF-7243B1B40F48}">
      <dgm:t>
        <a:bodyPr xmlns:a="http://schemas.openxmlformats.org/drawingml/2006/main"/>
        <a:lstStyle xmlns:a="http://schemas.openxmlformats.org/drawingml/2006/main"/>
        <a:p xmlns:a="http://schemas.openxmlformats.org/drawingml/2006/main">
          <a:endParaRPr/>
        </a:p>
      </dgm:t>
    </dgm:pt>
    <dgm:pt modelId="{014B87A2-0B10-4283-9442-14689463AD21}" type="sibTrans" cxnId="{C52CBB35-2E8F-405A-90AF-7243B1B40F48}">
      <dgm:t>
        <a:bodyPr xmlns:a="http://schemas.openxmlformats.org/drawingml/2006/main"/>
        <a:lstStyle xmlns:a="http://schemas.openxmlformats.org/drawingml/2006/main"/>
        <a:p xmlns:a="http://schemas.openxmlformats.org/drawingml/2006/main">
          <a:endParaRPr/>
        </a:p>
      </dgm:t>
    </dgm:pt>
    <dgm:pt modelId="{73B15822-2894-4182-8A73-7D7B8FF512D9}">
      <dgm:t>
        <a:bodyPr xmlns:a="http://schemas.openxmlformats.org/drawingml/2006/main"/>
        <a:lstStyle xmlns:a="http://schemas.openxmlformats.org/drawingml/2006/main"/>
        <a:p xmlns:a="http://schemas.openxmlformats.org/drawingml/2006/main">
          <a:r>
            <a:rPr sz="1000"/>
            <a:t>809</a:t>
          </a:r>
        </a:p>
      </dgm:t>
    </dgm:pt>
    <dgm:pt modelId="{43324D59-B2E4-4559-8BB9-CF656270A668}" type="parTrans" cxnId="{800A0DAC-F97A-4B08-92A3-8E3B23B234FC}">
      <dgm:t>
        <a:bodyPr xmlns:a="http://schemas.openxmlformats.org/drawingml/2006/main"/>
        <a:lstStyle xmlns:a="http://schemas.openxmlformats.org/drawingml/2006/main"/>
        <a:p xmlns:a="http://schemas.openxmlformats.org/drawingml/2006/main">
          <a:endParaRPr/>
        </a:p>
      </dgm:t>
    </dgm:pt>
    <dgm:pt modelId="{969BC2B7-732C-4DA0-B248-BA407598E78C}" type="sibTrans" cxnId="{800A0DAC-F97A-4B08-92A3-8E3B23B234FC}">
      <dgm:t>
        <a:bodyPr xmlns:a="http://schemas.openxmlformats.org/drawingml/2006/main"/>
        <a:lstStyle xmlns:a="http://schemas.openxmlformats.org/drawingml/2006/main"/>
        <a:p xmlns:a="http://schemas.openxmlformats.org/drawingml/2006/main">
          <a:endParaRPr/>
        </a:p>
      </dgm:t>
    </dgm:pt>
    <dgm:pt modelId="{BA8D4245-8B33-4E31-9A74-350F58C95326}">
      <dgm:t>
        <a:bodyPr xmlns:a="http://schemas.openxmlformats.org/drawingml/2006/main"/>
        <a:lstStyle xmlns:a="http://schemas.openxmlformats.org/drawingml/2006/main"/>
        <a:p xmlns:a="http://schemas.openxmlformats.org/drawingml/2006/main">
          <a:endParaRPr sz="1000"/>
        </a:p>
      </dgm:t>
    </dgm:pt>
    <dgm:pt modelId="{584B53DC-ABCB-40E8-BFB2-2508658D0875}" type="parTrans" cxnId="{FF779447-00FE-4C5F-B9A8-9CB764755CBB}">
      <dgm:t>
        <a:bodyPr xmlns:a="http://schemas.openxmlformats.org/drawingml/2006/main"/>
        <a:lstStyle xmlns:a="http://schemas.openxmlformats.org/drawingml/2006/main"/>
        <a:p xmlns:a="http://schemas.openxmlformats.org/drawingml/2006/main">
          <a:endParaRPr/>
        </a:p>
      </dgm:t>
    </dgm:pt>
    <dgm:pt modelId="{BF27060F-C3CB-4FC3-8194-861FA65D9626}" type="sibTrans" cxnId="{FF779447-00FE-4C5F-B9A8-9CB764755CBB}">
      <dgm:t>
        <a:bodyPr xmlns:a="http://schemas.openxmlformats.org/drawingml/2006/main"/>
        <a:lstStyle xmlns:a="http://schemas.openxmlformats.org/drawingml/2006/main"/>
        <a:p xmlns:a="http://schemas.openxmlformats.org/drawingml/2006/main">
          <a:endParaRPr/>
        </a:p>
      </dgm:t>
    </dgm:pt>
    <dgm:pt modelId="{99386D19-9DE2-40D1-B8EA-5605704199A4}">
      <dgm:t>
        <a:bodyPr xmlns:a="http://schemas.openxmlformats.org/drawingml/2006/main"/>
        <a:lstStyle xmlns:a="http://schemas.openxmlformats.org/drawingml/2006/main"/>
        <a:p xmlns:a="http://schemas.openxmlformats.org/drawingml/2006/main">
          <a:r>
            <a:rPr sz="1000" b="0" i="0"/>
            <a:t>89663</a:t>
          </a:r>
          <a:endParaRPr sz="1000"/>
        </a:p>
      </dgm:t>
    </dgm:pt>
    <dgm:pt modelId="{FD55FD79-FF8C-46B3-926A-EEABFBAAB566}" type="parTrans" cxnId="{FEF360B1-1213-4A2D-8AF3-FF7891F45E73}">
      <dgm:t>
        <a:bodyPr xmlns:a="http://schemas.openxmlformats.org/drawingml/2006/main"/>
        <a:lstStyle xmlns:a="http://schemas.openxmlformats.org/drawingml/2006/main"/>
        <a:p xmlns:a="http://schemas.openxmlformats.org/drawingml/2006/main">
          <a:endParaRPr/>
        </a:p>
      </dgm:t>
    </dgm:pt>
    <dgm:pt modelId="{78C47507-5388-4538-89ED-4110311E4459}" type="sibTrans" cxnId="{FEF360B1-1213-4A2D-8AF3-FF7891F45E73}">
      <dgm:t>
        <a:bodyPr xmlns:a="http://schemas.openxmlformats.org/drawingml/2006/main"/>
        <a:lstStyle xmlns:a="http://schemas.openxmlformats.org/drawingml/2006/main"/>
        <a:p xmlns:a="http://schemas.openxmlformats.org/drawingml/2006/main">
          <a:endParaRPr/>
        </a:p>
      </dgm:t>
    </dgm:pt>
    <dgm:pt modelId="{AE60E010-A498-4DBD-8A0F-30D2E434D358}">
      <dgm:t>
        <a:bodyPr xmlns:a="http://schemas.openxmlformats.org/drawingml/2006/main"/>
        <a:lstStyle xmlns:a="http://schemas.openxmlformats.org/drawingml/2006/main"/>
        <a:p xmlns:a="http://schemas.openxmlformats.org/drawingml/2006/main">
          <a:r>
            <a:rPr sz="1000"/>
            <a:t>08.02.21</a:t>
          </a:r>
        </a:p>
      </dgm:t>
    </dgm:pt>
    <dgm:pt modelId="{52898DD8-2B6A-4B02-9294-7C6DA5D44B0C}" type="parTrans" cxnId="{CD89D0ED-7194-4CE4-8FD7-0E797FD10A7D}">
      <dgm:t>
        <a:bodyPr xmlns:a="http://schemas.openxmlformats.org/drawingml/2006/main"/>
        <a:lstStyle xmlns:a="http://schemas.openxmlformats.org/drawingml/2006/main"/>
        <a:p xmlns:a="http://schemas.openxmlformats.org/drawingml/2006/main">
          <a:endParaRPr/>
        </a:p>
      </dgm:t>
    </dgm:pt>
    <dgm:pt modelId="{CF3F3B4E-C89D-4F77-A591-09B0FC6A33B0}" type="sibTrans" cxnId="{CD89D0ED-7194-4CE4-8FD7-0E797FD10A7D}">
      <dgm:t>
        <a:bodyPr xmlns:a="http://schemas.openxmlformats.org/drawingml/2006/main"/>
        <a:lstStyle xmlns:a="http://schemas.openxmlformats.org/drawingml/2006/main"/>
        <a:p xmlns:a="http://schemas.openxmlformats.org/drawingml/2006/main">
          <a:endParaRPr/>
        </a:p>
      </dgm:t>
    </dgm:pt>
    <dgm:pt modelId="{522ADEF4-6DBF-4986-B7DE-750938FB5A86}">
      <dgm:t>
        <a:bodyPr xmlns:a="http://schemas.openxmlformats.org/drawingml/2006/main"/>
        <a:lstStyle xmlns:a="http://schemas.openxmlformats.org/drawingml/2006/main"/>
        <a:p xmlns:a="http://schemas.openxmlformats.org/drawingml/2006/main">
          <a:endParaRPr sz="1000"/>
        </a:p>
      </dgm:t>
    </dgm:pt>
    <dgm:pt modelId="{325ACF43-F237-467D-AADB-410F63CAB6B7}" type="parTrans" cxnId="{CB3921F4-EB9B-4EFC-9B30-E3AD5550DF13}">
      <dgm:t>
        <a:bodyPr xmlns:a="http://schemas.openxmlformats.org/drawingml/2006/main"/>
        <a:lstStyle xmlns:a="http://schemas.openxmlformats.org/drawingml/2006/main"/>
        <a:p xmlns:a="http://schemas.openxmlformats.org/drawingml/2006/main">
          <a:endParaRPr/>
        </a:p>
      </dgm:t>
    </dgm:pt>
    <dgm:pt modelId="{4CA1DE27-8FF6-4D31-9434-CF5EC38E05EF}" type="sibTrans" cxnId="{CB3921F4-EB9B-4EFC-9B30-E3AD5550DF13}">
      <dgm:t>
        <a:bodyPr xmlns:a="http://schemas.openxmlformats.org/drawingml/2006/main"/>
        <a:lstStyle xmlns:a="http://schemas.openxmlformats.org/drawingml/2006/main"/>
        <a:p xmlns:a="http://schemas.openxmlformats.org/drawingml/2006/main">
          <a:endParaRPr/>
        </a:p>
      </dgm:t>
    </dgm:pt>
    <dgm:pt modelId="{AD24D509-ADC0-4BB1-A6F5-F4AD1F6CF713}">
      <dgm:t>
        <a:bodyPr xmlns:a="http://schemas.openxmlformats.org/drawingml/2006/main"/>
        <a:lstStyle xmlns:a="http://schemas.openxmlformats.org/drawingml/2006/main"/>
        <a:p xmlns:a="http://schemas.openxmlformats.org/drawingml/2006/main">
          <a:r>
            <a:rPr sz="1000"/>
            <a:t>215</a:t>
          </a:r>
        </a:p>
      </dgm:t>
    </dgm:pt>
    <dgm:pt modelId="{180F5E74-CC30-460D-BE36-D27481F34090}" type="parTrans" cxnId="{4BED95B0-4E35-4201-BBD7-DBED8472E402}">
      <dgm:t>
        <a:bodyPr xmlns:a="http://schemas.openxmlformats.org/drawingml/2006/main"/>
        <a:lstStyle xmlns:a="http://schemas.openxmlformats.org/drawingml/2006/main"/>
        <a:p xmlns:a="http://schemas.openxmlformats.org/drawingml/2006/main">
          <a:endParaRPr/>
        </a:p>
      </dgm:t>
    </dgm:pt>
    <dgm:pt modelId="{037B07C8-D368-46AA-B8F1-5471BEA4CD77}" type="sibTrans" cxnId="{4BED95B0-4E35-4201-BBD7-DBED8472E402}">
      <dgm:t>
        <a:bodyPr xmlns:a="http://schemas.openxmlformats.org/drawingml/2006/main"/>
        <a:lstStyle xmlns:a="http://schemas.openxmlformats.org/drawingml/2006/main"/>
        <a:p xmlns:a="http://schemas.openxmlformats.org/drawingml/2006/main">
          <a:endParaRPr/>
        </a:p>
      </dgm:t>
    </dgm:pt>
    <dgm:pt modelId="{C5642FDD-8630-454B-B236-2F5B1BA23836}">
      <dgm:t>
        <a:bodyPr xmlns:a="http://schemas.openxmlformats.org/drawingml/2006/main"/>
        <a:lstStyle xmlns:a="http://schemas.openxmlformats.org/drawingml/2006/main"/>
        <a:p xmlns:a="http://schemas.openxmlformats.org/drawingml/2006/main">
          <a:r>
            <a:rPr sz="1000" b="0" i="0">
              <a:solidFill>
                <a:prstClr val="black">
                  <a:lumOff val="0"/>
                </a:prstClr>
              </a:solidFill>
              <a:latin typeface="Arial"/>
              <a:ea typeface="Arial"/>
              <a:cs typeface="Arial"/>
            </a:rPr>
            <a:t>25113</a:t>
          </a:r>
          <a:endParaRPr sz="1000"/>
        </a:p>
      </dgm:t>
    </dgm:pt>
    <dgm:pt modelId="{A40A17E9-A3D0-4F45-9012-F35C8887E19C}" type="parTrans" cxnId="{20459DE9-DDD2-4DF8-B56A-A7E876C13DC5}">
      <dgm:t>
        <a:bodyPr xmlns:a="http://schemas.openxmlformats.org/drawingml/2006/main"/>
        <a:lstStyle xmlns:a="http://schemas.openxmlformats.org/drawingml/2006/main"/>
        <a:p xmlns:a="http://schemas.openxmlformats.org/drawingml/2006/main">
          <a:endParaRPr/>
        </a:p>
      </dgm:t>
    </dgm:pt>
    <dgm:pt modelId="{CFF621CB-FEDE-4022-B641-F15572B9C358}" type="sibTrans" cxnId="{20459DE9-DDD2-4DF8-B56A-A7E876C13DC5}">
      <dgm:t>
        <a:bodyPr xmlns:a="http://schemas.openxmlformats.org/drawingml/2006/main"/>
        <a:lstStyle xmlns:a="http://schemas.openxmlformats.org/drawingml/2006/main"/>
        <a:p xmlns:a="http://schemas.openxmlformats.org/drawingml/2006/main">
          <a:endParaRPr/>
        </a:p>
      </dgm:t>
    </dgm:pt>
    <dgm:pt modelId="{DC01D69E-19B1-4180-BBB6-6663E117D15A}">
      <dgm:t>
        <a:bodyPr xmlns:a="http://schemas.openxmlformats.org/drawingml/2006/main"/>
        <a:lstStyle xmlns:a="http://schemas.openxmlformats.org/drawingml/2006/main"/>
        <a:p xmlns:a="http://schemas.openxmlformats.org/drawingml/2006/main">
          <a:endParaRPr sz="1000" b="0" i="0" kern="1200">
            <a:solidFill>
              <a:prstClr val="black">
                <a:lumOff val="0"/>
              </a:prstClr>
            </a:solidFill>
            <a:latin typeface="Arial"/>
            <a:ea typeface="Arial"/>
            <a:cs typeface="Arial"/>
          </a:endParaRPr>
        </a:p>
      </dgm:t>
    </dgm:pt>
    <dgm:pt modelId="{C9BC792D-F325-449B-9878-9548C07F6CFA}" type="parTrans" cxnId="{930F6224-3DB2-46A9-8B0E-8E2652D039B4}">
      <dgm:t>
        <a:bodyPr xmlns:a="http://schemas.openxmlformats.org/drawingml/2006/main"/>
        <a:lstStyle xmlns:a="http://schemas.openxmlformats.org/drawingml/2006/main"/>
        <a:p xmlns:a="http://schemas.openxmlformats.org/drawingml/2006/main">
          <a:endParaRPr/>
        </a:p>
      </dgm:t>
    </dgm:pt>
    <dgm:pt modelId="{9A12276F-D06B-4A72-9280-2E248AE278C5}" type="sibTrans" cxnId="{930F6224-3DB2-46A9-8B0E-8E2652D039B4}">
      <dgm:t>
        <a:bodyPr xmlns:a="http://schemas.openxmlformats.org/drawingml/2006/main"/>
        <a:lstStyle xmlns:a="http://schemas.openxmlformats.org/drawingml/2006/main"/>
        <a:p xmlns:a="http://schemas.openxmlformats.org/drawingml/2006/main">
          <a:endParaRPr/>
        </a:p>
      </dgm:t>
    </dgm:pt>
    <dgm:pt modelId="{D0B6909D-1CD6-4B3D-BE61-2A0B1539D902}">
      <dgm:t>
        <a:bodyPr xmlns:a="http://schemas.openxmlformats.org/drawingml/2006/main"/>
        <a:lstStyle xmlns:a="http://schemas.openxmlformats.org/drawingml/2006/main"/>
        <a:p xmlns:a="http://schemas.openxmlformats.org/drawingml/2006/main">
          <a:r>
            <a:rPr sz="1000"/>
            <a:t>29.02.21</a:t>
          </a:r>
        </a:p>
      </dgm:t>
    </dgm:pt>
    <dgm:pt modelId="{9F4826FC-3AB7-4C3F-BCD3-37B21D2CC952}" type="parTrans" cxnId="{3888BB9F-DB54-4414-B3FA-89695FF33E97}">
      <dgm:t>
        <a:bodyPr xmlns:a="http://schemas.openxmlformats.org/drawingml/2006/main"/>
        <a:lstStyle xmlns:a="http://schemas.openxmlformats.org/drawingml/2006/main"/>
        <a:p xmlns:a="http://schemas.openxmlformats.org/drawingml/2006/main">
          <a:endParaRPr/>
        </a:p>
      </dgm:t>
    </dgm:pt>
    <dgm:pt modelId="{8BB1A0F9-7540-4798-9787-EEEC742160F8}" type="sibTrans" cxnId="{3888BB9F-DB54-4414-B3FA-89695FF33E97}">
      <dgm:t>
        <a:bodyPr xmlns:a="http://schemas.openxmlformats.org/drawingml/2006/main"/>
        <a:lstStyle xmlns:a="http://schemas.openxmlformats.org/drawingml/2006/main"/>
        <a:p xmlns:a="http://schemas.openxmlformats.org/drawingml/2006/main">
          <a:endParaRPr/>
        </a:p>
      </dgm:t>
    </dgm:pt>
    <dgm:pt modelId="{6AA2C9C3-016E-44B5-80CC-1482438B40B2}">
      <dgm:t>
        <a:bodyPr xmlns:a="http://schemas.openxmlformats.org/drawingml/2006/main"/>
        <a:lstStyle xmlns:a="http://schemas.openxmlformats.org/drawingml/2006/main"/>
        <a:p xmlns:a="http://schemas.openxmlformats.org/drawingml/2006/main">
          <a:r>
            <a:rPr sz="1000"/>
            <a:t>402</a:t>
          </a:r>
        </a:p>
      </dgm:t>
    </dgm:pt>
    <dgm:pt modelId="{6FB082FE-0388-4CE0-B452-A8B897BD5DBA}" type="parTrans" cxnId="{50F08A82-380D-4D6C-BD5A-F1EB3C1AA454}">
      <dgm:t>
        <a:bodyPr xmlns:a="http://schemas.openxmlformats.org/drawingml/2006/main"/>
        <a:lstStyle xmlns:a="http://schemas.openxmlformats.org/drawingml/2006/main"/>
        <a:p xmlns:a="http://schemas.openxmlformats.org/drawingml/2006/main">
          <a:endParaRPr/>
        </a:p>
      </dgm:t>
    </dgm:pt>
    <dgm:pt modelId="{A0EA4472-44E4-4EB4-B85B-1FF9269AE9F1}" type="sibTrans" cxnId="{50F08A82-380D-4D6C-BD5A-F1EB3C1AA454}">
      <dgm:t>
        <a:bodyPr xmlns:a="http://schemas.openxmlformats.org/drawingml/2006/main"/>
        <a:lstStyle xmlns:a="http://schemas.openxmlformats.org/drawingml/2006/main"/>
        <a:p xmlns:a="http://schemas.openxmlformats.org/drawingml/2006/main">
          <a:endParaRPr/>
        </a:p>
      </dgm:t>
    </dgm:pt>
    <dgm:pt modelId="{6AEF1E04-4297-4745-83F0-E675130B4838}">
      <dgm:t>
        <a:bodyPr xmlns:a="http://schemas.openxmlformats.org/drawingml/2006/main"/>
        <a:lstStyle xmlns:a="http://schemas.openxmlformats.org/drawingml/2006/main"/>
        <a:p xmlns:a="http://schemas.openxmlformats.org/drawingml/2006/main">
          <a:r>
            <a:rPr sz="1000"/>
            <a:t>42021</a:t>
          </a:r>
        </a:p>
      </dgm:t>
    </dgm:pt>
    <dgm:pt modelId="{5BD66457-008D-40B5-B481-8F72CB457A57}" type="parTrans" cxnId="{95A866DF-F1B8-449C-9BE2-C4F082EF3B87}">
      <dgm:t>
        <a:bodyPr xmlns:a="http://schemas.openxmlformats.org/drawingml/2006/main"/>
        <a:lstStyle xmlns:a="http://schemas.openxmlformats.org/drawingml/2006/main"/>
        <a:p xmlns:a="http://schemas.openxmlformats.org/drawingml/2006/main">
          <a:endParaRPr/>
        </a:p>
      </dgm:t>
    </dgm:pt>
    <dgm:pt modelId="{475286D2-E3E4-400B-AF0E-A087F61A3DAD}" type="sibTrans" cxnId="{95A866DF-F1B8-449C-9BE2-C4F082EF3B87}">
      <dgm:t>
        <a:bodyPr xmlns:a="http://schemas.openxmlformats.org/drawingml/2006/main"/>
        <a:lstStyle xmlns:a="http://schemas.openxmlformats.org/drawingml/2006/main"/>
        <a:p xmlns:a="http://schemas.openxmlformats.org/drawingml/2006/main">
          <a:endParaRPr/>
        </a:p>
      </dgm:t>
    </dgm:pt>
    <dgm:pt modelId="{F6779B80-B5ED-4B41-A15D-2B64BEECFCAC}">
      <dgm:t>
        <a:bodyPr xmlns:a="http://schemas.openxmlformats.org/drawingml/2006/main"/>
        <a:lstStyle xmlns:a="http://schemas.openxmlformats.org/drawingml/2006/main"/>
        <a:p xmlns:a="http://schemas.openxmlformats.org/drawingml/2006/main">
          <a:r>
            <a:rPr sz="1000" b="0" i="0">
              <a:solidFill>
                <a:prstClr val="black">
                  <a:lumOff val="0"/>
                </a:prstClr>
              </a:solidFill>
              <a:latin typeface="Arial"/>
              <a:ea typeface="Arial"/>
              <a:cs typeface="Arial"/>
            </a:rPr>
            <a:t>C34</a:t>
          </a:r>
        </a:p>
      </dgm:t>
    </dgm:pt>
    <dgm:pt modelId="{0043E6F0-3336-4FD8-8C2B-4CCD6ABAC179}" type="parTrans" cxnId="{9600B238-F1B8-43A4-A9C5-4BB01C511953}">
      <dgm:t>
        <a:bodyPr xmlns:a="http://schemas.openxmlformats.org/drawingml/2006/main"/>
        <a:lstStyle xmlns:a="http://schemas.openxmlformats.org/drawingml/2006/main"/>
        <a:p xmlns:a="http://schemas.openxmlformats.org/drawingml/2006/main">
          <a:endParaRPr/>
        </a:p>
      </dgm:t>
    </dgm:pt>
    <dgm:pt modelId="{ED5EAFE6-B9DB-4E00-A6C3-2AB81AEA5065}" type="sibTrans" cxnId="{9600B238-F1B8-43A4-A9C5-4BB01C511953}">
      <dgm:t>
        <a:bodyPr xmlns:a="http://schemas.openxmlformats.org/drawingml/2006/main"/>
        <a:lstStyle xmlns:a="http://schemas.openxmlformats.org/drawingml/2006/main"/>
        <a:p xmlns:a="http://schemas.openxmlformats.org/drawingml/2006/main">
          <a:endParaRPr/>
        </a:p>
      </dgm:t>
    </dgm:pt>
    <dgm:pt modelId="{72F5FC9C-546B-43CB-8370-4A0FE0A90650}">
      <dgm:t>
        <a:bodyPr xmlns:a="http://schemas.openxmlformats.org/drawingml/2006/main"/>
        <a:lstStyle xmlns:a="http://schemas.openxmlformats.org/drawingml/2006/main"/>
        <a:p xmlns:a="http://schemas.openxmlformats.org/drawingml/2006/main">
          <a:endParaRPr/>
        </a:p>
      </dgm:t>
    </dgm:pt>
    <dgm:pt modelId="{A2CB1BA0-9491-4E6A-8654-9E033B5498A4}" type="parTrans" cxnId="{1F52B16F-7155-46DF-A178-490B75A5C46E}">
      <dgm:t>
        <a:bodyPr xmlns:a="http://schemas.openxmlformats.org/drawingml/2006/main"/>
        <a:lstStyle xmlns:a="http://schemas.openxmlformats.org/drawingml/2006/main"/>
        <a:p xmlns:a="http://schemas.openxmlformats.org/drawingml/2006/main">
          <a:endParaRPr/>
        </a:p>
      </dgm:t>
    </dgm:pt>
    <dgm:pt modelId="{8726644D-A31E-40B1-90CF-EA5E62D02AF4}" type="sibTrans" cxnId="{1F52B16F-7155-46DF-A178-490B75A5C46E}">
      <dgm:t>
        <a:bodyPr xmlns:a="http://schemas.openxmlformats.org/drawingml/2006/main"/>
        <a:lstStyle xmlns:a="http://schemas.openxmlformats.org/drawingml/2006/main"/>
        <a:p xmlns:a="http://schemas.openxmlformats.org/drawingml/2006/main">
          <a:endParaRPr/>
        </a:p>
      </dgm:t>
    </dgm:pt>
    <dgm:pt modelId="{CD385FD7-A7A2-4FDB-9057-F0CE39F103F7}">
      <dgm:t>
        <a:bodyPr xmlns:a="http://schemas.openxmlformats.org/drawingml/2006/main"/>
        <a:lstStyle xmlns:a="http://schemas.openxmlformats.org/drawingml/2006/main"/>
        <a:p xmlns:a="http://schemas.openxmlformats.org/drawingml/2006/main">
          <a:r>
            <a:rPr sz="1000" kern="1200"/>
            <a:t>16.02.21</a:t>
          </a:r>
          <a:endParaRPr sz="1000" b="0" i="0" kern="1200">
            <a:solidFill>
              <a:prstClr val="black">
                <a:lumOff val="0"/>
              </a:prstClr>
            </a:solidFill>
            <a:latin typeface="Arial"/>
            <a:ea typeface="Arial"/>
            <a:cs typeface="Arial"/>
          </a:endParaRPr>
        </a:p>
      </dgm:t>
    </dgm:pt>
    <dgm:pt modelId="{10B05F6C-8B76-4A02-88A3-A2F6832CF655}" type="parTrans" cxnId="{BF6EE558-D080-43EE-A39B-44C6B46D7F37}">
      <dgm:t>
        <a:bodyPr xmlns:a="http://schemas.openxmlformats.org/drawingml/2006/main"/>
        <a:lstStyle xmlns:a="http://schemas.openxmlformats.org/drawingml/2006/main"/>
        <a:p xmlns:a="http://schemas.openxmlformats.org/drawingml/2006/main">
          <a:endParaRPr/>
        </a:p>
      </dgm:t>
    </dgm:pt>
    <dgm:pt modelId="{C3495A9D-3879-435D-957C-4957F9F6C3E4}" type="sibTrans" cxnId="{BF6EE558-D080-43EE-A39B-44C6B46D7F37}">
      <dgm:t>
        <a:bodyPr xmlns:a="http://schemas.openxmlformats.org/drawingml/2006/main"/>
        <a:lstStyle xmlns:a="http://schemas.openxmlformats.org/drawingml/2006/main"/>
        <a:p xmlns:a="http://schemas.openxmlformats.org/drawingml/2006/main">
          <a:endParaRPr/>
        </a:p>
      </dgm:t>
    </dgm:pt>
    <dgm:pt modelId="{9F8FE71E-441F-4974-A73C-FBE1957C2093}">
      <dgm:t>
        <a:bodyPr xmlns:a="http://schemas.openxmlformats.org/drawingml/2006/main"/>
        <a:lstStyle xmlns:a="http://schemas.openxmlformats.org/drawingml/2006/main"/>
        <a:p xmlns:a="http://schemas.openxmlformats.org/drawingml/2006/main">
          <a:r>
            <a:rPr/>
            <a:t>402</a:t>
          </a:r>
        </a:p>
      </dgm:t>
    </dgm:pt>
    <dgm:pt modelId="{97D1BEBC-B4CF-474E-8DBF-A508063DC259}" type="parTrans" cxnId="{79685799-0940-414F-91D0-E958AAD0699A}">
      <dgm:t>
        <a:bodyPr xmlns:a="http://schemas.openxmlformats.org/drawingml/2006/main"/>
        <a:lstStyle xmlns:a="http://schemas.openxmlformats.org/drawingml/2006/main"/>
        <a:p xmlns:a="http://schemas.openxmlformats.org/drawingml/2006/main">
          <a:endParaRPr/>
        </a:p>
      </dgm:t>
    </dgm:pt>
    <dgm:pt modelId="{1663C4CB-8B18-40E1-AF4C-5AD3FD472955}" type="sibTrans" cxnId="{79685799-0940-414F-91D0-E958AAD0699A}">
      <dgm:t>
        <a:bodyPr xmlns:a="http://schemas.openxmlformats.org/drawingml/2006/main"/>
        <a:lstStyle xmlns:a="http://schemas.openxmlformats.org/drawingml/2006/main"/>
        <a:p xmlns:a="http://schemas.openxmlformats.org/drawingml/2006/main">
          <a:endParaRPr/>
        </a:p>
      </dgm:t>
    </dgm:pt>
    <dgm:pt modelId="{D43193E8-9E87-41ED-BFF4-8A0F21B61F25}">
      <dgm:t>
        <a:bodyPr xmlns:a="http://schemas.openxmlformats.org/drawingml/2006/main"/>
        <a:lstStyle xmlns:a="http://schemas.openxmlformats.org/drawingml/2006/main"/>
        <a:p xmlns:a="http://schemas.openxmlformats.org/drawingml/2006/main">
          <a:endParaRPr/>
        </a:p>
      </dgm:t>
    </dgm:pt>
    <dgm:pt modelId="{74020052-6959-45A5-84CE-645C2AF18D00}" type="parTrans" cxnId="{744ADF39-E227-4401-81BC-973F5161CC07}">
      <dgm:t>
        <a:bodyPr xmlns:a="http://schemas.openxmlformats.org/drawingml/2006/main"/>
        <a:lstStyle xmlns:a="http://schemas.openxmlformats.org/drawingml/2006/main"/>
        <a:p xmlns:a="http://schemas.openxmlformats.org/drawingml/2006/main">
          <a:endParaRPr/>
        </a:p>
      </dgm:t>
    </dgm:pt>
    <dgm:pt modelId="{6263E4BB-5A4C-4B19-9D56-7949E458A822}" type="sibTrans" cxnId="{744ADF39-E227-4401-81BC-973F5161CC07}">
      <dgm:t>
        <a:bodyPr xmlns:a="http://schemas.openxmlformats.org/drawingml/2006/main"/>
        <a:lstStyle xmlns:a="http://schemas.openxmlformats.org/drawingml/2006/main"/>
        <a:p xmlns:a="http://schemas.openxmlformats.org/drawingml/2006/main">
          <a:endParaRPr/>
        </a:p>
      </dgm:t>
    </dgm:pt>
    <dgm:pt modelId="{D576CEB7-0C87-4B53-B390-FFC3EA062FFA}">
      <dgm:t>
        <a:bodyPr xmlns:a="http://schemas.openxmlformats.org/drawingml/2006/main"/>
        <a:lstStyle xmlns:a="http://schemas.openxmlformats.org/drawingml/2006/main"/>
        <a:p xmlns:a="http://schemas.openxmlformats.org/drawingml/2006/main">
          <a:r>
            <a:rPr/>
            <a:t>42021</a:t>
          </a:r>
        </a:p>
      </dgm:t>
    </dgm:pt>
    <dgm:pt modelId="{846C0BC2-68F1-42E2-B505-A78FF150EF9E}" type="parTrans" cxnId="{5A4BCFD0-46C4-4E7B-8BD0-86EC1E3B6413}">
      <dgm:t>
        <a:bodyPr xmlns:a="http://schemas.openxmlformats.org/drawingml/2006/main"/>
        <a:lstStyle xmlns:a="http://schemas.openxmlformats.org/drawingml/2006/main"/>
        <a:p xmlns:a="http://schemas.openxmlformats.org/drawingml/2006/main">
          <a:endParaRPr/>
        </a:p>
      </dgm:t>
    </dgm:pt>
    <dgm:pt modelId="{47B055FD-3C34-49F7-A344-3ADBDF0E7F40}" type="sibTrans" cxnId="{5A4BCFD0-46C4-4E7B-8BD0-86EC1E3B6413}">
      <dgm:t>
        <a:bodyPr xmlns:a="http://schemas.openxmlformats.org/drawingml/2006/main"/>
        <a:lstStyle xmlns:a="http://schemas.openxmlformats.org/drawingml/2006/main"/>
        <a:p xmlns:a="http://schemas.openxmlformats.org/drawingml/2006/main">
          <a:endParaRPr/>
        </a:p>
      </dgm:t>
    </dgm:pt>
    <dgm:pt modelId="{2D530F96-9DEC-4C7A-BD0B-BFEE1DA95C24}">
      <dgm:t>
        <a:bodyPr xmlns:a="http://schemas.openxmlformats.org/drawingml/2006/main"/>
        <a:lstStyle xmlns:a="http://schemas.openxmlformats.org/drawingml/2006/main"/>
        <a:p xmlns:a="http://schemas.openxmlformats.org/drawingml/2006/main">
          <a:r>
            <a:rPr b="0" i="0">
              <a:solidFill>
                <a:prstClr val="black">
                  <a:lumOff val="0"/>
                </a:prstClr>
              </a:solidFill>
              <a:latin typeface="Arial"/>
              <a:ea typeface="Arial"/>
              <a:cs typeface="Arial"/>
            </a:rPr>
            <a:t>C34</a:t>
          </a:r>
        </a:p>
      </dgm:t>
    </dgm:pt>
    <dgm:pt modelId="{BD7A5F0C-E11D-4E9A-BD4D-EC653E95D34D}" type="parTrans" cxnId="{179D126D-EDE5-4F2B-B582-21AFEB95D328}">
      <dgm:t>
        <a:bodyPr xmlns:a="http://schemas.openxmlformats.org/drawingml/2006/main"/>
        <a:lstStyle xmlns:a="http://schemas.openxmlformats.org/drawingml/2006/main"/>
        <a:p xmlns:a="http://schemas.openxmlformats.org/drawingml/2006/main">
          <a:endParaRPr/>
        </a:p>
      </dgm:t>
    </dgm:pt>
    <dgm:pt modelId="{C77A6B26-4355-48DA-9A4F-BC2C411BCDBC}" type="sibTrans" cxnId="{179D126D-EDE5-4F2B-B582-21AFEB95D328}">
      <dgm:t>
        <a:bodyPr xmlns:a="http://schemas.openxmlformats.org/drawingml/2006/main"/>
        <a:lstStyle xmlns:a="http://schemas.openxmlformats.org/drawingml/2006/main"/>
        <a:p xmlns:a="http://schemas.openxmlformats.org/drawingml/2006/main">
          <a:endParaRPr/>
        </a:p>
      </dgm:t>
    </dgm:pt>
    <dgm:pt modelId="{28BF6206-1381-4D69-AA6E-8515BE03AF78}">
      <dgm:t>
        <a:bodyPr xmlns:a="http://schemas.openxmlformats.org/drawingml/2006/main"/>
        <a:lstStyle xmlns:a="http://schemas.openxmlformats.org/drawingml/2006/main"/>
        <a:p xmlns:a="http://schemas.openxmlformats.org/drawingml/2006/main">
          <a:endParaRPr sz="1000"/>
        </a:p>
      </dgm:t>
    </dgm:pt>
    <dgm:pt modelId="{F2A01B6A-D242-4BF2-9188-A64F30F3317C}" type="parTrans" cxnId="{D409F7E4-ED21-4223-9F40-C4F41ED4FB44}">
      <dgm:t>
        <a:bodyPr xmlns:a="http://schemas.openxmlformats.org/drawingml/2006/main"/>
        <a:lstStyle xmlns:a="http://schemas.openxmlformats.org/drawingml/2006/main"/>
        <a:p xmlns:a="http://schemas.openxmlformats.org/drawingml/2006/main">
          <a:endParaRPr/>
        </a:p>
      </dgm:t>
    </dgm:pt>
    <dgm:pt modelId="{CB72F436-1DE6-4B55-8CEA-2AC3A06A2A07}" type="sibTrans" cxnId="{D409F7E4-ED21-4223-9F40-C4F41ED4FB44}">
      <dgm:t>
        <a:bodyPr xmlns:a="http://schemas.openxmlformats.org/drawingml/2006/main"/>
        <a:lstStyle xmlns:a="http://schemas.openxmlformats.org/drawingml/2006/main"/>
        <a:p xmlns:a="http://schemas.openxmlformats.org/drawingml/2006/main">
          <a:endParaRPr/>
        </a:p>
      </dgm:t>
    </dgm:pt>
    <dgm:pt modelId="{A39F824D-DA0E-4B10-B806-9D0B13D6AF85}" type="pres"/>
    <dgm:pt modelId="{C5440890-5B86-4560-B2E8-CA07D3EAE4C6}" type="pres"/>
    <dgm:pt modelId="{7D8C0165-8CF5-4EDA-8DDA-5F621ADE5FC0}" type="pres"/>
    <dgm:pt modelId="{EAAC466D-AE2A-400E-BDF0-21869D618D2F}" type="pres"/>
    <dgm:pt modelId="{594EE379-E8A1-442E-8E5F-8FD74EDD9998}" type="pres"/>
    <dgm:pt modelId="{D390D287-19F0-4FC1-A368-11595F44A201}" type="pres"/>
    <dgm:pt modelId="{72799642-E155-420F-BA23-EF854343FCF8}" type="pres"/>
    <dgm:pt modelId="{67F3D148-F61D-4A08-BC1B-FED139F94408}" type="pres"/>
    <dgm:pt modelId="{705F21E3-7297-4BAE-B805-8CB9FDCA848C}" type="pres"/>
    <dgm:pt modelId="{5E60D0B5-1189-4F8E-824A-43077D6716A9}" type="pres"/>
    <dgm:pt modelId="{ABBEABD2-B219-4763-BE2A-0A6564CF8A43}" type="pres"/>
    <dgm:pt modelId="{788FD934-1AEB-4154-B5E2-027D49610EF9}" type="pres"/>
    <dgm:pt modelId="{A5255148-C757-4E4E-B5D9-EE4ADA656CB2}" type="pres"/>
    <dgm:pt modelId="{58946E0E-3005-41F3-A9A8-765C6CFB4BA3}" type="pres"/>
    <dgm:pt modelId="{15FE2064-6A62-493A-8CB2-CAE041EBF2C5}" type="pres"/>
    <dgm:pt modelId="{42D42AC4-B5B4-47E0-8D52-427B432ACD28}" type="pres"/>
    <dgm:pt modelId="{5AD7C3BB-D817-49A7-8534-1105307029F4}" type="pres"/>
    <dgm:pt modelId="{C484793F-210E-45FE-9C3F-E02AA4BBA36C}" type="pres"/>
    <dgm:pt modelId="{A4B4D10A-AFA2-4B84-B96E-700D6C03BAE4}" type="pres"/>
    <dgm:pt modelId="{CA19D20D-FA4C-4CC2-B1C2-C1FBD52F5A2B}" type="pres"/>
    <dgm:pt modelId="{D79C07D4-9695-4F55-AB90-73E2D2677448}" type="pres"/>
    <dgm:pt modelId="{3C9091D0-80D6-4BD3-ABE8-E6B79A7C1ED7}" type="pres"/>
    <dgm:pt modelId="{0EFCCDBC-763E-4A9E-9015-E7E9567B5BDD}" type="pres"/>
    <dgm:pt modelId="{F29AF77C-A86D-49BF-84C9-15BAB8993993}" type="pres"/>
    <dgm:pt modelId="{22DF1149-06BC-4D7D-96D7-C1C3A718ABC4}" type="pres"/>
    <dgm:pt modelId="{492D384C-E2FF-400A-9F40-B385CA79A19E}" type="pres"/>
    <dgm:pt modelId="{CE3372D5-B9EC-465A-BC94-9962AF4B37D4}" type="pres"/>
    <dgm:pt modelId="{9F2FED30-94DF-48CE-886D-480756FEBE56}" type="pres"/>
    <dgm:pt modelId="{D5E9BCFD-9C7D-4926-977E-D7F5324E07C7}" type="pres"/>
    <dgm:pt modelId="{D073D02E-D97B-4092-8AA2-0B087AAB0380}" type="pres"/>
    <dgm:pt modelId="{C984C80D-D11E-4BB0-AEA5-195DAB73BFD9}" type="pres"/>
    <dgm:pt modelId="{F474F45F-F54B-4F0F-B2EF-61DE78A37B1B}" type="pres"/>
    <dgm:pt modelId="{AE25A1FA-5F6B-4DFF-A100-B9B268859B80}" type="pres"/>
    <dgm:pt modelId="{782101EE-E79A-45EE-9873-60FA157233AD}" type="pres"/>
    <dgm:pt modelId="{A8CF7310-F471-4A31-B9AD-2318FDE4501E}" type="pres"/>
    <dgm:pt modelId="{C8C5F1D0-4029-434E-8B01-4370E5DB1EE2}" type="pres"/>
    <dgm:pt modelId="{FBA8A35E-193A-4142-BC70-291F784304CF}" type="pres"/>
    <dgm:pt modelId="{5DCEDFAE-929F-412D-AE0C-43AC4C808708}" type="pres"/>
    <dgm:pt modelId="{E9CD9C99-9606-4F87-8D40-CA5317384CD1}" type="pres"/>
    <dgm:pt modelId="{5DF6FE59-4BED-492C-B0AC-33A9F5820043}" type="pres"/>
    <dgm:pt modelId="{4D47C532-6FC3-487E-A270-26D9CE6C011E}" type="pres"/>
    <dgm:pt modelId="{AB313782-B540-424A-AE61-54B2A48A5C59}" type="pres"/>
    <dgm:pt modelId="{3B283216-63B0-4D75-8FD2-4EDC0EB8CD82}" type="pres"/>
    <dgm:pt modelId="{13EE2396-4D21-4FCA-85ED-1CA9B57A4C17}" type="pres"/>
    <dgm:pt modelId="{714617BB-E6AA-413E-A616-1E2ECCFDC5E0}" type="pres"/>
    <dgm:pt modelId="{E284AEE5-5C45-4E43-9229-F590A544F0FA}" type="pres"/>
    <dgm:pt modelId="{A242FCA2-4F9C-4A29-8E45-ED99B3435DEA}" type="pres"/>
    <dgm:pt modelId="{ECAAC9C4-C41E-46B1-BD2C-59B5B73832E6}" type="pres"/>
    <dgm:pt modelId="{7BDBEA34-E3A9-4486-ACAC-4AFA7DBEDE61}" type="pres"/>
    <dgm:pt modelId="{46D96940-B209-4EC4-A962-04D88035E09D}" type="pres"/>
    <dgm:pt modelId="{E10B6286-2DB3-4DFE-A967-CAF2822AA29A}" type="pres"/>
    <dgm:pt modelId="{FBE2F9B1-DA0E-457E-83E6-3838A0A719AD}" type="pres"/>
    <dgm:pt modelId="{3A8CD15B-9330-44AA-B8D3-A9DFC28DEA83}" type="pres"/>
    <dgm:pt modelId="{636D0AF8-FCC4-4424-9D16-384566946B97}" type="pres"/>
    <dgm:pt modelId="{74A96415-7A5A-4016-92CB-4C9BED6C316C}" type="pres"/>
    <dgm:pt modelId="{F7DCC7AF-0086-429A-8AE9-47A03D47F528}" type="pres"/>
    <dgm:pt modelId="{3366BC86-424E-4603-A848-19FA36EC5729}" type="pres"/>
    <dgm:pt modelId="{B3DD72CD-C443-47A2-9428-BFBDCF99727C}" type="pres"/>
    <dgm:pt modelId="{A77C3DF6-FE43-43F5-A9A9-44F5B087E8EB}" type="pres"/>
    <dgm:pt modelId="{4F821EED-16DB-4B2C-B73F-81CC3330AA1A}" type="pres"/>
    <dgm:pt modelId="{485A3519-687E-45E7-B914-95FFC969308E}" type="pres"/>
    <dgm:pt modelId="{BA81338E-89C8-4EF4-8EA7-8EDE1FF47D8F}" type="pres"/>
    <dgm:pt modelId="{1F265D7B-C46D-4F1B-81EC-2321BE131015}" type="pres"/>
    <dgm:pt modelId="{1F999499-AC9B-4F51-A784-FEFD763EB233}" type="pres"/>
    <dgm:pt modelId="{83A538B8-6071-42B8-B8FA-32FE989DC2FB}" type="pres"/>
    <dgm:pt modelId="{950B9138-70E6-443D-B04A-3CB0DA31B45A}" type="pres"/>
    <dgm:pt modelId="{FEA0849B-01B9-43ED-9C99-45876BFCA903}" type="pres"/>
    <dgm:pt modelId="{F6F4C245-1370-4A57-A29B-5CEFD5747614}" type="pres"/>
    <dgm:pt modelId="{8E9D2C41-C4C5-4733-8275-E26F2B9F4F14}" type="pres"/>
    <dgm:pt modelId="{1ED80B78-35A5-4F58-9252-C86D690B0E3A}" type="pres"/>
    <dgm:pt modelId="{F94C6BF0-32FB-4555-BFE7-0F91B8A997B0}" type="pres"/>
    <dgm:pt modelId="{800F1370-4924-42DF-841E-B265663C531D}" type="pres"/>
    <dgm:pt modelId="{0D9E7A51-B030-49AF-95A3-E3391500FF1F}" type="pres"/>
    <dgm:pt modelId="{C0AD2A1A-88B3-4EDB-811C-F1B46C2999BC}" type="pres"/>
    <dgm:pt modelId="{19B39755-BF78-4349-B865-A35E073A31B0}" type="pres"/>
    <dgm:pt modelId="{B971BA54-1C6B-4DD1-97E6-B31EDA8AE2E5}" type="pres"/>
    <dgm:pt modelId="{D4DF0EEB-1E7D-4403-A6FC-7DC4091F8F38}" type="pres"/>
    <dgm:pt modelId="{BD51B905-B96B-4EDE-8906-3F68C88D901D}" type="pres"/>
    <dgm:pt modelId="{C95A60B3-75EC-47F3-877D-2F86B84FC46D}" type="pres"/>
    <dgm:pt modelId="{D9F65EC3-47BE-43C4-86F6-3DF13257C6CF}" type="pres"/>
    <dgm:pt modelId="{492D0EA1-6C90-4EB0-90B4-0DC92ECFC74B}" type="pres"/>
    <dgm:pt modelId="{EBEBEAA9-CD2C-4ED0-B1E3-9CDE5CB0C3CA}" type="pres"/>
    <dgm:pt modelId="{6C708EE2-69B9-4734-AA1C-B7D45930E3E1}" type="pres"/>
    <dgm:pt modelId="{E76B1B37-E229-4488-AC82-DBB78223AF0A}" type="pres"/>
    <dgm:pt modelId="{8A2CA70C-3AA0-4EF2-9B95-BBFFC7EAD6A2}" type="pres"/>
    <dgm:pt modelId="{04E83FB2-7AA5-4AA6-99E5-2E88FBBF1623}" type="pres"/>
    <dgm:pt modelId="{84E950E9-7466-4806-A845-ECCC7BDC44FF}" type="pres"/>
    <dgm:pt modelId="{4BB0129A-875D-43EB-84CB-6A941DFEC38D}" type="pres"/>
    <dgm:pt modelId="{691E76BF-CCB8-4AEB-94D3-DC87BF4A02D1}" type="pres"/>
    <dgm:pt modelId="{03708BC1-02A9-483A-9F77-30FE64518969}" type="pres"/>
    <dgm:pt modelId="{04BF8836-0D60-42C6-9A16-E84867E20447}" type="pres"/>
    <dgm:pt modelId="{4342E0E5-92AA-4734-B528-E05688B4E16F}" type="pres"/>
    <dgm:pt modelId="{A008D8BB-911A-4176-BDAD-BD98FAEA3C89}" type="pres"/>
    <dgm:pt modelId="{93F514F3-55B1-44E3-8B9E-97C6BAD43ED3}" type="pres"/>
    <dgm:pt modelId="{B3089A10-A958-484E-9549-7598DB311811}" type="pres"/>
    <dgm:pt modelId="{97678C73-81EC-4E1E-A7B6-FBA51F9D1DAF}" type="pres"/>
    <dgm:pt modelId="{9EC601C2-1BFC-4176-A6EB-C5F18A578116}" type="pres"/>
    <dgm:pt modelId="{A19E6FA2-A5E1-4BB3-BC1E-4455179C66AB}" type="pres"/>
    <dgm:pt modelId="{DBE0D947-D50E-4F25-B9B3-4E29491587AA}" type="pres"/>
    <dgm:pt modelId="{C292CD7B-F34E-433B-A509-7100601EA5F5}" type="pres"/>
    <dgm:pt modelId="{1E99E442-355B-4F1F-AB1D-30275155BDF6}" type="pres"/>
    <dgm:pt modelId="{38F3CABA-72DA-4055-9274-73BE788A2BA4}" type="pres"/>
    <dgm:pt modelId="{B9C218DF-F112-46DF-8BCF-4F503486ED8D}" type="pres"/>
    <dgm:pt modelId="{2BB124BB-8581-4A64-B56E-3B6E5C75907F}" type="pres"/>
    <dgm:pt modelId="{F7D2C472-AF87-4BD9-9F76-BF7E81276CEC}" type="pres"/>
    <dgm:pt modelId="{69FBF93D-DDBB-4ECD-88E5-3D463251D244}" type="pres"/>
    <dgm:pt modelId="{D65F31FF-0B0E-48B7-9AFA-5F8C009001E1}" type="pres"/>
    <dgm:pt modelId="{87F8ABD0-9218-469A-8570-60FC4E87CEB8}" type="pres"/>
    <dgm:pt modelId="{96D35DF6-7762-4908-AE91-1969ABB15E34}" type="pres"/>
    <dgm:pt modelId="{CA2BBBD3-824B-4852-A61D-F27A00A5CC02}" type="pres"/>
    <dgm:pt modelId="{80914A55-43A6-46A9-B52A-3CF0FEFC0005}" type="pres"/>
    <dgm:pt modelId="{98D1C11C-A83D-4D46-B300-0DE6D24CAE1C}" type="pres"/>
    <dgm:pt modelId="{E9E26418-17AC-43A7-90B5-EFE84627408E}" type="pres"/>
    <dgm:pt modelId="{2151E996-07B4-4B12-8B3C-FD851826CA6B}" type="pres"/>
    <dgm:pt modelId="{C10F8E35-A5FD-4AFE-B086-D288DA5DAC91}" type="pres"/>
    <dgm:pt modelId="{28F9A57D-A55F-4501-8EF3-5120F3C73C37}" type="pres"/>
    <dgm:pt modelId="{9518AFB2-A4FD-4792-BB4A-9D726DCEC3B0}" type="pres"/>
  </dgm:ptLst>
  <dgm:cxnLst>
    <dgm:cxn modelId="{32332003-29A2-463A-93A3-29175C7AB3A1}" type="presOf" srcId="{CD385FD7-A7A2-4FDB-9057-F0CE39F103F7}" destId="{93F514F3-55B1-44E3-8B9E-97C6BAD43ED3}" srcOrd="0" destOrd="0" presId="urn:microsoft.com/office/officeart/2005/8/layout/lProcess2"/>
    <dgm:cxn modelId="{EA672F03-04E6-4921-AF50-4838B611F7C9}" type="presOf" srcId="{8268D7EC-0AA7-4C3C-8F15-39FD0A5C1630}" destId="{E284AEE5-5C45-4E43-9229-F590A544F0FA}" srcOrd="0" destOrd="0" presId="urn:microsoft.com/office/officeart/2005/8/layout/lProcess2"/>
    <dgm:cxn modelId="{E9528A08-96F7-4E8C-AB9F-B27132BB69A3}" type="presOf" srcId="{F6779B80-B5ED-4B41-A15D-2B64BEECFCAC}" destId="{9518AFB2-A4FD-4792-BB4A-9D726DCEC3B0}" srcOrd="0" destOrd="0" presId="urn:microsoft.com/office/officeart/2005/8/layout/lProcess2"/>
    <dgm:cxn modelId="{FE069D08-2686-428A-98EB-9B546E78A958}" type="presOf" srcId="{9BC18E74-D379-4D34-A294-C7FB78E86F54}" destId="{FBA8A35E-193A-4142-BC70-291F784304CF}" srcOrd="0" destOrd="0" presId="urn:microsoft.com/office/officeart/2005/8/layout/lProcess2"/>
    <dgm:cxn modelId="{414FD80E-B967-4CEA-A8AD-A2D4AAF7860D}" type="presOf" srcId="{D43193E8-9E87-41ED-BFF4-8A0F21B61F25}" destId="{C292CD7B-F34E-433B-A509-7100601EA5F5}" srcOrd="0" destOrd="0" presId="urn:microsoft.com/office/officeart/2005/8/layout/lProcess2"/>
    <dgm:cxn modelId="{8CB42914-9A02-41BC-8213-7E05469510EC}" type="presOf" srcId="{484672E6-1509-42F5-BE6F-71274F3DD6F3}" destId="{3B283216-63B0-4D75-8FD2-4EDC0EB8CD82}" srcOrd="1" destOrd="0" presId="urn:microsoft.com/office/officeart/2005/8/layout/lProcess2"/>
    <dgm:cxn modelId="{93DC241A-F850-4E5D-BD7F-C239799D3533}" type="presOf" srcId="{7C47F915-EC40-4F31-81DE-D78714129B24}" destId="{A5255148-C757-4E4E-B5D9-EE4ADA656CB2}" srcOrd="0" destOrd="0" presId="urn:microsoft.com/office/officeart/2005/8/layout/lProcess2"/>
    <dgm:cxn modelId="{5102C11C-DA0E-4293-9174-927CAB32F44D}" type="presOf" srcId="{F3E4B496-4349-41CE-A486-6B565A5BCCEA}" destId="{7D8C0165-8CF5-4EDA-8DDA-5F621ADE5FC0}" srcOrd="0" destOrd="0" presId="urn:microsoft.com/office/officeart/2005/8/layout/lProcess2"/>
    <dgm:cxn modelId="{832B1E22-2E65-427F-866D-9D4A4C407C6D}" srcId="{484672E6-1509-42F5-BE6F-71274F3DD6F3}" destId="{93D56F5C-4913-4BF6-8326-99CB0B763F3B}" srcOrd="2" destOrd="0" parTransId="{5080BF22-F185-45EB-BA7B-E18EB09949DE}" sibTransId="{EFB6E1AC-42FF-42D9-B603-3020F4A49762}"/>
    <dgm:cxn modelId="{930F6224-3DB2-46A9-8B0E-8E2652D039B4}" srcId="{AE60E010-A498-4DBD-8A0F-30D2E434D358}" destId="{DC01D69E-19B1-4180-BBB6-6663E117D15A}" srcOrd="3" destOrd="0" parTransId="{C9BC792D-F325-449B-9878-9548C07F6CFA}" sibTransId="{9A12276F-D06B-4A72-9280-2E248AE278C5}"/>
    <dgm:cxn modelId="{299EB027-CC9E-4EDC-AE1B-13707A753F60}" type="presOf" srcId="{AD24D509-ADC0-4BB1-A6F5-F4AD1F6CF713}" destId="{8A2CA70C-3AA0-4EF2-9B95-BBFFC7EAD6A2}" srcOrd="0" destOrd="0" presId="urn:microsoft.com/office/officeart/2005/8/layout/lProcess2"/>
    <dgm:cxn modelId="{9410E329-F9B6-45F1-AB44-AA17CC3EABF9}" srcId="{83A761DE-31B1-40C0-BE14-617D1ACCEA10}" destId="{3E502B9C-9E18-4FAC-AED2-CE2A85D84BB0}" srcOrd="3" destOrd="0" parTransId="{102D57DA-FAAF-4D0B-AF34-815EA1E36D58}" sibTransId="{6FDE1C12-9A3E-4F03-BFD8-93712A886D05}"/>
    <dgm:cxn modelId="{0192A22A-B5CC-4EAC-AE87-7BC4FB29ED4C}" type="presOf" srcId="{BA8D4245-8B33-4E31-9A74-350F58C95326}" destId="{C0AD2A1A-88B3-4EDB-811C-F1B46C2999BC}" srcOrd="0" destOrd="0" presId="urn:microsoft.com/office/officeart/2005/8/layout/lProcess2"/>
    <dgm:cxn modelId="{5CB2D431-8348-4851-9B59-2F5EDAF79249}" type="presOf" srcId="{1DAC44E6-256F-48FA-A342-48470C3EBEAE}" destId="{F29AF77C-A86D-49BF-84C9-15BAB8993993}" srcOrd="0" destOrd="0" presId="urn:microsoft.com/office/officeart/2005/8/layout/lProcess2"/>
    <dgm:cxn modelId="{7841E231-B6F6-4DBF-A2D6-2189745BB3F4}" type="presOf" srcId="{AE60E010-A498-4DBD-8A0F-30D2E434D358}" destId="{492D0EA1-6C90-4EB0-90B4-0DC92ECFC74B}" srcOrd="0" destOrd="0" presId="urn:microsoft.com/office/officeart/2005/8/layout/lProcess2"/>
    <dgm:cxn modelId="{C52CBB35-2E8F-405A-90AF-7243B1B40F48}" srcId="{2545A94A-CB64-463D-AA55-C2A91913769E}" destId="{9CF8B53D-2B38-4A26-B873-23335D49E456}" srcOrd="5" destOrd="0" parTransId="{826482E8-9E67-4BE3-8872-0987D665D0FD}" sibTransId="{014B87A2-0B10-4283-9442-14689463AD21}"/>
    <dgm:cxn modelId="{4B1FDA36-6EB0-4BBA-925B-412B9796C2D6}" srcId="{2545A94A-CB64-463D-AA55-C2A91913769E}" destId="{F3E4B496-4349-41CE-A486-6B565A5BCCEA}" srcOrd="0" destOrd="0" parTransId="{82DA0FF7-B6EA-49C3-8649-E3563AA909DB}" sibTransId="{73A3E531-99FA-4A42-BD9A-09930C7AC572}"/>
    <dgm:cxn modelId="{9600B238-F1B8-43A4-A9C5-4BB01C511953}" srcId="{D0B6909D-1CD6-4B3D-BE61-2A0B1539D902}" destId="{F6779B80-B5ED-4B41-A15D-2B64BEECFCAC}" srcOrd="3" destOrd="0" parTransId="{0043E6F0-3336-4FD8-8C2B-4CCD6ABAC179}" sibTransId="{ED5EAFE6-B9DB-4E00-A6C3-2AB81AEA5065}"/>
    <dgm:cxn modelId="{744ADF39-E227-4401-81BC-973F5161CC07}" srcId="{CD385FD7-A7A2-4FDB-9057-F0CE39F103F7}" destId="{D43193E8-9E87-41ED-BFF4-8A0F21B61F25}" srcOrd="1" destOrd="0" parTransId="{74020052-6959-45A5-84CE-645C2AF18D00}" sibTransId="{6263E4BB-5A4C-4B19-9D56-7949E458A822}"/>
    <dgm:cxn modelId="{94C2603A-1180-48DE-AB0F-50FE7249AD47}" type="presOf" srcId="{5037AEB3-69B1-4DE7-8A8A-51CF7243021D}" destId="{ABBEABD2-B219-4763-BE2A-0A6564CF8A43}" srcOrd="0" destOrd="0" presId="urn:microsoft.com/office/officeart/2005/8/layout/lProcess2"/>
    <dgm:cxn modelId="{50A99A3A-CDDB-41F6-BB87-4E46F817A348}" type="presOf" srcId="{09EB14D5-52BA-4D67-9CA0-E4859010898F}" destId="{72799642-E155-420F-BA23-EF854343FCF8}" srcOrd="0" destOrd="0" presId="urn:microsoft.com/office/officeart/2005/8/layout/lProcess2"/>
    <dgm:cxn modelId="{4EC3333D-F8B4-422B-BDC0-505E2195ED58}" type="presOf" srcId="{C5642FDD-8630-454B-B236-2F5B1BA23836}" destId="{691E76BF-CCB8-4AEB-94D3-DC87BF4A02D1}" srcOrd="0" destOrd="0" presId="urn:microsoft.com/office/officeart/2005/8/layout/lProcess2"/>
    <dgm:cxn modelId="{7F991C5C-43F8-4CEB-8EE4-96F8FCAC8A56}" srcId="{8E81CF90-D84A-49C3-8C24-5DF744D69CEC}" destId="{1DAC44E6-256F-48FA-A342-48470C3EBEAE}" srcOrd="2" destOrd="0" parTransId="{710F1AED-D67D-436F-9A66-4BA53CAFDEA6}" sibTransId="{7FBE3D45-906B-479A-950F-AE2BD7B465C2}"/>
    <dgm:cxn modelId="{CC10915D-2311-415E-82B8-D39880841D72}" type="presOf" srcId="{8E81CF90-D84A-49C3-8C24-5DF744D69CEC}" destId="{5AD7C3BB-D817-49A7-8534-1105307029F4}" srcOrd="1" destOrd="0" presId="urn:microsoft.com/office/officeart/2005/8/layout/lProcess2"/>
    <dgm:cxn modelId="{63656262-DB7C-43DA-A98F-B29E03C6C2F1}" type="presOf" srcId="{FE52478C-6A6E-47D6-844C-7F29BBA75AE1}" destId="{492D384C-E2FF-400A-9F40-B385CA79A19E}" srcOrd="0" destOrd="0" presId="urn:microsoft.com/office/officeart/2005/8/layout/lProcess2"/>
    <dgm:cxn modelId="{19334C42-B0BA-4763-8210-A16A91C6297F}" srcId="{8E81CF90-D84A-49C3-8C24-5DF744D69CEC}" destId="{5156D45F-79B1-43F9-99B3-025071428E6D}" srcOrd="1" destOrd="0" parTransId="{F8DFAB0D-584B-4FF6-A8E6-71DAFFF4E8FD}" sibTransId="{D7A650EC-D3FF-4C6A-B920-668D9F414507}"/>
    <dgm:cxn modelId="{CBDCB744-29D5-4FD5-B32F-84DA4B841B1C}" type="presOf" srcId="{2545A94A-CB64-463D-AA55-C2A91913769E}" destId="{A39F824D-DA0E-4B10-B806-9D0B13D6AF85}" srcOrd="0" destOrd="0" presId="urn:microsoft.com/office/officeart/2005/8/layout/lProcess2"/>
    <dgm:cxn modelId="{0A4D2F46-148C-4474-A9EB-DCC2D4931E3B}" srcId="{F3E4B496-4349-41CE-A486-6B565A5BCCEA}" destId="{46253E20-5869-4303-AAB6-A487F5B89F4E}" srcOrd="1" destOrd="0" parTransId="{64454016-3A38-4FAC-A15F-97566A9781CE}" sibTransId="{3C93C71F-AF0B-4DC4-B744-8F031D0DC4C9}"/>
    <dgm:cxn modelId="{E8E68F46-2CC9-48DD-971C-CA4C228EA5DE}" type="presOf" srcId="{8E81CF90-D84A-49C3-8C24-5DF744D69CEC}" destId="{42D42AC4-B5B4-47E0-8D52-427B432ACD28}" srcOrd="0" destOrd="0" presId="urn:microsoft.com/office/officeart/2005/8/layout/lProcess2"/>
    <dgm:cxn modelId="{EEBFE966-4D11-4283-9661-51DA5787C132}" type="presOf" srcId="{522ADEF4-6DBF-4986-B7DE-750938FB5A86}" destId="{BD51B905-B96B-4EDE-8906-3F68C88D901D}" srcOrd="0" destOrd="0" presId="urn:microsoft.com/office/officeart/2005/8/layout/lProcess2"/>
    <dgm:cxn modelId="{13DD2647-EB06-4D06-9C31-7AB575CBADB8}" type="presOf" srcId="{AE60E010-A498-4DBD-8A0F-30D2E434D358}" destId="{EBEBEAA9-CD2C-4ED0-B1E3-9CDE5CB0C3CA}" srcOrd="1" destOrd="0" presId="urn:microsoft.com/office/officeart/2005/8/layout/lProcess2"/>
    <dgm:cxn modelId="{229C6847-46C0-482B-AFA8-7F7F3F6140ED}" type="presOf" srcId="{83A761DE-31B1-40C0-BE14-617D1ACCEA10}" destId="{D073D02E-D97B-4092-8AA2-0B087AAB0380}" srcOrd="1" destOrd="0" presId="urn:microsoft.com/office/officeart/2005/8/layout/lProcess2"/>
    <dgm:cxn modelId="{FF779447-00FE-4C5F-B9A8-9CB764755CBB}" srcId="{9CF8B53D-2B38-4A26-B873-23335D49E456}" destId="{BA8D4245-8B33-4E31-9A74-350F58C95326}" srcOrd="1" destOrd="0" parTransId="{584B53DC-ABCB-40E8-BFB2-2508658D0875}" sibTransId="{BF27060F-C3CB-4FC3-8194-861FA65D9626}"/>
    <dgm:cxn modelId="{87731A48-181B-4430-AD4F-02E8B8C7DD50}" type="presOf" srcId="{D0B6909D-1CD6-4B3D-BE61-2A0B1539D902}" destId="{D65F31FF-0B0E-48B7-9AFA-5F8C009001E1}" srcOrd="0" destOrd="0" presId="urn:microsoft.com/office/officeart/2005/8/layout/lProcess2"/>
    <dgm:cxn modelId="{32CE6C48-9D19-4204-92F4-4CC0ED1AF90B}" srcId="{484672E6-1509-42F5-BE6F-71274F3DD6F3}" destId="{CD114037-E072-4E5F-B7A9-A912BCA3F9D6}" srcOrd="1" destOrd="0" parTransId="{11E7A8A1-2579-4FF4-90BC-252C6A826A5D}" sibTransId="{4399270A-A37A-425B-8ECA-9CD8C968D5AD}"/>
    <dgm:cxn modelId="{4FE55A68-3ADE-4070-B996-88386B2B6DA2}" srcId="{2545A94A-CB64-463D-AA55-C2A91913769E}" destId="{83A761DE-31B1-40C0-BE14-617D1ACCEA10}" srcOrd="2" destOrd="0" parTransId="{C26CF13C-7541-4451-AADF-F9434EB7D4A9}" sibTransId="{A74D32E6-4D98-44E0-9868-3E82B74ED725}"/>
    <dgm:cxn modelId="{91D16369-2D55-4D9B-9E33-EBBF815ABAFC}" type="presOf" srcId="{83A761DE-31B1-40C0-BE14-617D1ACCEA10}" destId="{D5E9BCFD-9C7D-4926-977E-D7F5324E07C7}" srcOrd="0" destOrd="0" presId="urn:microsoft.com/office/officeart/2005/8/layout/lProcess2"/>
    <dgm:cxn modelId="{179D126D-EDE5-4F2B-B582-21AFEB95D328}" srcId="{CD385FD7-A7A2-4FDB-9057-F0CE39F103F7}" destId="{2D530F96-9DEC-4C7A-BD0B-BFEE1DA95C24}" srcOrd="3" destOrd="0" parTransId="{BD7A5F0C-E11D-4E9A-BD4D-EC653E95D34D}" sibTransId="{C77A6B26-4355-48DA-9A4F-BC2C411BCDBC}"/>
    <dgm:cxn modelId="{1F52B16F-7155-46DF-A178-490B75A5C46E}" srcId="{D0B6909D-1CD6-4B3D-BE61-2A0B1539D902}" destId="{72F5FC9C-546B-43CB-8370-4A0FE0A90650}" srcOrd="1" destOrd="0" parTransId="{A2CB1BA0-9491-4E6A-8654-9E033B5498A4}" sibTransId="{8726644D-A31E-40B1-90CF-EA5E62D02AF4}"/>
    <dgm:cxn modelId="{AFC68470-E8DB-4A5E-A5A7-E072744D0452}" type="presOf" srcId="{28BF6206-1381-4D69-AA6E-8515BE03AF78}" destId="{84E950E9-7466-4806-A845-ECCC7BDC44FF}" srcOrd="0" destOrd="0" presId="urn:microsoft.com/office/officeart/2005/8/layout/lProcess2"/>
    <dgm:cxn modelId="{91F1BE50-CA6A-43F8-B3F6-5AFF321B0EC4}" srcId="{83A761DE-31B1-40C0-BE14-617D1ACCEA10}" destId="{9BC18E74-D379-4D34-A294-C7FB78E86F54}" srcOrd="2" destOrd="0" parTransId="{EAE3D145-FF11-431B-A5D4-D6726CE634EC}" sibTransId="{9F3DC790-F4C9-44D5-B5E1-7E48C397DCA5}"/>
    <dgm:cxn modelId="{BD580251-5BB3-463C-A0D9-CA27D2560C57}" srcId="{484672E6-1509-42F5-BE6F-71274F3DD6F3}" destId="{8268D7EC-0AA7-4C3C-8F15-39FD0A5C1630}" srcOrd="0" destOrd="0" parTransId="{3356120D-F6C4-42BD-A955-865F53D952CF}" sibTransId="{8730642D-49B1-4AFF-B6FC-4D87F2385639}"/>
    <dgm:cxn modelId="{8EDCC851-007B-406B-A364-BBDD004A838F}" type="presOf" srcId="{D576CEB7-0C87-4B53-B390-FFC3EA062FFA}" destId="{38F3CABA-72DA-4055-9274-73BE788A2BA4}" srcOrd="0" destOrd="0" presId="urn:microsoft.com/office/officeart/2005/8/layout/lProcess2"/>
    <dgm:cxn modelId="{34716C53-A546-4FC8-8C88-7B1B1A78BE43}" type="presOf" srcId="{6AEF1E04-4297-4745-83F0-E675130B4838}" destId="{C10F8E35-A5FD-4AFE-B086-D288DA5DAC91}" srcOrd="0" destOrd="0" presId="urn:microsoft.com/office/officeart/2005/8/layout/lProcess2"/>
    <dgm:cxn modelId="{CC512757-8E19-436A-A307-77C6FCCF95EE}" type="presOf" srcId="{02CD47F2-391D-4862-9C2F-E5477CD6C675}" destId="{1F265D7B-C46D-4F1B-81EC-2321BE131015}" srcOrd="0" destOrd="0" presId="urn:microsoft.com/office/officeart/2005/8/layout/lProcess2"/>
    <dgm:cxn modelId="{279B6A77-53C6-45F0-8C41-5B6D6F7B184E}" srcId="{2545A94A-CB64-463D-AA55-C2A91913769E}" destId="{9E5D60FF-258D-4FB2-9CE2-24CFA55A0B0C}" srcOrd="4" destOrd="0" parTransId="{2E1D0009-9852-4C7A-87ED-56D720BAFEA6}" sibTransId="{5638DF43-753E-459F-8397-AE492195EEB6}"/>
    <dgm:cxn modelId="{BF6EE558-D080-43EE-A39B-44C6B46D7F37}" srcId="{2545A94A-CB64-463D-AA55-C2A91913769E}" destId="{CD385FD7-A7A2-4FDB-9057-F0CE39F103F7}" srcOrd="7" destOrd="0" parTransId="{10B05F6C-8B76-4A02-88A3-A2F6832CF655}" sibTransId="{C3495A9D-3879-435D-957C-4957F9F6C3E4}"/>
    <dgm:cxn modelId="{455D5D7F-8321-429F-97BE-9E0F5AF2D37B}" type="presOf" srcId="{93D56F5C-4913-4BF6-8326-99CB0B763F3B}" destId="{46D96940-B209-4EC4-A962-04D88035E09D}" srcOrd="0" destOrd="0" presId="urn:microsoft.com/office/officeart/2005/8/layout/lProcess2"/>
    <dgm:cxn modelId="{DFD3D07F-3CE7-4763-AC76-5CE5769D7940}" type="presOf" srcId="{3E502B9C-9E18-4FAC-AED2-CE2A85D84BB0}" destId="{E9CD9C99-9606-4F87-8D40-CA5317384CD1}" srcOrd="0" destOrd="0" presId="urn:microsoft.com/office/officeart/2005/8/layout/lProcess2"/>
    <dgm:cxn modelId="{4154C381-4020-4E1E-8807-0E3D936C7B98}" type="presOf" srcId="{9E5D60FF-258D-4FB2-9CE2-24CFA55A0B0C}" destId="{74A96415-7A5A-4016-92CB-4C9BED6C316C}" srcOrd="0" destOrd="0" presId="urn:microsoft.com/office/officeart/2005/8/layout/lProcess2"/>
    <dgm:cxn modelId="{50F08A82-380D-4D6C-BD5A-F1EB3C1AA454}" srcId="{D0B6909D-1CD6-4B3D-BE61-2A0B1539D902}" destId="{6AA2C9C3-016E-44B5-80CC-1482438B40B2}" srcOrd="0" destOrd="0" parTransId="{6FB082FE-0388-4CE0-B452-A8B897BD5DBA}" sibTransId="{A0EA4472-44E4-4EB4-B85B-1FF9269AE9F1}"/>
    <dgm:cxn modelId="{52984289-2429-4053-866A-CF00DE57A7EA}" srcId="{F3E4B496-4349-41CE-A486-6B565A5BCCEA}" destId="{7C47F915-EC40-4F31-81DE-D78714129B24}" srcOrd="3" destOrd="0" parTransId="{C74199B7-11E1-4685-A0BE-698EE52E8BEE}" sibTransId="{ADD8433E-503B-49E2-A0DA-F0660851815F}"/>
    <dgm:cxn modelId="{088E0D8B-2845-4153-A7D2-C685B30879ED}" type="presOf" srcId="{4182B5AC-0BD9-4B34-8825-F243A8C492E9}" destId="{FBE2F9B1-DA0E-457E-83E6-3838A0A719AD}" srcOrd="0" destOrd="0" presId="urn:microsoft.com/office/officeart/2005/8/layout/lProcess2"/>
    <dgm:cxn modelId="{314D3C90-EDD7-4EF6-A5A5-C5C2F4D3A037}" type="presOf" srcId="{9CF8B53D-2B38-4A26-B873-23335D49E456}" destId="{F6F4C245-1370-4A57-A29B-5CEFD5747614}" srcOrd="0" destOrd="0" presId="urn:microsoft.com/office/officeart/2005/8/layout/lProcess2"/>
    <dgm:cxn modelId="{4E588190-4F48-445F-AA86-0F226E0F3927}" srcId="{9E5D60FF-258D-4FB2-9CE2-24CFA55A0B0C}" destId="{9B56B1AF-6D2E-44C3-A4B7-E47452511C90}" srcOrd="3" destOrd="0" parTransId="{5E9934AC-D5A4-43A7-A611-C39EB68BB8CC}" sibTransId="{44504870-4D10-4002-A4C5-EBCE32FB5AD2}"/>
    <dgm:cxn modelId="{371A7D97-5D39-48BB-A322-5CA300233B64}" type="presOf" srcId="{6AA2C9C3-016E-44B5-80CC-1482438B40B2}" destId="{80914A55-43A6-46A9-B52A-3CF0FEFC0005}" srcOrd="0" destOrd="0" presId="urn:microsoft.com/office/officeart/2005/8/layout/lProcess2"/>
    <dgm:cxn modelId="{79685799-0940-414F-91D0-E958AAD0699A}" srcId="{CD385FD7-A7A2-4FDB-9057-F0CE39F103F7}" destId="{9F8FE71E-441F-4974-A73C-FBE1957C2093}" srcOrd="0" destOrd="0" parTransId="{97D1BEBC-B4CF-474E-8DBF-A508063DC259}" sibTransId="{1663C4CB-8B18-40E1-AF4C-5AD3FD472955}"/>
    <dgm:cxn modelId="{65CD249A-5376-457B-9904-A1FAEA003DFB}" type="presOf" srcId="{73B15822-2894-4182-8A73-7D7B8FF512D9}" destId="{800F1370-4924-42DF-841E-B265663C531D}" srcOrd="0" destOrd="0" presId="urn:microsoft.com/office/officeart/2005/8/layout/lProcess2"/>
    <dgm:cxn modelId="{4FADBA9D-B50E-4D5E-B167-F02919AC57BA}" type="presOf" srcId="{0582E3F3-CA5F-44E8-A8ED-B7FBE2EE8ECF}" destId="{A77C3DF6-FE43-43F5-A9A9-44F5B087E8EB}" srcOrd="0" destOrd="0" presId="urn:microsoft.com/office/officeart/2005/8/layout/lProcess2"/>
    <dgm:cxn modelId="{3888BB9F-DB54-4414-B3FA-89695FF33E97}" srcId="{2545A94A-CB64-463D-AA55-C2A91913769E}" destId="{D0B6909D-1CD6-4B3D-BE61-2A0B1539D902}" srcOrd="8" destOrd="0" parTransId="{9F4826FC-3AB7-4C3F-BCD3-37B21D2CC952}" sibTransId="{8BB1A0F9-7540-4798-9787-EEEC742160F8}"/>
    <dgm:cxn modelId="{78D781A0-1BAA-43FF-81DA-7187593159D4}" type="presOf" srcId="{5156D45F-79B1-43F9-99B3-025071428E6D}" destId="{3C9091D0-80D6-4BD3-ABE8-E6B79A7C1ED7}" srcOrd="0" destOrd="0" presId="urn:microsoft.com/office/officeart/2005/8/layout/lProcess2"/>
    <dgm:cxn modelId="{18E55AA2-341D-4545-9BAD-C8AFC5873AE7}" srcId="{F3E4B496-4349-41CE-A486-6B565A5BCCEA}" destId="{09EB14D5-52BA-4D67-9CA0-E4859010898F}" srcOrd="0" destOrd="0" parTransId="{390782D0-632E-48F6-9D4E-6E0C2083831C}" sibTransId="{5AA8ED70-5198-4E6F-8394-24B2788211F3}"/>
    <dgm:cxn modelId="{2BAAA1A4-43CB-4452-B6C2-914C26FD4D9C}" srcId="{2545A94A-CB64-463D-AA55-C2A91913769E}" destId="{484672E6-1509-42F5-BE6F-71274F3DD6F3}" srcOrd="3" destOrd="0" parTransId="{C329D47F-5C5E-4044-B36E-02AA5E8A5083}" sibTransId="{FA7D6926-815C-4AF6-B3EA-A12051AF7E80}"/>
    <dgm:cxn modelId="{3541A6A7-C87C-493A-BB05-25033FD92DBE}" type="presOf" srcId="{2D530F96-9DEC-4C7A-BD0B-BFEE1DA95C24}" destId="{2BB124BB-8581-4A64-B56E-3B6E5C75907F}" srcOrd="0" destOrd="0" presId="urn:microsoft.com/office/officeart/2005/8/layout/lProcess2"/>
    <dgm:cxn modelId="{90EB0BAB-08BD-4930-9F6A-BF5CCC0FB75D}" type="presOf" srcId="{484672E6-1509-42F5-BE6F-71274F3DD6F3}" destId="{AB313782-B540-424A-AE61-54B2A48A5C59}" srcOrd="0" destOrd="0" presId="urn:microsoft.com/office/officeart/2005/8/layout/lProcess2"/>
    <dgm:cxn modelId="{800A0DAC-F97A-4B08-92A3-8E3B23B234FC}" srcId="{9CF8B53D-2B38-4A26-B873-23335D49E456}" destId="{73B15822-2894-4182-8A73-7D7B8FF512D9}" srcOrd="0" destOrd="0" parTransId="{43324D59-B2E4-4559-8BB9-CF656270A668}" sibTransId="{969BC2B7-732C-4DA0-B248-BA407598E78C}"/>
    <dgm:cxn modelId="{5F1D1DAC-7EB0-472C-A187-B3490DEC3CFD}" type="presOf" srcId="{9E5D60FF-258D-4FB2-9CE2-24CFA55A0B0C}" destId="{F7DCC7AF-0086-429A-8AE9-47A03D47F528}" srcOrd="1" destOrd="0" presId="urn:microsoft.com/office/officeart/2005/8/layout/lProcess2"/>
    <dgm:cxn modelId="{F92C4BAD-C0F0-45D4-BFDD-261829B4CCCA}" type="presOf" srcId="{A1AD1184-A7CF-464D-9CA9-F514D1D1EAFC}" destId="{AE25A1FA-5F6B-4DFF-A100-B9B268859B80}" srcOrd="0" destOrd="0" presId="urn:microsoft.com/office/officeart/2005/8/layout/lProcess2"/>
    <dgm:cxn modelId="{B6D654AE-614F-4D96-90B3-3935F521E5D9}" type="presOf" srcId="{9B56B1AF-6D2E-44C3-A4B7-E47452511C90}" destId="{83A538B8-6071-42B8-B8FA-32FE989DC2FB}" srcOrd="0" destOrd="0" presId="urn:microsoft.com/office/officeart/2005/8/layout/lProcess2"/>
    <dgm:cxn modelId="{4BED95B0-4E35-4201-BBD7-DBED8472E402}" srcId="{AE60E010-A498-4DBD-8A0F-30D2E434D358}" destId="{AD24D509-ADC0-4BB1-A6F5-F4AD1F6CF713}" srcOrd="0" destOrd="0" parTransId="{180F5E74-CC30-460D-BE36-D27481F34090}" sibTransId="{037B07C8-D368-46AA-B8F1-5471BEA4CD77}"/>
    <dgm:cxn modelId="{FEF360B1-1213-4A2D-8AF3-FF7891F45E73}" srcId="{9CF8B53D-2B38-4A26-B873-23335D49E456}" destId="{99386D19-9DE2-40D1-B8EA-5605704199A4}" srcOrd="2" destOrd="0" parTransId="{FD55FD79-FF8C-46B3-926A-EEABFBAAB566}" sibTransId="{78C47507-5388-4538-89ED-4110311E4459}"/>
    <dgm:cxn modelId="{0E7211C4-F46C-4EFC-8C2B-1210B43E3D25}" srcId="{9E5D60FF-258D-4FB2-9CE2-24CFA55A0B0C}" destId="{A50E8050-2B7E-4125-9471-C80986048DC7}" srcOrd="1" destOrd="0" parTransId="{6138B1E8-44E4-4FC3-AE45-7F709FB4DAEB}" sibTransId="{00F4AF82-FE1C-49AF-8E0F-56C8DDBEF694}"/>
    <dgm:cxn modelId="{548DBEC5-BF96-41A0-BE1C-118DC041533E}" srcId="{83A761DE-31B1-40C0-BE14-617D1ACCEA10}" destId="{D0704BD7-83A7-4553-B950-777359C0AC51}" srcOrd="1" destOrd="0" parTransId="{A354629A-06D6-4A46-9482-7AE802ADFDE7}" sibTransId="{8F483C4D-0B88-43B2-9950-3FB8412E5AF0}"/>
    <dgm:cxn modelId="{407E6AC6-6939-4E52-9D5A-D0217E5F3C44}" type="presOf" srcId="{A50E8050-2B7E-4125-9471-C80986048DC7}" destId="{485A3519-687E-45E7-B914-95FFC969308E}" srcOrd="0" destOrd="0" presId="urn:microsoft.com/office/officeart/2005/8/layout/lProcess2"/>
    <dgm:cxn modelId="{E1B3BFCF-BC81-430C-B221-D9D72CDE4EAA}" type="presOf" srcId="{9F8FE71E-441F-4974-A73C-FBE1957C2093}" destId="{A19E6FA2-A5E1-4BB3-BC1E-4455179C66AB}" srcOrd="0" destOrd="0" presId="urn:microsoft.com/office/officeart/2005/8/layout/lProcess2"/>
    <dgm:cxn modelId="{5A4BCFD0-46C4-4E7B-8BD0-86EC1E3B6413}" srcId="{CD385FD7-A7A2-4FDB-9057-F0CE39F103F7}" destId="{D576CEB7-0C87-4B53-B390-FFC3EA062FFA}" srcOrd="2" destOrd="0" parTransId="{846C0BC2-68F1-42E2-B505-A78FF150EF9E}" sibTransId="{47B055FD-3C34-49F7-A344-3ADBDF0E7F40}"/>
    <dgm:cxn modelId="{2CF38DD1-AA2A-49D7-A7B4-D4B6417279E0}" type="presOf" srcId="{CD114037-E072-4E5F-B7A9-A912BCA3F9D6}" destId="{ECAAC9C4-C41E-46B1-BD2C-59B5B73832E6}" srcOrd="0" destOrd="0" presId="urn:microsoft.com/office/officeart/2005/8/layout/lProcess2"/>
    <dgm:cxn modelId="{F7F304D9-7DDD-43B3-A86B-9351F3AE8C67}" type="presOf" srcId="{D0B6909D-1CD6-4B3D-BE61-2A0B1539D902}" destId="{87F8ABD0-9218-469A-8570-60FC4E87CEB8}" srcOrd="1" destOrd="0" presId="urn:microsoft.com/office/officeart/2005/8/layout/lProcess2"/>
    <dgm:cxn modelId="{96ED81D9-21EE-4CCB-AA43-C62EB2A1BFB6}" srcId="{83A761DE-31B1-40C0-BE14-617D1ACCEA10}" destId="{A1AD1184-A7CF-464D-9CA9-F514D1D1EAFC}" srcOrd="0" destOrd="0" parTransId="{4E6024F4-F0B8-4F67-A806-994700F72DD9}" sibTransId="{68F229EC-3FDE-4FFA-AE58-F311A65453C0}"/>
    <dgm:cxn modelId="{A949F1DA-2B2C-481A-9716-E87E75609B14}" srcId="{484672E6-1509-42F5-BE6F-71274F3DD6F3}" destId="{4182B5AC-0BD9-4B34-8825-F243A8C492E9}" srcOrd="3" destOrd="0" parTransId="{5FC0B167-6A3B-4489-A3E2-26D49943383D}" sibTransId="{BB350F79-3AC0-4C5B-AC8F-18AC3CA1BE47}"/>
    <dgm:cxn modelId="{95A866DF-F1B8-449C-9BE2-C4F082EF3B87}" srcId="{D0B6909D-1CD6-4B3D-BE61-2A0B1539D902}" destId="{6AEF1E04-4297-4745-83F0-E675130B4838}" srcOrd="2" destOrd="0" parTransId="{5BD66457-008D-40B5-B481-8F72CB457A57}" sibTransId="{475286D2-E3E4-400B-AF0E-A087F61A3DAD}"/>
    <dgm:cxn modelId="{110B50E1-D586-4A7F-BC83-142233B68747}" srcId="{8E81CF90-D84A-49C3-8C24-5DF744D69CEC}" destId="{9A1DCD67-6C31-48D1-944D-BFBC19F6B597}" srcOrd="0" destOrd="0" parTransId="{02193B92-A794-4B65-BF6F-D399891E32B7}" sibTransId="{F7B93ECC-5657-449D-9BD7-26ACC6352BFA}"/>
    <dgm:cxn modelId="{919E0CE2-9D25-4880-8D5E-F143D2084F96}" type="presOf" srcId="{F3E4B496-4349-41CE-A486-6B565A5BCCEA}" destId="{EAAC466D-AE2A-400E-BDF0-21869D618D2F}" srcOrd="1" destOrd="0" presId="urn:microsoft.com/office/officeart/2005/8/layout/lProcess2"/>
    <dgm:cxn modelId="{39143BE2-FEEB-41BE-8ABB-6F8B34379039}" type="presOf" srcId="{DC01D69E-19B1-4180-BBB6-6663E117D15A}" destId="{04BF8836-0D60-42C6-9A16-E84867E20447}" srcOrd="0" destOrd="0" presId="urn:microsoft.com/office/officeart/2005/8/layout/lProcess2"/>
    <dgm:cxn modelId="{F4985DE4-D091-4A00-8B72-28501CF4A998}" type="presOf" srcId="{46253E20-5869-4303-AAB6-A487F5B89F4E}" destId="{705F21E3-7297-4BAE-B805-8CB9FDCA848C}" srcOrd="0" destOrd="0" presId="urn:microsoft.com/office/officeart/2005/8/layout/lProcess2"/>
    <dgm:cxn modelId="{D409F7E4-ED21-4223-9F40-C4F41ED4FB44}" srcId="{AE60E010-A498-4DBD-8A0F-30D2E434D358}" destId="{28BF6206-1381-4D69-AA6E-8515BE03AF78}" srcOrd="1" destOrd="0" parTransId="{F2A01B6A-D242-4BF2-9188-A64F30F3317C}" sibTransId="{CB72F436-1DE6-4B55-8CEA-2AC3A06A2A07}"/>
    <dgm:cxn modelId="{401D50E8-920B-4BE0-BA35-93D108DFE129}" type="presOf" srcId="{72F5FC9C-546B-43CB-8370-4A0FE0A90650}" destId="{E9E26418-17AC-43A7-90B5-EFE84627408E}" srcOrd="0" destOrd="0" presId="urn:microsoft.com/office/officeart/2005/8/layout/lProcess2"/>
    <dgm:cxn modelId="{659D74E8-45FA-4039-B76E-8D6B83D1CC20}" srcId="{9E5D60FF-258D-4FB2-9CE2-24CFA55A0B0C}" destId="{02CD47F2-391D-4862-9C2F-E5477CD6C675}" srcOrd="2" destOrd="0" parTransId="{AADABE4A-308D-430A-B503-92547D211A8A}" sibTransId="{F49BBD92-469E-42B3-8537-3E81CF89D639}"/>
    <dgm:cxn modelId="{20459DE9-DDD2-4DF8-B56A-A7E876C13DC5}" srcId="{AE60E010-A498-4DBD-8A0F-30D2E434D358}" destId="{C5642FDD-8630-454B-B236-2F5B1BA23836}" srcOrd="2" destOrd="0" parTransId="{A40A17E9-A3D0-4F45-9012-F35C8887E19C}" sibTransId="{CFF621CB-FEDE-4022-B641-F15572B9C358}"/>
    <dgm:cxn modelId="{E6FCBEE9-4440-423B-8580-F4C374A9BFCB}" srcId="{2545A94A-CB64-463D-AA55-C2A91913769E}" destId="{8E81CF90-D84A-49C3-8C24-5DF744D69CEC}" srcOrd="1" destOrd="0" parTransId="{EA4661C3-2FD7-424F-A81C-E9EA79D290C9}" sibTransId="{0AC0189F-D0E5-42A7-93BD-126E7DAB8714}"/>
    <dgm:cxn modelId="{94E6F3EA-B6C2-4E02-8515-5E5441846BB1}" type="presOf" srcId="{D0704BD7-83A7-4553-B950-777359C0AC51}" destId="{A8CF7310-F471-4A31-B9AD-2318FDE4501E}" srcOrd="0" destOrd="0" presId="urn:microsoft.com/office/officeart/2005/8/layout/lProcess2"/>
    <dgm:cxn modelId="{CD89D0ED-7194-4CE4-8FD7-0E797FD10A7D}" srcId="{2545A94A-CB64-463D-AA55-C2A91913769E}" destId="{AE60E010-A498-4DBD-8A0F-30D2E434D358}" srcOrd="6" destOrd="0" parTransId="{52898DD8-2B6A-4B02-9294-7C6DA5D44B0C}" sibTransId="{CF3F3B4E-C89D-4F77-A591-09B0FC6A33B0}"/>
    <dgm:cxn modelId="{703D0FEF-91F6-4952-8150-2C08C7E35E75}" srcId="{9E5D60FF-258D-4FB2-9CE2-24CFA55A0B0C}" destId="{0582E3F3-CA5F-44E8-A8ED-B7FBE2EE8ECF}" srcOrd="0" destOrd="0" parTransId="{480C82F7-638F-4ABE-9DD5-3F510697F317}" sibTransId="{31F14087-A656-4507-B0C2-DA00B3290A12}"/>
    <dgm:cxn modelId="{A540D2F0-6454-45D8-A202-B25D3A3F2FF6}" type="presOf" srcId="{99386D19-9DE2-40D1-B8EA-5605704199A4}" destId="{B971BA54-1C6B-4DD1-97E6-B31EDA8AE2E5}" srcOrd="0" destOrd="0" presId="urn:microsoft.com/office/officeart/2005/8/layout/lProcess2"/>
    <dgm:cxn modelId="{B7F11BF1-6957-4049-A150-00D254337919}" type="presOf" srcId="{CD385FD7-A7A2-4FDB-9057-F0CE39F103F7}" destId="{B3089A10-A958-484E-9549-7598DB311811}" srcOrd="1" destOrd="0" presId="urn:microsoft.com/office/officeart/2005/8/layout/lProcess2"/>
    <dgm:cxn modelId="{CB3921F4-EB9B-4EFC-9B30-E3AD5550DF13}" srcId="{9CF8B53D-2B38-4A26-B873-23335D49E456}" destId="{522ADEF4-6DBF-4986-B7DE-750938FB5A86}" srcOrd="3" destOrd="0" parTransId="{325ACF43-F237-467D-AADB-410F63CAB6B7}" sibTransId="{4CA1DE27-8FF6-4D31-9434-CF5EC38E05EF}"/>
    <dgm:cxn modelId="{77BC2CF4-E660-407D-89A2-A2649E053643}" type="presOf" srcId="{9CF8B53D-2B38-4A26-B873-23335D49E456}" destId="{8E9D2C41-C4C5-4733-8275-E26F2B9F4F14}" srcOrd="1" destOrd="0" presId="urn:microsoft.com/office/officeart/2005/8/layout/lProcess2"/>
    <dgm:cxn modelId="{861088F8-7EEE-4154-8D9D-4317C35CCC30}" srcId="{8E81CF90-D84A-49C3-8C24-5DF744D69CEC}" destId="{FE52478C-6A6E-47D6-844C-7F29BBA75AE1}" srcOrd="3" destOrd="0" parTransId="{365E9B3B-BECF-496E-A672-1647B1A74E05}" sibTransId="{3358247A-B127-48C6-8E2F-F8AFFB34FFF5}"/>
    <dgm:cxn modelId="{767289F9-7F72-444B-87AD-120EE1448BAA}" type="presOf" srcId="{9A1DCD67-6C31-48D1-944D-BFBC19F6B597}" destId="{CA19D20D-FA4C-4CC2-B1C2-C1FBD52F5A2B}" srcOrd="0" destOrd="0" presId="urn:microsoft.com/office/officeart/2005/8/layout/lProcess2"/>
    <dgm:cxn modelId="{4BB997F9-0C8C-41DB-927E-6E30CB5EC202}" srcId="{F3E4B496-4349-41CE-A486-6B565A5BCCEA}" destId="{5037AEB3-69B1-4DE7-8A8A-51CF7243021D}" srcOrd="2" destOrd="0" parTransId="{FE63CF82-6846-437D-929D-90DB16DB7C0D}" sibTransId="{C1914DD8-D9F0-42D8-B964-898D758E235A}"/>
    <dgm:cxn modelId="{94D1B13A-795B-40E3-BCCF-7372FB5FB73D}" type="presParOf" srcId="{A39F824D-DA0E-4B10-B806-9D0B13D6AF85}" destId="{C5440890-5B86-4560-B2E8-CA07D3EAE4C6}" srcOrd="0" destOrd="0" presId="urn:microsoft.com/office/officeart/2005/8/layout/lProcess2"/>
    <dgm:cxn modelId="{4361BCC1-D801-40D2-8B32-76910E827528}" type="presParOf" srcId="{C5440890-5B86-4560-B2E8-CA07D3EAE4C6}" destId="{7D8C0165-8CF5-4EDA-8DDA-5F621ADE5FC0}" srcOrd="0" destOrd="0" presId="urn:microsoft.com/office/officeart/2005/8/layout/lProcess2"/>
    <dgm:cxn modelId="{2F315A27-2690-40F0-A29C-5A6C9A0A715D}" type="presParOf" srcId="{C5440890-5B86-4560-B2E8-CA07D3EAE4C6}" destId="{EAAC466D-AE2A-400E-BDF0-21869D618D2F}" srcOrd="1" destOrd="0" presId="urn:microsoft.com/office/officeart/2005/8/layout/lProcess2"/>
    <dgm:cxn modelId="{32162511-F295-47F2-854C-D126E73A5C0B}" type="presParOf" srcId="{C5440890-5B86-4560-B2E8-CA07D3EAE4C6}" destId="{594EE379-E8A1-442E-8E5F-8FD74EDD9998}" srcOrd="2" destOrd="0" presId="urn:microsoft.com/office/officeart/2005/8/layout/lProcess2"/>
    <dgm:cxn modelId="{75F8DC5E-4B13-418E-A6E6-3A15F5B09DA8}" type="presParOf" srcId="{594EE379-E8A1-442E-8E5F-8FD74EDD9998}" destId="{D390D287-19F0-4FC1-A368-11595F44A201}" srcOrd="0" destOrd="0" presId="urn:microsoft.com/office/officeart/2005/8/layout/lProcess2"/>
    <dgm:cxn modelId="{E0976D02-ADEA-45F6-92F9-871752048E2B}" type="presParOf" srcId="{D390D287-19F0-4FC1-A368-11595F44A201}" destId="{72799642-E155-420F-BA23-EF854343FCF8}" srcOrd="0" destOrd="0" presId="urn:microsoft.com/office/officeart/2005/8/layout/lProcess2"/>
    <dgm:cxn modelId="{7DCC6298-DD71-471F-8F4C-1909AB0022EC}" type="presParOf" srcId="{D390D287-19F0-4FC1-A368-11595F44A201}" destId="{67F3D148-F61D-4A08-BC1B-FED139F94408}" srcOrd="1" destOrd="0" presId="urn:microsoft.com/office/officeart/2005/8/layout/lProcess2"/>
    <dgm:cxn modelId="{66314EFF-12B5-497A-96FA-AEE2F3FEBE2D}" type="presParOf" srcId="{D390D287-19F0-4FC1-A368-11595F44A201}" destId="{705F21E3-7297-4BAE-B805-8CB9FDCA848C}" srcOrd="2" destOrd="0" presId="urn:microsoft.com/office/officeart/2005/8/layout/lProcess2"/>
    <dgm:cxn modelId="{878B77A5-D1B9-496B-B2E6-7215BC1347C0}" type="presParOf" srcId="{D390D287-19F0-4FC1-A368-11595F44A201}" destId="{5E60D0B5-1189-4F8E-824A-43077D6716A9}" srcOrd="3" destOrd="0" presId="urn:microsoft.com/office/officeart/2005/8/layout/lProcess2"/>
    <dgm:cxn modelId="{C6B65E37-7302-4A42-8A56-805EB807B1CA}" type="presParOf" srcId="{D390D287-19F0-4FC1-A368-11595F44A201}" destId="{ABBEABD2-B219-4763-BE2A-0A6564CF8A43}" srcOrd="4" destOrd="0" presId="urn:microsoft.com/office/officeart/2005/8/layout/lProcess2"/>
    <dgm:cxn modelId="{36D99C4A-8FEC-4311-A58B-A16D4FB86074}" type="presParOf" srcId="{D390D287-19F0-4FC1-A368-11595F44A201}" destId="{788FD934-1AEB-4154-B5E2-027D49610EF9}" srcOrd="5" destOrd="0" presId="urn:microsoft.com/office/officeart/2005/8/layout/lProcess2"/>
    <dgm:cxn modelId="{F0790C87-B56B-4D9F-9B90-BEC32928771D}" type="presParOf" srcId="{D390D287-19F0-4FC1-A368-11595F44A201}" destId="{A5255148-C757-4E4E-B5D9-EE4ADA656CB2}" srcOrd="6" destOrd="0" presId="urn:microsoft.com/office/officeart/2005/8/layout/lProcess2"/>
    <dgm:cxn modelId="{C1B733B6-EA48-4BF0-83B0-910491E0CCC2}" type="presParOf" srcId="{A39F824D-DA0E-4B10-B806-9D0B13D6AF85}" destId="{58946E0E-3005-41F3-A9A8-765C6CFB4BA3}" srcOrd="1" destOrd="0" presId="urn:microsoft.com/office/officeart/2005/8/layout/lProcess2"/>
    <dgm:cxn modelId="{7838E881-BC14-491D-AC59-5DC837AF5918}" type="presParOf" srcId="{A39F824D-DA0E-4B10-B806-9D0B13D6AF85}" destId="{15FE2064-6A62-493A-8CB2-CAE041EBF2C5}" srcOrd="2" destOrd="0" presId="urn:microsoft.com/office/officeart/2005/8/layout/lProcess2"/>
    <dgm:cxn modelId="{1594E895-188A-4EFA-9EE0-10493D162379}" type="presParOf" srcId="{15FE2064-6A62-493A-8CB2-CAE041EBF2C5}" destId="{42D42AC4-B5B4-47E0-8D52-427B432ACD28}" srcOrd="0" destOrd="0" presId="urn:microsoft.com/office/officeart/2005/8/layout/lProcess2"/>
    <dgm:cxn modelId="{78B19A39-D2BE-44A9-A7A7-F7B4F7D069E9}" type="presParOf" srcId="{15FE2064-6A62-493A-8CB2-CAE041EBF2C5}" destId="{5AD7C3BB-D817-49A7-8534-1105307029F4}" srcOrd="1" destOrd="0" presId="urn:microsoft.com/office/officeart/2005/8/layout/lProcess2"/>
    <dgm:cxn modelId="{EA5F8AED-3E45-4AF3-ADDA-A0B23BC4E9D5}" type="presParOf" srcId="{15FE2064-6A62-493A-8CB2-CAE041EBF2C5}" destId="{C484793F-210E-45FE-9C3F-E02AA4BBA36C}" srcOrd="2" destOrd="0" presId="urn:microsoft.com/office/officeart/2005/8/layout/lProcess2"/>
    <dgm:cxn modelId="{8BD019D8-DA38-4BA5-A413-FEBBBA274059}" type="presParOf" srcId="{C484793F-210E-45FE-9C3F-E02AA4BBA36C}" destId="{A4B4D10A-AFA2-4B84-B96E-700D6C03BAE4}" srcOrd="0" destOrd="0" presId="urn:microsoft.com/office/officeart/2005/8/layout/lProcess2"/>
    <dgm:cxn modelId="{87584CE9-5CE0-4BAF-9E8B-0E042DA656E7}" type="presParOf" srcId="{A4B4D10A-AFA2-4B84-B96E-700D6C03BAE4}" destId="{CA19D20D-FA4C-4CC2-B1C2-C1FBD52F5A2B}" srcOrd="0" destOrd="0" presId="urn:microsoft.com/office/officeart/2005/8/layout/lProcess2"/>
    <dgm:cxn modelId="{CCF965F4-7F88-446A-B97B-AE4C4F867F84}" type="presParOf" srcId="{A4B4D10A-AFA2-4B84-B96E-700D6C03BAE4}" destId="{D79C07D4-9695-4F55-AB90-73E2D2677448}" srcOrd="1" destOrd="0" presId="urn:microsoft.com/office/officeart/2005/8/layout/lProcess2"/>
    <dgm:cxn modelId="{52EC2E96-B0B1-410B-B23A-1476D99A3A24}" type="presParOf" srcId="{A4B4D10A-AFA2-4B84-B96E-700D6C03BAE4}" destId="{3C9091D0-80D6-4BD3-ABE8-E6B79A7C1ED7}" srcOrd="2" destOrd="0" presId="urn:microsoft.com/office/officeart/2005/8/layout/lProcess2"/>
    <dgm:cxn modelId="{10C16FA9-0F84-400B-9296-2A1825CF4C4B}" type="presParOf" srcId="{A4B4D10A-AFA2-4B84-B96E-700D6C03BAE4}" destId="{0EFCCDBC-763E-4A9E-9015-E7E9567B5BDD}" srcOrd="3" destOrd="0" presId="urn:microsoft.com/office/officeart/2005/8/layout/lProcess2"/>
    <dgm:cxn modelId="{4BB6AAD3-1226-4F7A-9ABD-9FD608AA9CB3}" type="presParOf" srcId="{A4B4D10A-AFA2-4B84-B96E-700D6C03BAE4}" destId="{F29AF77C-A86D-49BF-84C9-15BAB8993993}" srcOrd="4" destOrd="0" presId="urn:microsoft.com/office/officeart/2005/8/layout/lProcess2"/>
    <dgm:cxn modelId="{D627F34F-3F3D-4863-92B1-ED44726D61E7}" type="presParOf" srcId="{A4B4D10A-AFA2-4B84-B96E-700D6C03BAE4}" destId="{22DF1149-06BC-4D7D-96D7-C1C3A718ABC4}" srcOrd="5" destOrd="0" presId="urn:microsoft.com/office/officeart/2005/8/layout/lProcess2"/>
    <dgm:cxn modelId="{76DCB519-5108-4816-A581-5D9123CDF1D2}" type="presParOf" srcId="{A4B4D10A-AFA2-4B84-B96E-700D6C03BAE4}" destId="{492D384C-E2FF-400A-9F40-B385CA79A19E}" srcOrd="6" destOrd="0" presId="urn:microsoft.com/office/officeart/2005/8/layout/lProcess2"/>
    <dgm:cxn modelId="{4A15728C-597D-4992-B982-77E092FC046F}" type="presParOf" srcId="{A39F824D-DA0E-4B10-B806-9D0B13D6AF85}" destId="{CE3372D5-B9EC-465A-BC94-9962AF4B37D4}" srcOrd="3" destOrd="0" presId="urn:microsoft.com/office/officeart/2005/8/layout/lProcess2"/>
    <dgm:cxn modelId="{327B79BC-49DD-42BC-A35A-B8B8B1804211}" type="presParOf" srcId="{A39F824D-DA0E-4B10-B806-9D0B13D6AF85}" destId="{9F2FED30-94DF-48CE-886D-480756FEBE56}" srcOrd="4" destOrd="0" presId="urn:microsoft.com/office/officeart/2005/8/layout/lProcess2"/>
    <dgm:cxn modelId="{DA02260C-BB4C-4A7B-A262-A9DF50585500}" type="presParOf" srcId="{9F2FED30-94DF-48CE-886D-480756FEBE56}" destId="{D5E9BCFD-9C7D-4926-977E-D7F5324E07C7}" srcOrd="0" destOrd="0" presId="urn:microsoft.com/office/officeart/2005/8/layout/lProcess2"/>
    <dgm:cxn modelId="{FEAAEECA-4F46-4C8B-93FF-557D81ED24DC}" type="presParOf" srcId="{9F2FED30-94DF-48CE-886D-480756FEBE56}" destId="{D073D02E-D97B-4092-8AA2-0B087AAB0380}" srcOrd="1" destOrd="0" presId="urn:microsoft.com/office/officeart/2005/8/layout/lProcess2"/>
    <dgm:cxn modelId="{F7811F16-A13A-4EEC-B469-BA91347C9C84}" type="presParOf" srcId="{9F2FED30-94DF-48CE-886D-480756FEBE56}" destId="{C984C80D-D11E-4BB0-AEA5-195DAB73BFD9}" srcOrd="2" destOrd="0" presId="urn:microsoft.com/office/officeart/2005/8/layout/lProcess2"/>
    <dgm:cxn modelId="{66D64F80-CFF2-4B80-BC09-C9D4A37FCADD}" type="presParOf" srcId="{C984C80D-D11E-4BB0-AEA5-195DAB73BFD9}" destId="{F474F45F-F54B-4F0F-B2EF-61DE78A37B1B}" srcOrd="0" destOrd="0" presId="urn:microsoft.com/office/officeart/2005/8/layout/lProcess2"/>
    <dgm:cxn modelId="{2D24C8D1-038C-47E6-8E28-FBE9B740B021}" type="presParOf" srcId="{F474F45F-F54B-4F0F-B2EF-61DE78A37B1B}" destId="{AE25A1FA-5F6B-4DFF-A100-B9B268859B80}" srcOrd="0" destOrd="0" presId="urn:microsoft.com/office/officeart/2005/8/layout/lProcess2"/>
    <dgm:cxn modelId="{19411868-A392-42B0-9679-A56AD16ED542}" type="presParOf" srcId="{F474F45F-F54B-4F0F-B2EF-61DE78A37B1B}" destId="{782101EE-E79A-45EE-9873-60FA157233AD}" srcOrd="1" destOrd="0" presId="urn:microsoft.com/office/officeart/2005/8/layout/lProcess2"/>
    <dgm:cxn modelId="{07BA3B4B-3773-4FA1-9AB4-FF4BC5C782F9}" type="presParOf" srcId="{F474F45F-F54B-4F0F-B2EF-61DE78A37B1B}" destId="{A8CF7310-F471-4A31-B9AD-2318FDE4501E}" srcOrd="2" destOrd="0" presId="urn:microsoft.com/office/officeart/2005/8/layout/lProcess2"/>
    <dgm:cxn modelId="{EBBD6D30-1DA6-4427-903C-66671953BB88}" type="presParOf" srcId="{F474F45F-F54B-4F0F-B2EF-61DE78A37B1B}" destId="{C8C5F1D0-4029-434E-8B01-4370E5DB1EE2}" srcOrd="3" destOrd="0" presId="urn:microsoft.com/office/officeart/2005/8/layout/lProcess2"/>
    <dgm:cxn modelId="{D269C918-C940-40BC-81B9-B6FEE33CC93F}" type="presParOf" srcId="{F474F45F-F54B-4F0F-B2EF-61DE78A37B1B}" destId="{FBA8A35E-193A-4142-BC70-291F784304CF}" srcOrd="4" destOrd="0" presId="urn:microsoft.com/office/officeart/2005/8/layout/lProcess2"/>
    <dgm:cxn modelId="{11A5AB94-6C31-418C-8B37-EB78E67DCFED}" type="presParOf" srcId="{F474F45F-F54B-4F0F-B2EF-61DE78A37B1B}" destId="{5DCEDFAE-929F-412D-AE0C-43AC4C808708}" srcOrd="5" destOrd="0" presId="urn:microsoft.com/office/officeart/2005/8/layout/lProcess2"/>
    <dgm:cxn modelId="{9FA2D67D-D8F1-4B37-9F87-B7FE15C9A953}" type="presParOf" srcId="{F474F45F-F54B-4F0F-B2EF-61DE78A37B1B}" destId="{E9CD9C99-9606-4F87-8D40-CA5317384CD1}" srcOrd="6" destOrd="0" presId="urn:microsoft.com/office/officeart/2005/8/layout/lProcess2"/>
    <dgm:cxn modelId="{679F34E3-6826-4B97-B51F-712B6B7AE8A2}" type="presParOf" srcId="{A39F824D-DA0E-4B10-B806-9D0B13D6AF85}" destId="{5DF6FE59-4BED-492C-B0AC-33A9F5820043}" srcOrd="5" destOrd="0" presId="urn:microsoft.com/office/officeart/2005/8/layout/lProcess2"/>
    <dgm:cxn modelId="{75C491B3-C545-470E-85CA-7E560672673D}" type="presParOf" srcId="{A39F824D-DA0E-4B10-B806-9D0B13D6AF85}" destId="{4D47C532-6FC3-487E-A270-26D9CE6C011E}" srcOrd="6" destOrd="0" presId="urn:microsoft.com/office/officeart/2005/8/layout/lProcess2"/>
    <dgm:cxn modelId="{705A1F68-DF8F-4AE6-98A7-90AC6B7A0201}" type="presParOf" srcId="{4D47C532-6FC3-487E-A270-26D9CE6C011E}" destId="{AB313782-B540-424A-AE61-54B2A48A5C59}" srcOrd="0" destOrd="0" presId="urn:microsoft.com/office/officeart/2005/8/layout/lProcess2"/>
    <dgm:cxn modelId="{C1944265-DFD4-4777-8C33-CFD8C250C9F3}" type="presParOf" srcId="{4D47C532-6FC3-487E-A270-26D9CE6C011E}" destId="{3B283216-63B0-4D75-8FD2-4EDC0EB8CD82}" srcOrd="1" destOrd="0" presId="urn:microsoft.com/office/officeart/2005/8/layout/lProcess2"/>
    <dgm:cxn modelId="{DBD8B1B9-671C-4DE0-8798-E78F6A720739}" type="presParOf" srcId="{4D47C532-6FC3-487E-A270-26D9CE6C011E}" destId="{13EE2396-4D21-4FCA-85ED-1CA9B57A4C17}" srcOrd="2" destOrd="0" presId="urn:microsoft.com/office/officeart/2005/8/layout/lProcess2"/>
    <dgm:cxn modelId="{4A498D99-E79B-4884-8846-116E3BAF99E6}" type="presParOf" srcId="{13EE2396-4D21-4FCA-85ED-1CA9B57A4C17}" destId="{714617BB-E6AA-413E-A616-1E2ECCFDC5E0}" srcOrd="0" destOrd="0" presId="urn:microsoft.com/office/officeart/2005/8/layout/lProcess2"/>
    <dgm:cxn modelId="{E81B9703-AF2E-48FF-931E-622F180B82FD}" type="presParOf" srcId="{714617BB-E6AA-413E-A616-1E2ECCFDC5E0}" destId="{E284AEE5-5C45-4E43-9229-F590A544F0FA}" srcOrd="0" destOrd="0" presId="urn:microsoft.com/office/officeart/2005/8/layout/lProcess2"/>
    <dgm:cxn modelId="{20D292B5-8B55-4678-A819-B41875612335}" type="presParOf" srcId="{714617BB-E6AA-413E-A616-1E2ECCFDC5E0}" destId="{A242FCA2-4F9C-4A29-8E45-ED99B3435DEA}" srcOrd="1" destOrd="0" presId="urn:microsoft.com/office/officeart/2005/8/layout/lProcess2"/>
    <dgm:cxn modelId="{D7C7A677-0AE2-4E4A-80D9-6C70BBC354C7}" type="presParOf" srcId="{714617BB-E6AA-413E-A616-1E2ECCFDC5E0}" destId="{ECAAC9C4-C41E-46B1-BD2C-59B5B73832E6}" srcOrd="2" destOrd="0" presId="urn:microsoft.com/office/officeart/2005/8/layout/lProcess2"/>
    <dgm:cxn modelId="{FF19B126-8982-413D-9132-90B4810CD4A9}" type="presParOf" srcId="{714617BB-E6AA-413E-A616-1E2ECCFDC5E0}" destId="{7BDBEA34-E3A9-4486-ACAC-4AFA7DBEDE61}" srcOrd="3" destOrd="0" presId="urn:microsoft.com/office/officeart/2005/8/layout/lProcess2"/>
    <dgm:cxn modelId="{ECE2A906-AC6A-41FA-AD6F-B5176F0A4061}" type="presParOf" srcId="{714617BB-E6AA-413E-A616-1E2ECCFDC5E0}" destId="{46D96940-B209-4EC4-A962-04D88035E09D}" srcOrd="4" destOrd="0" presId="urn:microsoft.com/office/officeart/2005/8/layout/lProcess2"/>
    <dgm:cxn modelId="{A39E6F94-05D8-4C95-9C22-36CB625EAA24}" type="presParOf" srcId="{714617BB-E6AA-413E-A616-1E2ECCFDC5E0}" destId="{E10B6286-2DB3-4DFE-A967-CAF2822AA29A}" srcOrd="5" destOrd="0" presId="urn:microsoft.com/office/officeart/2005/8/layout/lProcess2"/>
    <dgm:cxn modelId="{B3423A8D-650A-48B1-AFC7-E900DE3BBCF2}" type="presParOf" srcId="{714617BB-E6AA-413E-A616-1E2ECCFDC5E0}" destId="{FBE2F9B1-DA0E-457E-83E6-3838A0A719AD}" srcOrd="6" destOrd="0" presId="urn:microsoft.com/office/officeart/2005/8/layout/lProcess2"/>
    <dgm:cxn modelId="{D37F4CF8-BE9C-4A1B-8C20-AFD4C0D4B0A8}" type="presParOf" srcId="{A39F824D-DA0E-4B10-B806-9D0B13D6AF85}" destId="{3A8CD15B-9330-44AA-B8D3-A9DFC28DEA83}" srcOrd="7" destOrd="0" presId="urn:microsoft.com/office/officeart/2005/8/layout/lProcess2"/>
    <dgm:cxn modelId="{FCFF919C-C41A-474D-90A5-A02542BB671C}" type="presParOf" srcId="{A39F824D-DA0E-4B10-B806-9D0B13D6AF85}" destId="{636D0AF8-FCC4-4424-9D16-384566946B97}" srcOrd="8" destOrd="0" presId="urn:microsoft.com/office/officeart/2005/8/layout/lProcess2"/>
    <dgm:cxn modelId="{D92AC416-DAEB-4BA0-A52E-9D98BD04B034}" type="presParOf" srcId="{636D0AF8-FCC4-4424-9D16-384566946B97}" destId="{74A96415-7A5A-4016-92CB-4C9BED6C316C}" srcOrd="0" destOrd="0" presId="urn:microsoft.com/office/officeart/2005/8/layout/lProcess2"/>
    <dgm:cxn modelId="{A55F353D-4882-487D-870E-0DD9667AE64B}" type="presParOf" srcId="{636D0AF8-FCC4-4424-9D16-384566946B97}" destId="{F7DCC7AF-0086-429A-8AE9-47A03D47F528}" srcOrd="1" destOrd="0" presId="urn:microsoft.com/office/officeart/2005/8/layout/lProcess2"/>
    <dgm:cxn modelId="{55364CD5-6EE1-49D4-B408-BDD1AD007B1C}" type="presParOf" srcId="{636D0AF8-FCC4-4424-9D16-384566946B97}" destId="{3366BC86-424E-4603-A848-19FA36EC5729}" srcOrd="2" destOrd="0" presId="urn:microsoft.com/office/officeart/2005/8/layout/lProcess2"/>
    <dgm:cxn modelId="{974183E5-FBF5-4AAF-B4E5-F9CECF739705}" type="presParOf" srcId="{3366BC86-424E-4603-A848-19FA36EC5729}" destId="{B3DD72CD-C443-47A2-9428-BFBDCF99727C}" srcOrd="0" destOrd="0" presId="urn:microsoft.com/office/officeart/2005/8/layout/lProcess2"/>
    <dgm:cxn modelId="{2F63BCE9-CE6C-40AC-AA0F-007CDDC50A7F}" type="presParOf" srcId="{B3DD72CD-C443-47A2-9428-BFBDCF99727C}" destId="{A77C3DF6-FE43-43F5-A9A9-44F5B087E8EB}" srcOrd="0" destOrd="0" presId="urn:microsoft.com/office/officeart/2005/8/layout/lProcess2"/>
    <dgm:cxn modelId="{F95B0D5D-70CD-4308-9184-1A6E82BE6DA7}" type="presParOf" srcId="{B3DD72CD-C443-47A2-9428-BFBDCF99727C}" destId="{4F821EED-16DB-4B2C-B73F-81CC3330AA1A}" srcOrd="1" destOrd="0" presId="urn:microsoft.com/office/officeart/2005/8/layout/lProcess2"/>
    <dgm:cxn modelId="{57686510-0B76-4FC1-B241-003C6C32F1C4}" type="presParOf" srcId="{B3DD72CD-C443-47A2-9428-BFBDCF99727C}" destId="{485A3519-687E-45E7-B914-95FFC969308E}" srcOrd="2" destOrd="0" presId="urn:microsoft.com/office/officeart/2005/8/layout/lProcess2"/>
    <dgm:cxn modelId="{A7F8A476-8CA0-4DF0-B475-BE7890765E1B}" type="presParOf" srcId="{B3DD72CD-C443-47A2-9428-BFBDCF99727C}" destId="{BA81338E-89C8-4EF4-8EA7-8EDE1FF47D8F}" srcOrd="3" destOrd="0" presId="urn:microsoft.com/office/officeart/2005/8/layout/lProcess2"/>
    <dgm:cxn modelId="{0B00A4C9-310D-476A-960F-BE87200EA8BB}" type="presParOf" srcId="{B3DD72CD-C443-47A2-9428-BFBDCF99727C}" destId="{1F265D7B-C46D-4F1B-81EC-2321BE131015}" srcOrd="4" destOrd="0" presId="urn:microsoft.com/office/officeart/2005/8/layout/lProcess2"/>
    <dgm:cxn modelId="{9AE5BB4D-34C2-4789-A508-A63A222731A3}" type="presParOf" srcId="{B3DD72CD-C443-47A2-9428-BFBDCF99727C}" destId="{1F999499-AC9B-4F51-A784-FEFD763EB233}" srcOrd="5" destOrd="0" presId="urn:microsoft.com/office/officeart/2005/8/layout/lProcess2"/>
    <dgm:cxn modelId="{ECC4C8E8-657B-4448-BB6C-82DC0DC168A3}" type="presParOf" srcId="{B3DD72CD-C443-47A2-9428-BFBDCF99727C}" destId="{83A538B8-6071-42B8-B8FA-32FE989DC2FB}" srcOrd="6" destOrd="0" presId="urn:microsoft.com/office/officeart/2005/8/layout/lProcess2"/>
    <dgm:cxn modelId="{1C3CC514-BBB3-446D-8D63-4944BDB45F32}" type="presParOf" srcId="{A39F824D-DA0E-4B10-B806-9D0B13D6AF85}" destId="{950B9138-70E6-443D-B04A-3CB0DA31B45A}" srcOrd="9" destOrd="0" presId="urn:microsoft.com/office/officeart/2005/8/layout/lProcess2"/>
    <dgm:cxn modelId="{BF6DE61C-EB59-4038-BF2D-5A1004A35D2B}" type="presParOf" srcId="{A39F824D-DA0E-4B10-B806-9D0B13D6AF85}" destId="{FEA0849B-01B9-43ED-9C99-45876BFCA903}" srcOrd="10" destOrd="0" presId="urn:microsoft.com/office/officeart/2005/8/layout/lProcess2"/>
    <dgm:cxn modelId="{687F3ADA-7ECB-4AE4-B6C6-EF6AC8BEBDC8}" type="presParOf" srcId="{FEA0849B-01B9-43ED-9C99-45876BFCA903}" destId="{F6F4C245-1370-4A57-A29B-5CEFD5747614}" srcOrd="0" destOrd="0" presId="urn:microsoft.com/office/officeart/2005/8/layout/lProcess2"/>
    <dgm:cxn modelId="{58D801BB-98BB-46FC-9C9E-B339762AD49F}" type="presParOf" srcId="{FEA0849B-01B9-43ED-9C99-45876BFCA903}" destId="{8E9D2C41-C4C5-4733-8275-E26F2B9F4F14}" srcOrd="1" destOrd="0" presId="urn:microsoft.com/office/officeart/2005/8/layout/lProcess2"/>
    <dgm:cxn modelId="{BECF9989-9F1A-4925-B9D2-BD11FB26028B}" type="presParOf" srcId="{FEA0849B-01B9-43ED-9C99-45876BFCA903}" destId="{1ED80B78-35A5-4F58-9252-C86D690B0E3A}" srcOrd="2" destOrd="0" presId="urn:microsoft.com/office/officeart/2005/8/layout/lProcess2"/>
    <dgm:cxn modelId="{6EBDA023-CB32-4676-9FED-E9E4A9329F16}" type="presParOf" srcId="{1ED80B78-35A5-4F58-9252-C86D690B0E3A}" destId="{F94C6BF0-32FB-4555-BFE7-0F91B8A997B0}" srcOrd="0" destOrd="0" presId="urn:microsoft.com/office/officeart/2005/8/layout/lProcess2"/>
    <dgm:cxn modelId="{E00466F7-283E-4C44-BB47-9189A9D2BB0A}" type="presParOf" srcId="{F94C6BF0-32FB-4555-BFE7-0F91B8A997B0}" destId="{800F1370-4924-42DF-841E-B265663C531D}" srcOrd="0" destOrd="0" presId="urn:microsoft.com/office/officeart/2005/8/layout/lProcess2"/>
    <dgm:cxn modelId="{255EBE6D-0886-4DBF-9CBE-EFEC3D52740D}" type="presParOf" srcId="{F94C6BF0-32FB-4555-BFE7-0F91B8A997B0}" destId="{0D9E7A51-B030-49AF-95A3-E3391500FF1F}" srcOrd="1" destOrd="0" presId="urn:microsoft.com/office/officeart/2005/8/layout/lProcess2"/>
    <dgm:cxn modelId="{956A3F1F-CAD2-4832-B9AC-8735F5CFB837}" type="presParOf" srcId="{F94C6BF0-32FB-4555-BFE7-0F91B8A997B0}" destId="{C0AD2A1A-88B3-4EDB-811C-F1B46C2999BC}" srcOrd="2" destOrd="0" presId="urn:microsoft.com/office/officeart/2005/8/layout/lProcess2"/>
    <dgm:cxn modelId="{90F78244-CB2C-4732-B262-AA8F88976B09}" type="presParOf" srcId="{F94C6BF0-32FB-4555-BFE7-0F91B8A997B0}" destId="{19B39755-BF78-4349-B865-A35E073A31B0}" srcOrd="3" destOrd="0" presId="urn:microsoft.com/office/officeart/2005/8/layout/lProcess2"/>
    <dgm:cxn modelId="{57795BA7-8D70-4697-96FE-5062B098B23D}" type="presParOf" srcId="{F94C6BF0-32FB-4555-BFE7-0F91B8A997B0}" destId="{B971BA54-1C6B-4DD1-97E6-B31EDA8AE2E5}" srcOrd="4" destOrd="0" presId="urn:microsoft.com/office/officeart/2005/8/layout/lProcess2"/>
    <dgm:cxn modelId="{31DC79D3-9C9C-40FF-896B-654F6C3EE8E1}" type="presParOf" srcId="{F94C6BF0-32FB-4555-BFE7-0F91B8A997B0}" destId="{D4DF0EEB-1E7D-4403-A6FC-7DC4091F8F38}" srcOrd="5" destOrd="0" presId="urn:microsoft.com/office/officeart/2005/8/layout/lProcess2"/>
    <dgm:cxn modelId="{88993A63-4304-484C-BDFA-C0B1034F9300}" type="presParOf" srcId="{F94C6BF0-32FB-4555-BFE7-0F91B8A997B0}" destId="{BD51B905-B96B-4EDE-8906-3F68C88D901D}" srcOrd="6" destOrd="0" presId="urn:microsoft.com/office/officeart/2005/8/layout/lProcess2"/>
    <dgm:cxn modelId="{D12F7990-261B-4F32-9967-B4345F9C7A3F}" type="presParOf" srcId="{A39F824D-DA0E-4B10-B806-9D0B13D6AF85}" destId="{C95A60B3-75EC-47F3-877D-2F86B84FC46D}" srcOrd="11" destOrd="0" presId="urn:microsoft.com/office/officeart/2005/8/layout/lProcess2"/>
    <dgm:cxn modelId="{EFE6566F-7E3F-4200-B08C-12FE21AD41EF}" type="presParOf" srcId="{A39F824D-DA0E-4B10-B806-9D0B13D6AF85}" destId="{D9F65EC3-47BE-43C4-86F6-3DF13257C6CF}" srcOrd="12" destOrd="0" presId="urn:microsoft.com/office/officeart/2005/8/layout/lProcess2"/>
    <dgm:cxn modelId="{C7C78F4B-20A9-4113-97E3-A5801D1A5323}" type="presParOf" srcId="{D9F65EC3-47BE-43C4-86F6-3DF13257C6CF}" destId="{492D0EA1-6C90-4EB0-90B4-0DC92ECFC74B}" srcOrd="0" destOrd="0" presId="urn:microsoft.com/office/officeart/2005/8/layout/lProcess2"/>
    <dgm:cxn modelId="{816FA50F-6E78-4FCC-8F75-0F9E7AC7E85F}" type="presParOf" srcId="{D9F65EC3-47BE-43C4-86F6-3DF13257C6CF}" destId="{EBEBEAA9-CD2C-4ED0-B1E3-9CDE5CB0C3CA}" srcOrd="1" destOrd="0" presId="urn:microsoft.com/office/officeart/2005/8/layout/lProcess2"/>
    <dgm:cxn modelId="{E1CAE1D9-2B33-42B5-82E0-47B4201BE509}" type="presParOf" srcId="{D9F65EC3-47BE-43C4-86F6-3DF13257C6CF}" destId="{6C708EE2-69B9-4734-AA1C-B7D45930E3E1}" srcOrd="2" destOrd="0" presId="urn:microsoft.com/office/officeart/2005/8/layout/lProcess2"/>
    <dgm:cxn modelId="{968E6D2F-B21D-4F81-BB97-42416B77FB51}" type="presParOf" srcId="{6C708EE2-69B9-4734-AA1C-B7D45930E3E1}" destId="{E76B1B37-E229-4488-AC82-DBB78223AF0A}" srcOrd="0" destOrd="0" presId="urn:microsoft.com/office/officeart/2005/8/layout/lProcess2"/>
    <dgm:cxn modelId="{C67E8252-057C-4C82-92C3-195390EA4BDD}" type="presParOf" srcId="{E76B1B37-E229-4488-AC82-DBB78223AF0A}" destId="{8A2CA70C-3AA0-4EF2-9B95-BBFFC7EAD6A2}" srcOrd="0" destOrd="0" presId="urn:microsoft.com/office/officeart/2005/8/layout/lProcess2"/>
    <dgm:cxn modelId="{09C3423E-9F7F-4FD2-8553-D834D5F6846D}" type="presParOf" srcId="{E76B1B37-E229-4488-AC82-DBB78223AF0A}" destId="{04E83FB2-7AA5-4AA6-99E5-2E88FBBF1623}" srcOrd="1" destOrd="0" presId="urn:microsoft.com/office/officeart/2005/8/layout/lProcess2"/>
    <dgm:cxn modelId="{A92A03E1-55ED-46AA-839D-513F6B53E300}" type="presParOf" srcId="{E76B1B37-E229-4488-AC82-DBB78223AF0A}" destId="{84E950E9-7466-4806-A845-ECCC7BDC44FF}" srcOrd="2" destOrd="0" presId="urn:microsoft.com/office/officeart/2005/8/layout/lProcess2"/>
    <dgm:cxn modelId="{B623AEF8-C6F3-42AD-B851-5A20DFF70A46}" type="presParOf" srcId="{E76B1B37-E229-4488-AC82-DBB78223AF0A}" destId="{4BB0129A-875D-43EB-84CB-6A941DFEC38D}" srcOrd="3" destOrd="0" presId="urn:microsoft.com/office/officeart/2005/8/layout/lProcess2"/>
    <dgm:cxn modelId="{C74BAD41-1A91-4E24-A6F8-69721C103868}" type="presParOf" srcId="{E76B1B37-E229-4488-AC82-DBB78223AF0A}" destId="{691E76BF-CCB8-4AEB-94D3-DC87BF4A02D1}" srcOrd="4" destOrd="0" presId="urn:microsoft.com/office/officeart/2005/8/layout/lProcess2"/>
    <dgm:cxn modelId="{15D85D6C-AF12-4876-B749-646ADDA51D97}" type="presParOf" srcId="{E76B1B37-E229-4488-AC82-DBB78223AF0A}" destId="{03708BC1-02A9-483A-9F77-30FE64518969}" srcOrd="5" destOrd="0" presId="urn:microsoft.com/office/officeart/2005/8/layout/lProcess2"/>
    <dgm:cxn modelId="{3B47A97B-CA5C-4740-BC21-B01B6B326031}" type="presParOf" srcId="{E76B1B37-E229-4488-AC82-DBB78223AF0A}" destId="{04BF8836-0D60-42C6-9A16-E84867E20447}" srcOrd="6" destOrd="0" presId="urn:microsoft.com/office/officeart/2005/8/layout/lProcess2"/>
    <dgm:cxn modelId="{3326E8BC-6EC8-4152-B115-CE297BA42033}" type="presParOf" srcId="{A39F824D-DA0E-4B10-B806-9D0B13D6AF85}" destId="{4342E0E5-92AA-4734-B528-E05688B4E16F}" srcOrd="13" destOrd="0" presId="urn:microsoft.com/office/officeart/2005/8/layout/lProcess2"/>
    <dgm:cxn modelId="{A2AE71B6-BE33-4ACB-B37C-8EC49F31545E}" type="presParOf" srcId="{A39F824D-DA0E-4B10-B806-9D0B13D6AF85}" destId="{A008D8BB-911A-4176-BDAD-BD98FAEA3C89}" srcOrd="14" destOrd="0" presId="urn:microsoft.com/office/officeart/2005/8/layout/lProcess2"/>
    <dgm:cxn modelId="{E7EBEC49-F9D5-4127-8F8A-4B01DF949238}" type="presParOf" srcId="{A008D8BB-911A-4176-BDAD-BD98FAEA3C89}" destId="{93F514F3-55B1-44E3-8B9E-97C6BAD43ED3}" srcOrd="0" destOrd="0" presId="urn:microsoft.com/office/officeart/2005/8/layout/lProcess2"/>
    <dgm:cxn modelId="{301BA665-E634-4BCD-9521-13C34612F2A0}" type="presParOf" srcId="{A008D8BB-911A-4176-BDAD-BD98FAEA3C89}" destId="{B3089A10-A958-484E-9549-7598DB311811}" srcOrd="1" destOrd="0" presId="urn:microsoft.com/office/officeart/2005/8/layout/lProcess2"/>
    <dgm:cxn modelId="{6D2698CE-2E43-4258-9AC4-780C67B6C407}" type="presParOf" srcId="{A008D8BB-911A-4176-BDAD-BD98FAEA3C89}" destId="{97678C73-81EC-4E1E-A7B6-FBA51F9D1DAF}" srcOrd="2" destOrd="0" presId="urn:microsoft.com/office/officeart/2005/8/layout/lProcess2"/>
    <dgm:cxn modelId="{15465712-97FE-4943-B528-1F284B94FAFB}" type="presParOf" srcId="{97678C73-81EC-4E1E-A7B6-FBA51F9D1DAF}" destId="{9EC601C2-1BFC-4176-A6EB-C5F18A578116}" srcOrd="0" destOrd="0" presId="urn:microsoft.com/office/officeart/2005/8/layout/lProcess2"/>
    <dgm:cxn modelId="{2CC1A148-F959-499F-8835-4DCA9CC45306}" type="presParOf" srcId="{9EC601C2-1BFC-4176-A6EB-C5F18A578116}" destId="{A19E6FA2-A5E1-4BB3-BC1E-4455179C66AB}" srcOrd="0" destOrd="0" presId="urn:microsoft.com/office/officeart/2005/8/layout/lProcess2"/>
    <dgm:cxn modelId="{281F84B1-0359-4237-A3FA-9C3099BAFFA1}" type="presParOf" srcId="{9EC601C2-1BFC-4176-A6EB-C5F18A578116}" destId="{DBE0D947-D50E-4F25-B9B3-4E29491587AA}" srcOrd="1" destOrd="0" presId="urn:microsoft.com/office/officeart/2005/8/layout/lProcess2"/>
    <dgm:cxn modelId="{5938F45E-825F-45B5-ACE2-D2831DE5ACE7}" type="presParOf" srcId="{9EC601C2-1BFC-4176-A6EB-C5F18A578116}" destId="{C292CD7B-F34E-433B-A509-7100601EA5F5}" srcOrd="2" destOrd="0" presId="urn:microsoft.com/office/officeart/2005/8/layout/lProcess2"/>
    <dgm:cxn modelId="{7A376FCD-136C-4CB8-B251-3D79F302A5D5}" type="presParOf" srcId="{9EC601C2-1BFC-4176-A6EB-C5F18A578116}" destId="{1E99E442-355B-4F1F-AB1D-30275155BDF6}" srcOrd="3" destOrd="0" presId="urn:microsoft.com/office/officeart/2005/8/layout/lProcess2"/>
    <dgm:cxn modelId="{BEDF6D53-A390-4BB2-8F56-DE949E034A2D}" type="presParOf" srcId="{9EC601C2-1BFC-4176-A6EB-C5F18A578116}" destId="{38F3CABA-72DA-4055-9274-73BE788A2BA4}" srcOrd="4" destOrd="0" presId="urn:microsoft.com/office/officeart/2005/8/layout/lProcess2"/>
    <dgm:cxn modelId="{FA6C4CD8-8229-42A5-A3B1-105FBD421F64}" type="presParOf" srcId="{9EC601C2-1BFC-4176-A6EB-C5F18A578116}" destId="{B9C218DF-F112-46DF-8BCF-4F503486ED8D}" srcOrd="5" destOrd="0" presId="urn:microsoft.com/office/officeart/2005/8/layout/lProcess2"/>
    <dgm:cxn modelId="{160BB25E-81B0-46B5-88A0-435BE7B5D1CC}" type="presParOf" srcId="{9EC601C2-1BFC-4176-A6EB-C5F18A578116}" destId="{2BB124BB-8581-4A64-B56E-3B6E5C75907F}" srcOrd="6" destOrd="0" presId="urn:microsoft.com/office/officeart/2005/8/layout/lProcess2"/>
    <dgm:cxn modelId="{AA84EC0D-7D80-493D-894C-2C0553B5AA28}" type="presParOf" srcId="{A39F824D-DA0E-4B10-B806-9D0B13D6AF85}" destId="{F7D2C472-AF87-4BD9-9F76-BF7E81276CEC}" srcOrd="15" destOrd="0" presId="urn:microsoft.com/office/officeart/2005/8/layout/lProcess2"/>
    <dgm:cxn modelId="{F5C3F0B2-6AB5-46C9-9279-9B4BAE154B67}" type="presParOf" srcId="{A39F824D-DA0E-4B10-B806-9D0B13D6AF85}" destId="{69FBF93D-DDBB-4ECD-88E5-3D463251D244}" srcOrd="16" destOrd="0" presId="urn:microsoft.com/office/officeart/2005/8/layout/lProcess2"/>
    <dgm:cxn modelId="{0F4978BE-B5C4-408E-A677-7260DCEC06D9}" type="presParOf" srcId="{69FBF93D-DDBB-4ECD-88E5-3D463251D244}" destId="{D65F31FF-0B0E-48B7-9AFA-5F8C009001E1}" srcOrd="0" destOrd="0" presId="urn:microsoft.com/office/officeart/2005/8/layout/lProcess2"/>
    <dgm:cxn modelId="{79808AC6-BCDB-4A3F-A629-8E5FD96DEE94}" type="presParOf" srcId="{69FBF93D-DDBB-4ECD-88E5-3D463251D244}" destId="{87F8ABD0-9218-469A-8570-60FC4E87CEB8}" srcOrd="1" destOrd="0" presId="urn:microsoft.com/office/officeart/2005/8/layout/lProcess2"/>
    <dgm:cxn modelId="{8299DA52-DEA7-4D2E-80DB-F8F59E433402}" type="presParOf" srcId="{69FBF93D-DDBB-4ECD-88E5-3D463251D244}" destId="{96D35DF6-7762-4908-AE91-1969ABB15E34}" srcOrd="2" destOrd="0" presId="urn:microsoft.com/office/officeart/2005/8/layout/lProcess2"/>
    <dgm:cxn modelId="{42AD8C6C-641C-48C2-BE18-1CCC4115D123}" type="presParOf" srcId="{96D35DF6-7762-4908-AE91-1969ABB15E34}" destId="{CA2BBBD3-824B-4852-A61D-F27A00A5CC02}" srcOrd="0" destOrd="0" presId="urn:microsoft.com/office/officeart/2005/8/layout/lProcess2"/>
    <dgm:cxn modelId="{B0BE9634-01D7-4284-AC41-4F5F9143D8E0}" type="presParOf" srcId="{CA2BBBD3-824B-4852-A61D-F27A00A5CC02}" destId="{80914A55-43A6-46A9-B52A-3CF0FEFC0005}" srcOrd="0" destOrd="0" presId="urn:microsoft.com/office/officeart/2005/8/layout/lProcess2"/>
    <dgm:cxn modelId="{A62783C3-DDAA-4BC4-8855-3DC0FDE0EB0E}" type="presParOf" srcId="{CA2BBBD3-824B-4852-A61D-F27A00A5CC02}" destId="{98D1C11C-A83D-4D46-B300-0DE6D24CAE1C}" srcOrd="1" destOrd="0" presId="urn:microsoft.com/office/officeart/2005/8/layout/lProcess2"/>
    <dgm:cxn modelId="{9EE1CDC1-9917-49AB-AA1A-AF9F3837FC6F}" type="presParOf" srcId="{CA2BBBD3-824B-4852-A61D-F27A00A5CC02}" destId="{E9E26418-17AC-43A7-90B5-EFE84627408E}" srcOrd="2" destOrd="0" presId="urn:microsoft.com/office/officeart/2005/8/layout/lProcess2"/>
    <dgm:cxn modelId="{2FD8A0C5-4787-4443-8D45-4730A9C3CF7E}" type="presParOf" srcId="{CA2BBBD3-824B-4852-A61D-F27A00A5CC02}" destId="{2151E996-07B4-4B12-8B3C-FD851826CA6B}" srcOrd="3" destOrd="0" presId="urn:microsoft.com/office/officeart/2005/8/layout/lProcess2"/>
    <dgm:cxn modelId="{FB7AB65B-FF8A-4695-B3FD-282211061234}" type="presParOf" srcId="{CA2BBBD3-824B-4852-A61D-F27A00A5CC02}" destId="{C10F8E35-A5FD-4AFE-B086-D288DA5DAC91}" srcOrd="4" destOrd="0" presId="urn:microsoft.com/office/officeart/2005/8/layout/lProcess2"/>
    <dgm:cxn modelId="{CD908731-D2B8-4630-AE1D-A8E5C84BBF23}" type="presParOf" srcId="{CA2BBBD3-824B-4852-A61D-F27A00A5CC02}" destId="{28F9A57D-A55F-4501-8EF3-5120F3C73C37}" srcOrd="5" destOrd="0" presId="urn:microsoft.com/office/officeart/2005/8/layout/lProcess2"/>
    <dgm:cxn modelId="{A82002B1-471D-42FB-A527-E94D67BAACEC}" type="presParOf" srcId="{CA2BBBD3-824B-4852-A61D-F27A00A5CC02}" destId="{9518AFB2-A4FD-4792-BB4A-9D726DCEC3B0}" srcOrd="6" destOrd="0" presId="urn:microsoft.com/office/officeart/2005/8/layout/lProcess2"/>
  </dgm:cxnLst>
</dgm:dataModel>
</file>

<file path=ppt/graphics/layout1.xml><?xml version="1.0" encoding="utf-8"?>
<dgm:layoutDef xmlns:dgm="http://schemas.openxmlformats.org/drawingml/2006/diagram">
  <dgm:layoutNode name="theList">
    <dgm:choose>
      <dgm:if func="var" arg="dir" op="equ" val="norm">
        <dgm:alg type="lin"/>
      </dgm:if>
      <dgm:else>
        <dgm:alg type="lin">
          <dgm:param type="linDir" val="fromR"/>
        </dgm:alg>
      </dgm:else>
    </dgm:choose>
    <dgm:shape/>
    <dgm:presOf/>
    <dgm:constrLst>
      <dgm:constr type="w" for="ch" forName="compNode" refType="w"/>
      <dgm:constr type="h" for="ch" forName="compNode" refType="h"/>
      <dgm:constr type="w" for="ch" forName="aSpace" refType="w" fact="0.075"/>
      <dgm:constr type="h" for="des" forName="aSpace2" refType="h" fact="0.1"/>
      <dgm:constr type="primFontSz" for="des" forName="textNode" op="equ"/>
      <dgm:constr type="primFontSz" for="des" forName="childNode" op="equ"/>
    </dgm:constrLst>
    <dgm:ruleLst/>
    <dgm:forEach axis="ch" ptType="node">
      <dgm:layoutNode name="compNode">
        <dgm:alg type="composite"/>
        <dgm:shape/>
        <dgm:presOf/>
        <dgm:constrLst>
          <dgm:constr type="w" for="ch" forName="aNode" refType="w"/>
          <dgm:constr type="h" for="ch" forName="aNode" refType="h"/>
          <dgm:constr type="w" for="ch" forName="textNode" refType="w"/>
          <dgm:constr type="h" for="ch" forName="textNode" refType="h" fact="0.3"/>
          <dgm:constr type="ctrX" for="ch" forName="textNode" refType="w" fact="0.5"/>
          <dgm:constr type="w" for="ch" forName="compChildNode" refType="w" fact="0.8"/>
          <dgm:constr type="h" for="ch" forName="compChildNode" refType="h" fact="0.65"/>
          <dgm:constr type="t" for="ch" forName="compChildNode" refType="h" fact="0.3"/>
          <dgm:constr type="ctrX" for="ch" forName="compChildNode" refType="w" fact="0.5"/>
        </dgm:constrLst>
        <dgm:ruleLst/>
        <dgm:layoutNode name="aNode" styleLbl="bgShp">
          <dgm:alg type="sp"/>
          <dgm:shape type="roundRect"/>
          <dgm:presOf axis="self"/>
          <dgm:constrLst/>
          <dgm:ruleLst/>
        </dgm:layoutNode>
        <dgm:layoutNode name="textNode" styleLbl="bgShp">
          <dgm:alg type="tx"/>
          <dgm:shape type="rect"/>
          <dgm:presOf axis="self"/>
          <dgm:constrLst>
            <dgm:constr type="primFontSz" val="65"/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ompChildNode">
          <dgm:alg type="composite"/>
          <dgm:shape/>
          <dgm:presOf/>
          <dgm:constrLst>
            <dgm:constr type="w" for="des" forName="childNode" refType="w"/>
            <dgm:constr type="h" for="des" forName="childNode" refType="h"/>
          </dgm:constrLst>
          <dgm:ruleLst/>
          <dgm:layoutNode name="theInnerList">
            <dgm:alg type="lin">
              <dgm:param type="linDir" val="fromT"/>
            </dgm:alg>
            <dgm:shape/>
            <dgm:presOf/>
            <dgm:constrLst/>
            <dgm:ruleLst/>
            <dgm:forEach axis="ch" ptType="node">
              <dgm:layoutNode name="childNode" styleLbl="node1">
                <dgm:alg type="tx"/>
                <dgm:shape type="roundRect"/>
                <dgm:presOf axis="desOrSelf" ptType="node"/>
                <dgm:constrLst>
                  <dgm:constr type="primFontSz" val="65"/>
                  <dgm:constr type="tMarg" refType="primFontSz" fact="0.15"/>
                  <dgm:constr type="bMarg" refType="primFontSz" fact="0.15"/>
                  <dgm:constr type="lMarg" refType="primFontSz" fact="0.2"/>
                  <dgm:constr type="rMarg" refType="primFontSz" fact="0.2"/>
                </dgm:constrLst>
                <dgm:ruleLst>
                  <dgm:rule type="primFontSz" val="5" fact="NaN" max="NaN"/>
                </dgm:ruleLst>
              </dgm:layoutNode>
              <dgm:choose>
                <dgm:if axis="self" ptType="node" func="revPos" op="equ" val="1"/>
                <dgm:else>
                  <dgm:layoutNode name="aSpace2">
                    <dgm:alg type="sp"/>
                    <dgm:shape/>
                    <dgm:presOf/>
                    <dgm:constrLst/>
                    <dgm:ruleLst/>
                  </dgm:layoutNode>
                </dgm:else>
              </dgm:choose>
            </dgm:forEach>
          </dgm:layoutNode>
        </dgm:layoutNode>
      </dgm:layoutNode>
      <dgm:choose>
        <dgm:if axis="self" ptType="node" func="revPos" op="equ" val="1"/>
        <dgm:else>
          <dgm:layoutNode name="aSpace">
            <dgm:alg type="sp"/>
            <dgm:shape/>
            <dgm:presOf/>
            <dgm:constrLst/>
            <dgm:ruleLst/>
          </dgm:layoutNode>
        </dgm:else>
      </dgm:choose>
    </dgm:forEach>
  </dgm:layoutNode>
</dgm:layoutDef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f00ba685dd3405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Arial"/>
        <a:ea typeface="Arial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53f30727d584b68" /><Relationship Type="http://schemas.openxmlformats.org/officeDocument/2006/relationships/notesMaster" Target="/ppt/notesMasters/notesMaster1.xml" Id="R6930b4201aaf42e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9eeb75fb4f84051" /><Relationship Type="http://schemas.openxmlformats.org/officeDocument/2006/relationships/notesMaster" Target="/ppt/notesMasters/notesMaster1.xml" Id="Rd98012a1ac144c2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71cdafb79794f2b" /><Relationship Type="http://schemas.openxmlformats.org/officeDocument/2006/relationships/notesMaster" Target="/ppt/notesMasters/notesMaster1.xml" Id="Rce527dc1e3864a8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8726b4efa1142c5" /><Relationship Type="http://schemas.openxmlformats.org/officeDocument/2006/relationships/notesMaster" Target="/ppt/notesMasters/notesMaster1.xml" Id="Rd2f9deb6af904b1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37d77d710a74097" /><Relationship Type="http://schemas.openxmlformats.org/officeDocument/2006/relationships/notesMaster" Target="/ppt/notesMasters/notesMaster1.xml" Id="Rb28648ce9f2d4b6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0d725dcb07d4783" /><Relationship Type="http://schemas.openxmlformats.org/officeDocument/2006/relationships/notesMaster" Target="/ppt/notesMasters/notesMaster1.xml" Id="Reae06710a47841a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2e8503ddedd425f" /><Relationship Type="http://schemas.openxmlformats.org/officeDocument/2006/relationships/notesMaster" Target="/ppt/notesMasters/notesMaster1.xml" Id="R6c8cadc1afb145b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cc6bc22c3ce4099" /><Relationship Type="http://schemas.openxmlformats.org/officeDocument/2006/relationships/notesMaster" Target="/ppt/notesMasters/notesMaster1.xml" Id="R11d2300fd658438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6b694854547403b" /><Relationship Type="http://schemas.openxmlformats.org/officeDocument/2006/relationships/notesMaster" Target="/ppt/notesMasters/notesMaster1.xml" Id="R952e0b2a58e0407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7d5483baf34408c" /><Relationship Type="http://schemas.openxmlformats.org/officeDocument/2006/relationships/notesMaster" Target="/ppt/notesMasters/notesMaster1.xml" Id="R2a432f1f55e2414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43870ea678e472f" /><Relationship Type="http://schemas.openxmlformats.org/officeDocument/2006/relationships/notesMaster" Target="/ppt/notesMasters/notesMaster1.xml" Id="R127b221824a74e2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5923da7ec9149c0" /><Relationship Type="http://schemas.openxmlformats.org/officeDocument/2006/relationships/notesMaster" Target="/ppt/notesMasters/notesMaster1.xml" Id="R926b10bfa44242a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1c856d085c44c69" /><Relationship Type="http://schemas.openxmlformats.org/officeDocument/2006/relationships/notesMaster" Target="/ppt/notesMasters/notesMaster1.xml" Id="R5f60ecbe4d2d422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cc7887d22d84a27" /><Relationship Type="http://schemas.openxmlformats.org/officeDocument/2006/relationships/notesMaster" Target="/ppt/notesMasters/notesMaster1.xml" Id="Ra63eaeb16b85419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d2609d561324d35" /><Relationship Type="http://schemas.openxmlformats.org/officeDocument/2006/relationships/notesMaster" Target="/ppt/notesMasters/notesMaster1.xml" Id="Rb174d0ad99b345b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16a7c4e8aef4998" /><Relationship Type="http://schemas.openxmlformats.org/officeDocument/2006/relationships/notesMaster" Target="/ppt/notesMasters/notesMaster1.xml" Id="R9d60d9613fa74e03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a62e93dd26b4480e" /><Relationship Type="http://schemas.openxmlformats.org/officeDocument/2006/relationships/notesMaster" Target="/ppt/notesMasters/notesMaster1.xml" Id="R3e45cd5ab6234475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3d0e853114494188" /><Relationship Type="http://schemas.openxmlformats.org/officeDocument/2006/relationships/notesMaster" Target="/ppt/notesMasters/notesMaster1.xml" Id="R7816670fdafc4bf0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36ab479c27814744" /><Relationship Type="http://schemas.openxmlformats.org/officeDocument/2006/relationships/notesMaster" Target="/ppt/notesMasters/notesMaster1.xml" Id="Rc604630dabc54af8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623e2b888c884713" /><Relationship Type="http://schemas.openxmlformats.org/officeDocument/2006/relationships/notesMaster" Target="/ppt/notesMasters/notesMaster1.xml" Id="Rbd3e8f553a9e4d77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23f0c312fac74347" /><Relationship Type="http://schemas.openxmlformats.org/officeDocument/2006/relationships/notesMaster" Target="/ppt/notesMasters/notesMaster1.xml" Id="Ra97cce2085ac40a3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62d54554ad1244a4" /><Relationship Type="http://schemas.openxmlformats.org/officeDocument/2006/relationships/notesMaster" Target="/ppt/notesMasters/notesMaster1.xml" Id="Rd7d9dd4c74524983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b007fd8d8a20477c" /><Relationship Type="http://schemas.openxmlformats.org/officeDocument/2006/relationships/notesMaster" Target="/ppt/notesMasters/notesMaster1.xml" Id="Rc038037d504741e7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51a0fb48354243ed" /><Relationship Type="http://schemas.openxmlformats.org/officeDocument/2006/relationships/notesMaster" Target="/ppt/notesMasters/notesMaster1.xml" Id="R6ece963f6cc24916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972ff10db06a4ba1" /><Relationship Type="http://schemas.openxmlformats.org/officeDocument/2006/relationships/notesMaster" Target="/ppt/notesMasters/notesMaster1.xml" Id="R80217f8b09744b35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42fb5660e9164df1" /><Relationship Type="http://schemas.openxmlformats.org/officeDocument/2006/relationships/notesMaster" Target="/ppt/notesMasters/notesMaster1.xml" Id="Rf40eec9171e44bda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61280e9ebfe8453d" /><Relationship Type="http://schemas.openxmlformats.org/officeDocument/2006/relationships/notesMaster" Target="/ppt/notesMasters/notesMaster1.xml" Id="R44060376f39b4d48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785f3fd73a294240" /><Relationship Type="http://schemas.openxmlformats.org/officeDocument/2006/relationships/notesMaster" Target="/ppt/notesMasters/notesMaster1.xml" Id="Rc56a11a61dcc410b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11eb661c25644efe" /><Relationship Type="http://schemas.openxmlformats.org/officeDocument/2006/relationships/notesMaster" Target="/ppt/notesMasters/notesMaster1.xml" Id="R821fecb2201441bb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708bd7b2482342ac" /><Relationship Type="http://schemas.openxmlformats.org/officeDocument/2006/relationships/notesMaster" Target="/ppt/notesMasters/notesMaster1.xml" Id="Raa1dc30569714be9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aa305f2a999f4e9a" /><Relationship Type="http://schemas.openxmlformats.org/officeDocument/2006/relationships/notesMaster" Target="/ppt/notesMasters/notesMaster1.xml" Id="Rac168739869d4a83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fddada5bf2564351" /><Relationship Type="http://schemas.openxmlformats.org/officeDocument/2006/relationships/notesMaster" Target="/ppt/notesMasters/notesMaster1.xml" Id="R07db18b345684528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340a736475ef4a25" /><Relationship Type="http://schemas.openxmlformats.org/officeDocument/2006/relationships/notesMaster" Target="/ppt/notesMasters/notesMaster1.xml" Id="R308cc5cc16bf4aec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902d55af190a4dfc" /><Relationship Type="http://schemas.openxmlformats.org/officeDocument/2006/relationships/notesMaster" Target="/ppt/notesMasters/notesMaster1.xml" Id="R76534dd6b1864985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81e7a1dd4bb14124" /><Relationship Type="http://schemas.openxmlformats.org/officeDocument/2006/relationships/notesMaster" Target="/ppt/notesMasters/notesMaster1.xml" Id="Red364711d3554878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5f46073f804646f7" /><Relationship Type="http://schemas.openxmlformats.org/officeDocument/2006/relationships/notesMaster" Target="/ppt/notesMasters/notesMaster1.xml" Id="R9136d450825a499d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7f37308804de4646" /><Relationship Type="http://schemas.openxmlformats.org/officeDocument/2006/relationships/notesMaster" Target="/ppt/notesMasters/notesMaster1.xml" Id="R56e76f62efda4dfb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75d8b27395074c4d" /><Relationship Type="http://schemas.openxmlformats.org/officeDocument/2006/relationships/notesMaster" Target="/ppt/notesMasters/notesMaster1.xml" Id="R27077c38900d4f90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e6753cb511bb4373" /><Relationship Type="http://schemas.openxmlformats.org/officeDocument/2006/relationships/notesMaster" Target="/ppt/notesMasters/notesMaster1.xml" Id="R9c357cad2f7a42fd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2c94a664f5f74d78" /><Relationship Type="http://schemas.openxmlformats.org/officeDocument/2006/relationships/notesMaster" Target="/ppt/notesMasters/notesMaster1.xml" Id="R3618595f900d48b0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1c56c40839b448ca" /><Relationship Type="http://schemas.openxmlformats.org/officeDocument/2006/relationships/notesMaster" Target="/ppt/notesMasters/notesMaster1.xml" Id="R29dec0e8e8104690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ded972d158d64f15" /><Relationship Type="http://schemas.openxmlformats.org/officeDocument/2006/relationships/notesMaster" Target="/ppt/notesMasters/notesMaster1.xml" Id="R8767560ddfbe456f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2912cad4cfaa495a" /><Relationship Type="http://schemas.openxmlformats.org/officeDocument/2006/relationships/notesMaster" Target="/ppt/notesMasters/notesMaster1.xml" Id="R7d18a828ec3242a2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371cc18063fd4eed" /><Relationship Type="http://schemas.openxmlformats.org/officeDocument/2006/relationships/notesMaster" Target="/ppt/notesMasters/notesMaster1.xml" Id="R4aa3d9a697e34eb6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b3859dfb0480434d" /><Relationship Type="http://schemas.openxmlformats.org/officeDocument/2006/relationships/notesMaster" Target="/ppt/notesMasters/notesMaster1.xml" Id="Rdf4110a6e1594a78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be9d79a6630b424a" /><Relationship Type="http://schemas.openxmlformats.org/officeDocument/2006/relationships/notesMaster" Target="/ppt/notesMasters/notesMaster1.xml" Id="R16b7a03eb4c149bd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04aef8b668f549f8" /><Relationship Type="http://schemas.openxmlformats.org/officeDocument/2006/relationships/notesMaster" Target="/ppt/notesMasters/notesMaster1.xml" Id="Rac53f5248ac042a1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9043d324bab04781" /><Relationship Type="http://schemas.openxmlformats.org/officeDocument/2006/relationships/notesMaster" Target="/ppt/notesMasters/notesMaster1.xml" Id="R3ff3a58f810a4b6c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a64f5cc5f01844f1" /><Relationship Type="http://schemas.openxmlformats.org/officeDocument/2006/relationships/notesMaster" Target="/ppt/notesMasters/notesMaster1.xml" Id="Rdcc274755ce74ed6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4ce8a8b4a58c43de" /><Relationship Type="http://schemas.openxmlformats.org/officeDocument/2006/relationships/notesMaster" Target="/ppt/notesMasters/notesMaster1.xml" Id="Rf70a9607e39043e0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700684c336cd45a7" /><Relationship Type="http://schemas.openxmlformats.org/officeDocument/2006/relationships/notesMaster" Target="/ppt/notesMasters/notesMaster1.xml" Id="Re6267778ad06488b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34cd97a9cc434609" /><Relationship Type="http://schemas.openxmlformats.org/officeDocument/2006/relationships/notesMaster" Target="/ppt/notesMasters/notesMaster1.xml" Id="Rcb9f879a61904a1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Obecné vzdělávací schéma odvozené z klinické trajektorie v původní prezentaci. Každá diagnóza má vlastní odborný postup. Paliativní péče není omezena na konec života.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Vzdělávací zjednodušení pro vývojáře. Zkratku ROC používáme pro regionální úroveň péče podle zadání. Nejde o univerzální seznam oprávnění jednotlivých pracovišť.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Návrh funkčních principů pro vývoj, nikoli popis již zavedeného systému.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Doplnění k interpretaci: Hanna et al. analyzují asociace z observačních studií pro vybrané indikace. Modelování používá předpoklad log-lineárního vztahu, nikoli univerzální lineární biologický účinek u každého pacienta. Původní sdělení slidu ponecháno. https://www.bmj.com/content/371/bmj.m4087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Největší</a:t>
            </a:r>
            <a:r>
              <a:t> pokrytí </a:t>
            </a:r>
            <a:r>
              <a:t>testováním</a:t>
            </a:r>
            <a:r>
              <a:t> je </a:t>
            </a:r>
            <a:r>
              <a:t>během</a:t>
            </a:r>
            <a:r>
              <a:t> </a:t>
            </a:r>
            <a:r>
              <a:t>hospitalizace</a:t>
            </a:r>
            <a:r>
              <a:t> – po </a:t>
            </a:r>
            <a:r>
              <a:t>propuštění</a:t>
            </a:r>
            <a:r>
              <a:t> však </a:t>
            </a:r>
            <a:r>
              <a:t>frekvence</a:t>
            </a:r>
            <a:r>
              <a:t> </a:t>
            </a:r>
            <a:r>
              <a:t>sledování</a:t>
            </a:r>
            <a:r>
              <a:t> cholesterolu </a:t>
            </a:r>
            <a:r>
              <a:t>rychle</a:t>
            </a:r>
            <a:r>
              <a:t> klesá a </a:t>
            </a:r>
            <a:r>
              <a:t>přetrvává</a:t>
            </a:r>
            <a:r>
              <a:t> na </a:t>
            </a:r>
            <a:r>
              <a:t>nízké</a:t>
            </a:r>
            <a:r>
              <a:t> úrovni.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Zdroj: ČVUT, 25. 9. 2026, https://aktualne.cvut.cz/tiskove-zpravy/20260925-centralizovat-bychom-nemeli-pacienta-ale-peci-ktera-centralizaci-potrebuje . Článek je koncepční východisko, nikoli závazný klinický protokol. Rozdělení v tomto slidu je návrhem pro diskusi s klinickým garantem.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Návrh procesu vycházející z článku ČVUT z 25. 9. 2026: https://aktualne.cvut.cz/tiskove-zpravy/20260925-centralizovat-bychom-nemeli-pacienta-ale-peci-ktera-centralizaci-potrebuje . Žádné jednotné časové ani klinické kritérium pro automatické předání článek nestanoví.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Hackathonové zadání. Příklady vstupů jsou ilustrativní, nejsou diagnostickým návodem ani kritérii pro doporučení konkrétního pacienta. Prototyp použije syntetické případy a lokálně schválené odborné postupy.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Návrh pro hackathon. Zdroj koncepce: ČVUT, 25. 9. 2026, https://aktualne.cvut.cz/tiskove-zpravy/20260925-centralizovat-bychom-nemeli-pacienta-ale-peci-ktera-centralizaci-potrebuje . Věk sám o sobě není důvodem odmítnutí specializované péče. Klinické podmínky a kapacity je nutné validovat s konkrétní sítí poskytovatelů.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Návrh doprovodné logistické služby. § 2 odst. 2 zákona č. 372/2011 Sb. rozlišuje zdravotnickou dopravní službu a přepravu pacientů neodkladné péče. Nejde o návrh nahradit zdravotnickou dopravu taxi. Právní podmínky taxislužby a smluvní odpovědnost jsou součástí ověření před pilotem. https://ppropo.mpsv.cz/zakon_372_2011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Vlastní funkční návrh pro hackathon. Dojezdové izochrony vyžadují aktuální silniční síť a dopravní model. Odhad ceny není cenovou nabídkou. Zpracování funkčních potřeb pacienta může samo vypovídat o zdraví, proto i toto minimum vyžaduje odpovídající právní titul, ochranu a retenční pravidla.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Právní východiska ověřena k 15. 10. 2026. Zákon č. 372/2011 Sb., zejména § 45 odst. 2 písm. g), § 51 odst. 2 písm. a), § 65–66: https://ppropo.mpsv.cz/zakon_372_2011 . GDPR, zejména čl. 5, 6, 9 odst. 2 písm. h) a odst. 3, 28, 32 a případně 35: https://eur-lex.europa.eu/legal-content/EN/TXT/?uri=CELEX:32016R0679 . ÚOOÚ: https://uoou.gov.cz/verejnost/qa-otazky-a-odpovedi/zdravotnictvi . Souhlas není univerzální náhradou zákonného oprávnění. Model pro externí koordinaci vyžaduje individuální posouzení.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Návrh architektury pro hackathon. Extrakce může běžet v prostředí poskytovatele a zpřístupnit jen strukturovaný výstup. Minimalizace nenahrazuje právní titul. OCR a jazykové modely mohou chybovat. Hodnotit zejména vynechané kritické informace, nesprávné datum, negace a záměnu pacienta. Přístupová práva, šifrování, audit, výmaz pracovních kopií a posouzení nutnosti DPIA musí řešit celý životní cyklus. GDPR čl. 5, 25, 28, 32, 35. https://eur-lex.europa.eu/legal-content/EN/TXT/?uri=CELEX:32016R0679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Vlastní návrh akceptačních scénářů, nejprve se syntetickými daty. U čekání oddělit nezbytnou klinickou přípravu od odstranitelného organizačního zdržení. Hanna et al., BMJ 2020, doi:10.1136/bmj.m4087, hodnotí asociace z observačních studií pro vybrané indikace. Výsledky nepředstavují stejný individuální efekt pro každou diagnózu a každou fázi cesty. https://www.bmj.com/content/371/bmj.m4087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https://aktualne.cvut.cz/tiskove-zpravy/20260925-centralizovat-bychom-nemeli-pacienta-ale-peci-ktera-centralizaci-potrebuje</a:t>
            </a:r>
          </a:p>
          <a:p xmlns:a="http://schemas.openxmlformats.org/drawingml/2006/main">
            <a:r>
              <a:t>https://www.bmj.com/content/371/bmj.m4087</a:t>
            </a:r>
          </a:p>
          <a:p xmlns:a="http://schemas.openxmlformats.org/drawingml/2006/main">
            <a:r>
              <a:t>https://ppropo.mpsv.cz/zakon_372_2011</a:t>
            </a:r>
          </a:p>
          <a:p xmlns:a="http://schemas.openxmlformats.org/drawingml/2006/main">
            <a:r>
              <a:t>https://eur-lex.europa.eu/legal-content/EN/TXT/?uri=CELEX:32016R0679</a:t>
            </a:r>
          </a:p>
          <a:p xmlns:a="http://schemas.openxmlformats.org/drawingml/2006/main">
            <a:r>
              <a:t>https://uoou.gov.cz/verejnost/qa-otazky-a-odpovedi/zdravotnictvi</a:t>
            </a:r>
          </a:p>
          <a:p xmlns:a="http://schemas.openxmlformats.org/drawingml/2006/main">
            <a:r>
              <a:t>Původní slidy zachovávají původní zdroje a sdělení.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cd4c78b4502446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7632bc9be3e430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7cf207693e24fb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13f697cc259403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997392cf9dc499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64f89b0ee8b45c0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1f07b3cb21d4d8b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654745851464a79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f4c050676484088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2532d28086f47b8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f2ba91e19204042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17ba2367fd14fd7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eea7c00dc674d44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F480BF5-6CE1-4BF1-BED2-BDD81B1C960E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F14B93B4-3394-40B8-B282-1C30B89F3CB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EF8C74F-6285-47D2-8B4F-1C34B850A55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1CFC07C-7F76-4F60-A6C8-67C884B71E16}" type="datetimeFigureOut">
              <a:t>14.01.2026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0B77F16-9658-49DA-AF1F-85831BAF593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1C642E4-940E-4A19-A2CD-5D315356766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1FFBFA8-C0F0-48BE-B9BD-412C11F99F91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865157A-F947-42A2-9391-C6EDB8B39EA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846292A-771F-47C8-8777-A9B92C4EB04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04E63B2-EEE7-4B99-B544-B0A9BEDDC7B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1CFC07C-7F76-4F60-A6C8-67C884B71E16}" type="datetimeFigureOut">
              <a:t>14.01.2026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46483E9-2200-46E1-8D6D-0AC976D14A2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432ADF0-99B6-4441-8DA5-F3646E08741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1FFBFA8-C0F0-48BE-B9BD-412C11F99F91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DE90417-1BB1-4EFC-9176-E99B2B18400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1E86DDF-BC3B-4C05-9F35-FB4D4B8DA05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746AB44-61EB-4EC3-9C50-7669BFEB3AE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1CFC07C-7F76-4F60-A6C8-67C884B71E16}" type="datetimeFigureOut">
              <a:t>14.01.2026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80A9C67-834C-416D-8709-1E8C8B1D867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F4567B0-8689-45D7-9221-B2720345D5C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1FFBFA8-C0F0-48BE-B9BD-412C11F99F91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F65D204-621F-492A-9DF9-AEB105648E3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0F219E7C-3205-4B11-82D7-705DD902F21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479DD567-AFE1-472D-907C-833955A8A9D1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40C3B0FD-B923-446F-BEA0-9BECA57042C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1CFC07C-7F76-4F60-A6C8-67C884B71E16}" type="datetimeFigureOut">
              <a:t>14.01.2026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61902073-5694-4C77-ABA2-58C6C28E3C1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4467425A-B0B8-4DF8-A5EE-6C22D960958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1FFBFA8-C0F0-48BE-B9BD-412C11F99F91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40C4BFD-3F45-437B-970F-08FBF403C46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0A6B3C8-C812-4FDB-904A-6E804176918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7040672C-CFDF-4086-B54D-CFE2EBCE228F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E401C410-DD19-47CF-A97E-C24AF9A0E66E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8BDB8481-5300-4811-AF08-B7E2B991FD5F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9375FE9D-A5DD-4275-B56D-59620608CA2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1CFC07C-7F76-4F60-A6C8-67C884B71E16}" type="datetimeFigureOut">
              <a:t>14.01.2026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A57B5F6E-C656-46C1-9FC5-0ECF0977210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1D07580A-4689-4B1D-8191-40243DCFE2A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1FFBFA8-C0F0-48BE-B9BD-412C11F99F91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0E570B9-334F-49A0-B199-CDBDCA738AA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90259CE6-AACC-4C87-B60D-AD455F4C4C3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1CFC07C-7F76-4F60-A6C8-67C884B71E16}" type="datetimeFigureOut">
              <a:t>14.01.2026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731B2B23-6D48-4F31-9789-2743B70AE3E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210F5EE6-452D-451A-B80F-D5F8D1AEF57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1FFBFA8-C0F0-48BE-B9BD-412C11F99F91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0C5B15B0-8190-444F-A557-FC792C41D38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1CFC07C-7F76-4F60-A6C8-67C884B71E16}" type="datetimeFigureOut">
              <a:t>14.01.2026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3DD7DC73-46EF-4430-9A65-AF9226C7A73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09992A45-F8DE-42C9-8A80-9681A087895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1FFBFA8-C0F0-48BE-B9BD-412C11F99F91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0F408F3-BF20-4D02-8FD7-6547A5AA5DB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2ED073D-1F36-4F3D-A9A9-A00E94CD896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82E953CF-7E87-400C-9123-5D0FBBAD4AA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3E2BA183-3062-409E-B6C9-FDA25EB7E83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1CFC07C-7F76-4F60-A6C8-67C884B71E16}" type="datetimeFigureOut">
              <a:t>14.01.2026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24A59EBC-5C6A-498B-B74D-CB4CB5B198B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3C81F6A1-9965-4D3E-B27A-6529737ACA0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1FFBFA8-C0F0-48BE-B9BD-412C11F99F91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287A115-2077-4ED3-AA6C-49C82D1E070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40D810F7-B007-46FC-BCEC-1A44B5F33EBB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 anchor="t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r>
              <a:t>Click icon to add picture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E5361805-47C4-47B4-9F1B-B0462C08176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1CD8CCA1-F086-482C-A61C-48B9769F8E0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1CFC07C-7F76-4F60-A6C8-67C884B71E16}" type="datetimeFigureOut">
              <a:t>14.01.2026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F00D5468-D1F4-44B1-BA5F-533931F08F8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6A3A9A39-0428-4616-A368-B1A98FFD9A2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1FFBFA8-C0F0-48BE-B9BD-412C11F99F91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4CE2094-1EFD-41E1-B490-9FD161BE459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9734009F-D143-460E-AD6D-53CB404BD6B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28A36C4-7D14-45D6-AA68-8751BA0811D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1CFC07C-7F76-4F60-A6C8-67C884B71E16}" type="datetimeFigureOut">
              <a:t>14.01.2026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F62BD9C-921F-4510-8FB7-EB9F64B1B64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089B01F-EFB9-4DF1-85F3-CD067FF0107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1FFBFA8-C0F0-48BE-B9BD-412C11F99F91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ED6DDF39-2C5A-47EA-B906-944F4001808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204BA436-2C26-41E2-A954-FA7F7516653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E0C08DB-7CE7-4AD6-A0C2-9C272F67352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1CFC07C-7F76-4F60-A6C8-67C884B71E16}" type="datetimeFigureOut">
              <a:t>14.01.2026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B7F8F73-3281-40D6-BD53-125937F11CB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BB0C6B5-6C21-4545-9970-C5881B02DC3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1FFBFA8-C0F0-48BE-B9BD-412C11F99F91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userDrawn="1">
  <p:cSld name="1_Nadpis a obsah + grafika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EEE681A-F2C4-4EC7-BA2B-DEAB4C397826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2625984" y="108000"/>
            <a:ext cx="9206017" cy="872204"/>
          </a:xfrm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 sz="2800" kern="2800" baseline="0"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r>
              <a:t>SUBTITLE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2628B669-BD95-46CD-8F1E-4B5EB9AB9218}"/>
              </a:ext>
            </a:extLst>
          </p:cNvPr>
          <p:cNvSpPr>
            <a:spLocks xmlns:a="http://schemas.openxmlformats.org/drawingml/2006/main" noGrp="1"/>
          </p:cNvSpPr>
          <p:nvPr>
            <p:ph idx="1" hasCustomPrompt="1"/>
          </p:nvPr>
        </p:nvSpPr>
        <p:spPr>
          <a:xfrm xmlns:a="http://schemas.openxmlformats.org/drawingml/2006/main">
            <a:off x="336733" y="1227909"/>
            <a:ext cx="7698376" cy="5394692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None/>
              <a:defRPr sz="2000" kern="3000" baseline="0"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lvl="0">
              <a:buNone/>
            </a:pPr>
            <a:r>
              <a:t>INSERT TEXT</a:t>
            </a:r>
          </a:p>
        </p:txBody>
      </p:sp>
      <p:sp>
        <p:nvSpPr>
          <p:cNvPr id="5" name="Picture Placeholder 4">
            <a:extLst xmlns:a="http://schemas.openxmlformats.org/drawingml/2006/main">
              <a:ext uri="{FF2B5EF4-FFF2-40B4-BE49-F238E27FC236}">
                <a16:creationId xmlns:a16="http://schemas.microsoft.com/office/drawing/2014/main" id="{2DD83872-F42F-40A9-9E5A-A9382D8D9D05}"/>
              </a:ext>
            </a:extLst>
          </p:cNvPr>
          <p:cNvSpPr>
            <a:spLocks xmlns:a="http://schemas.openxmlformats.org/drawingml/2006/main" noGrp="1"/>
          </p:cNvSpPr>
          <p:nvPr>
            <p:ph type="pic" idx="10"/>
          </p:nvPr>
        </p:nvSpPr>
        <p:spPr>
          <a:xfrm xmlns:a="http://schemas.openxmlformats.org/drawingml/2006/main">
            <a:off x="8244418" y="1219201"/>
            <a:ext cx="3668183" cy="53816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13.xml><?xml version="1.0" encoding="utf-8"?>
<p:sldLayout xmlns:p="http://schemas.openxmlformats.org/presentationml/2006/main">
  <p:cSld name="Defaul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hape 4">
            <a:extLst xmlns:a="http://schemas.openxmlformats.org/drawingml/2006/main">
              <a:ext uri="{FF2B5EF4-FFF2-40B4-BE49-F238E27FC236}">
                <a16:creationId xmlns:a16="http://schemas.microsoft.com/office/drawing/2014/main" id="{C86D21E4-AA79-46B1-8B90-6385A1980CBE}"/>
              </a:ext>
            </a:extLst>
          </p:cNvPr>
          <p:cNvSpPr>
            <a:spLocks xmlns:a="http://schemas.openxmlformats.org/drawingml/2006/main" noGrp="1"/>
          </p:cNvSpPr>
          <p:nvPr>
            <p:ph type="sldNum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fld id="{86CB4B4D-7CA3-9044-876B-883B54F8677D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120314cee104fa2" /><Relationship Type="http://schemas.openxmlformats.org/officeDocument/2006/relationships/slideLayout" Target="/ppt/slideLayouts/slideLayout1.xml" Id="R9ec8df6d4b5e44df" /><Relationship Type="http://schemas.openxmlformats.org/officeDocument/2006/relationships/slideLayout" Target="/ppt/slideLayouts/slideLayout2.xml" Id="Rac845e00d8f24a08" /><Relationship Type="http://schemas.openxmlformats.org/officeDocument/2006/relationships/slideLayout" Target="/ppt/slideLayouts/slideLayout3.xml" Id="R07f512a277844371" /><Relationship Type="http://schemas.openxmlformats.org/officeDocument/2006/relationships/slideLayout" Target="/ppt/slideLayouts/slideLayout4.xml" Id="R23ccefc8ea0b4bec" /><Relationship Type="http://schemas.openxmlformats.org/officeDocument/2006/relationships/slideLayout" Target="/ppt/slideLayouts/slideLayout5.xml" Id="R86aea61de82c41fd" /><Relationship Type="http://schemas.openxmlformats.org/officeDocument/2006/relationships/slideLayout" Target="/ppt/slideLayouts/slideLayout6.xml" Id="R6efad6ce63474f02" /><Relationship Type="http://schemas.openxmlformats.org/officeDocument/2006/relationships/slideLayout" Target="/ppt/slideLayouts/slideLayout7.xml" Id="R5fa6c4556b9f4449" /><Relationship Type="http://schemas.openxmlformats.org/officeDocument/2006/relationships/slideLayout" Target="/ppt/slideLayouts/slideLayout8.xml" Id="R3544f6b985b3448e" /><Relationship Type="http://schemas.openxmlformats.org/officeDocument/2006/relationships/slideLayout" Target="/ppt/slideLayouts/slideLayout9.xml" Id="R8435b4580c9d4e74" /><Relationship Type="http://schemas.openxmlformats.org/officeDocument/2006/relationships/slideLayout" Target="/ppt/slideLayouts/slideLayout10.xml" Id="R59f04f130cf04303" /><Relationship Type="http://schemas.openxmlformats.org/officeDocument/2006/relationships/slideLayout" Target="/ppt/slideLayouts/slideLayout11.xml" Id="R67f4444acef24790" /><Relationship Type="http://schemas.openxmlformats.org/officeDocument/2006/relationships/slideLayout" Target="/ppt/slideLayouts/slideLayout12.xml" Id="R3bae818d688a469d" /><Relationship Type="http://schemas.openxmlformats.org/officeDocument/2006/relationships/slideLayout" Target="/ppt/slideLayouts/slideLayout13.xml" Id="R8ff0e05d17364e0f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2CD1A35-F815-44C2-9BC6-DBB10FD9041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E2DCB55-9FCB-4D7A-81A3-FA464099F76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FED5208-2982-45DB-BC8F-B74658D908FF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41CFC07C-7F76-4F60-A6C8-67C884B71E16}" type="datetimeFigureOut">
              <a:t>14.01.2026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E477358-FA06-4F52-BC57-0701F4825A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7FF013B-B196-4DBD-BC9E-D1C70F511AE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81FFBFA8-C0F0-48BE-B9BD-412C11F99F91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ec8df6d4b5e44df"/>
    <p:sldLayoutId xmlns:r="http://schemas.openxmlformats.org/officeDocument/2006/relationships" id="2147483650" r:id="Rac845e00d8f24a08"/>
    <p:sldLayoutId xmlns:r="http://schemas.openxmlformats.org/officeDocument/2006/relationships" id="2147483651" r:id="R07f512a277844371"/>
    <p:sldLayoutId xmlns:r="http://schemas.openxmlformats.org/officeDocument/2006/relationships" id="2147483652" r:id="R23ccefc8ea0b4bec"/>
    <p:sldLayoutId xmlns:r="http://schemas.openxmlformats.org/officeDocument/2006/relationships" id="2147483653" r:id="R86aea61de82c41fd"/>
    <p:sldLayoutId xmlns:r="http://schemas.openxmlformats.org/officeDocument/2006/relationships" id="2147483654" r:id="R6efad6ce63474f02"/>
    <p:sldLayoutId xmlns:r="http://schemas.openxmlformats.org/officeDocument/2006/relationships" id="2147483655" r:id="R5fa6c4556b9f4449"/>
    <p:sldLayoutId xmlns:r="http://schemas.openxmlformats.org/officeDocument/2006/relationships" id="2147483656" r:id="R3544f6b985b3448e"/>
    <p:sldLayoutId xmlns:r="http://schemas.openxmlformats.org/officeDocument/2006/relationships" id="2147483657" r:id="R8435b4580c9d4e74"/>
    <p:sldLayoutId xmlns:r="http://schemas.openxmlformats.org/officeDocument/2006/relationships" id="2147483658" r:id="R59f04f130cf04303"/>
    <p:sldLayoutId xmlns:r="http://schemas.openxmlformats.org/officeDocument/2006/relationships" id="2147483659" r:id="R67f4444acef24790"/>
    <p:sldLayoutId xmlns:r="http://schemas.openxmlformats.org/officeDocument/2006/relationships" id="2147483660" r:id="R3bae818d688a469d"/>
    <p:sldLayoutId xmlns:r="http://schemas.openxmlformats.org/officeDocument/2006/relationships" id="2147483661" r:id="R8ff0e05d17364e0f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rial"/>
          <a:ea typeface="Arial"/>
          <a:cs typeface="Arial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Arial"/>
          <a:ea typeface="Arial"/>
          <a:cs typeface="Arial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Arial"/>
          <a:ea typeface="Arial"/>
          <a:cs typeface="Arial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Arial"/>
          <a:ea typeface="Arial"/>
          <a:cs typeface="Arial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Arial"/>
          <a:ea typeface="Arial"/>
          <a:cs typeface="Arial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Arial"/>
          <a:ea typeface="Arial"/>
          <a:cs typeface="Arial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Arial"/>
          <a:ea typeface="Arial"/>
          <a:cs typeface="Arial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Arial"/>
          <a:ea typeface="Arial"/>
          <a:cs typeface="Arial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Arial"/>
          <a:ea typeface="Arial"/>
          <a:cs typeface="Arial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Arial"/>
          <a:ea typeface="Arial"/>
          <a:cs typeface="Arial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Arial"/>
          <a:ea typeface="Arial"/>
          <a:cs typeface="Arial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Arial"/>
          <a:ea typeface="Arial"/>
          <a:cs typeface="Arial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Arial"/>
          <a:ea typeface="Arial"/>
          <a:cs typeface="Arial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Arial"/>
          <a:ea typeface="Arial"/>
          <a:cs typeface="Arial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Arial"/>
          <a:ea typeface="Arial"/>
          <a:cs typeface="Arial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Arial"/>
          <a:ea typeface="Arial"/>
          <a:cs typeface="Arial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Arial"/>
          <a:ea typeface="Arial"/>
          <a:cs typeface="Arial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Arial"/>
        <a:ea typeface="Arial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d1439ebb25c4682" /><Relationship Type="http://schemas.openxmlformats.org/officeDocument/2006/relationships/image" Target="/ppt/media/image.png" Id="R384061f03fc54078" /><Relationship Type="http://schemas.openxmlformats.org/officeDocument/2006/relationships/image" Target="/ppt/media/image.svg" Id="R585386817a494b6c" /><Relationship Type="http://schemas.openxmlformats.org/officeDocument/2006/relationships/image" Target="/ppt/media/image2.png" Id="R212b6c5e0c2a4733" /><Relationship Type="http://schemas.openxmlformats.org/officeDocument/2006/relationships/notesSlide" Target="/ppt/notesSlides/notesSlide1.xml" Id="R382fe57e5d7e4e4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8834dec83254cb0" /><Relationship Type="http://schemas.openxmlformats.org/officeDocument/2006/relationships/image" Target="/ppt/media/image.jpeg" Id="R22b2463274aa407b" /><Relationship Type="http://schemas.openxmlformats.org/officeDocument/2006/relationships/image" Target="/ppt/media/image3.png" Id="Rcd2b6e65982e494e" /><Relationship Type="http://schemas.openxmlformats.org/officeDocument/2006/relationships/image" Target="/ppt/media/image2.svg" Id="Rb2eee6571408496b" /><Relationship Type="http://schemas.openxmlformats.org/officeDocument/2006/relationships/notesSlide" Target="/ppt/notesSlides/notesSlide2.xml" Id="Ra1eb2b26d244492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7e0fc2589c3418c" /><Relationship Type="http://schemas.openxmlformats.org/officeDocument/2006/relationships/image" Target="/ppt/media/image4.png" Id="R055ca81bffc349a1" /><Relationship Type="http://schemas.openxmlformats.org/officeDocument/2006/relationships/image" Target="/ppt/media/image5.png" Id="R046bd4898a0442b1" /><Relationship Type="http://schemas.openxmlformats.org/officeDocument/2006/relationships/image" Target="/ppt/media/image3.svg" Id="R6ac38844cd6e4d14" /><Relationship Type="http://schemas.openxmlformats.org/officeDocument/2006/relationships/notesSlide" Target="/ppt/notesSlides/notesSlide3.xml" Id="Ra1ccdf8bab174fb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f272d63c8a2b4cb5" /><Relationship Type="http://schemas.openxmlformats.org/officeDocument/2006/relationships/image" Target="/ppt/media/image2.jpeg" Id="R5e1ba05f27454340" /><Relationship Type="http://schemas.openxmlformats.org/officeDocument/2006/relationships/image" Target="/ppt/media/image6.png" Id="Rbc9752ef308c43fa" /><Relationship Type="http://schemas.openxmlformats.org/officeDocument/2006/relationships/image" Target="/ppt/media/image4.svg" Id="R7044f46a232b41ef" /><Relationship Type="http://schemas.openxmlformats.org/officeDocument/2006/relationships/notesSlide" Target="/ppt/notesSlides/notesSlide4.xml" Id="R020d157f44d1493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4f366639b594429e" /><Relationship Type="http://schemas.openxmlformats.org/officeDocument/2006/relationships/image" Target="/ppt/media/image7.png" Id="R2a0683f1e176496c" /><Relationship Type="http://schemas.openxmlformats.org/officeDocument/2006/relationships/image" Target="/ppt/media/image8.png" Id="R644a6f94d345482f" /><Relationship Type="http://schemas.openxmlformats.org/officeDocument/2006/relationships/image" Target="/ppt/media/image5.svg" Id="R0a88879b5a92407d" /><Relationship Type="http://schemas.openxmlformats.org/officeDocument/2006/relationships/notesSlide" Target="/ppt/notesSlides/notesSlide5.xml" Id="Rf9e2c1d0cecd40f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886d67e2c13a4ad1" /><Relationship Type="http://schemas.openxmlformats.org/officeDocument/2006/relationships/image" Target="/ppt/media/image9.png" Id="Rbc30d00a4c94466f" /><Relationship Type="http://schemas.openxmlformats.org/officeDocument/2006/relationships/image" Target="/ppt/media/image10.png" Id="Rf9aad2ecc634487a" /><Relationship Type="http://schemas.openxmlformats.org/officeDocument/2006/relationships/image" Target="/ppt/media/image11.png" Id="R3013bbd3c24c45e5" /><Relationship Type="http://schemas.openxmlformats.org/officeDocument/2006/relationships/image" Target="/ppt/media/image6.svg" Id="R2dfb5daf539541e8" /><Relationship Type="http://schemas.openxmlformats.org/officeDocument/2006/relationships/notesSlide" Target="/ppt/notesSlides/notesSlide6.xml" Id="R9c759c5a3690498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55dcd7f6f8b4406" /><Relationship Type="http://schemas.openxmlformats.org/officeDocument/2006/relationships/image" Target="/ppt/media/image12.png" Id="Rfa4ad5748bbc45d4" /><Relationship Type="http://schemas.openxmlformats.org/officeDocument/2006/relationships/image" Target="/ppt/media/image13.png" Id="Ra45042acf4fe4401" /><Relationship Type="http://schemas.openxmlformats.org/officeDocument/2006/relationships/image" Target="/ppt/media/image7.svg" Id="Ree195d5891244594" /><Relationship Type="http://schemas.openxmlformats.org/officeDocument/2006/relationships/notesSlide" Target="/ppt/notesSlides/notesSlide7.xml" Id="R5de98ec80727408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9f3eaed13bb84906" /><Relationship Type="http://schemas.openxmlformats.org/officeDocument/2006/relationships/image" Target="/ppt/media/image14.png" Id="Rc06b2d60026d454f" /><Relationship Type="http://schemas.openxmlformats.org/officeDocument/2006/relationships/image" Target="/ppt/media/image15.png" Id="Ra166ffb53f974298" /><Relationship Type="http://schemas.openxmlformats.org/officeDocument/2006/relationships/image" Target="/ppt/media/image16.png" Id="Rc060077435c240bc" /><Relationship Type="http://schemas.openxmlformats.org/officeDocument/2006/relationships/image" Target="/ppt/media/image8.svg" Id="R0e44c099f8bc49fe" /><Relationship Type="http://schemas.openxmlformats.org/officeDocument/2006/relationships/notesSlide" Target="/ppt/notesSlides/notesSlide8.xml" Id="R9eb858f782424ff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9792d4d6be34f5e" /><Relationship Type="http://schemas.openxmlformats.org/officeDocument/2006/relationships/image" Target="/ppt/media/image17.png" Id="R77c7e11a7e934a8c" /><Relationship Type="http://schemas.openxmlformats.org/officeDocument/2006/relationships/image" Target="/ppt/media/image18.png" Id="Rbe9faabc46614ea2" /><Relationship Type="http://schemas.openxmlformats.org/officeDocument/2006/relationships/image" Target="/ppt/media/image9.svg" Id="R75a4d7f20957439c" /><Relationship Type="http://schemas.openxmlformats.org/officeDocument/2006/relationships/notesSlide" Target="/ppt/notesSlides/notesSlide9.xml" Id="R676024a4ac4d43e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5214032fa34c4db5" /><Relationship Type="http://schemas.openxmlformats.org/officeDocument/2006/relationships/image" Target="/ppt/media/image19.png" Id="R2f8b945accad4d2a" /><Relationship Type="http://schemas.openxmlformats.org/officeDocument/2006/relationships/image" Target="/ppt/media/image20.png" Id="R8da2e656922644da" /><Relationship Type="http://schemas.openxmlformats.org/officeDocument/2006/relationships/image" Target="/ppt/media/image10.svg" Id="R4aaedbb68f1e4c4c" /><Relationship Type="http://schemas.openxmlformats.org/officeDocument/2006/relationships/notesSlide" Target="/ppt/notesSlides/notesSlide10.xml" Id="R53967c14d5184ed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dd201ced97bb47ad" /><Relationship Type="http://schemas.openxmlformats.org/officeDocument/2006/relationships/image" Target="/ppt/media/image21.png" Id="R19d7bbd9a0ec4022" /><Relationship Type="http://schemas.openxmlformats.org/officeDocument/2006/relationships/image" Target="/ppt/media/image22.png" Id="Rd92947227a8f4a9d" /><Relationship Type="http://schemas.openxmlformats.org/officeDocument/2006/relationships/image" Target="/ppt/media/image23.png" Id="Rdb78e2b73aa54baa" /><Relationship Type="http://schemas.openxmlformats.org/officeDocument/2006/relationships/image" Target="/ppt/media/image11.svg" Id="Rf288a622316346e6" /><Relationship Type="http://schemas.openxmlformats.org/officeDocument/2006/relationships/notesSlide" Target="/ppt/notesSlides/notesSlide11.xml" Id="Rfb3de7f585744aa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b90638f64d04fcb" /><Relationship Type="http://schemas.openxmlformats.org/officeDocument/2006/relationships/image" Target="/ppt/media/image3.jpeg" Id="Rf82fff5cb8264186" /><Relationship Type="http://schemas.openxmlformats.org/officeDocument/2006/relationships/image" Target="/ppt/media/image24.png" Id="R71e8110fa01d4d1f" /><Relationship Type="http://schemas.openxmlformats.org/officeDocument/2006/relationships/image" Target="/ppt/media/image12.svg" Id="R9fcf317d12234d57" /><Relationship Type="http://schemas.openxmlformats.org/officeDocument/2006/relationships/notesSlide" Target="/ppt/notesSlides/notesSlide12.xml" Id="Rb8dabf75ac194e6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36237c64bc9494b" /><Relationship Type="http://schemas.openxmlformats.org/officeDocument/2006/relationships/image" Target="/ppt/media/image25.png" Id="R58ed1113a09f496c" /><Relationship Type="http://schemas.openxmlformats.org/officeDocument/2006/relationships/image" Target="/ppt/media/image26.png" Id="R8187e3f64b6849fa" /><Relationship Type="http://schemas.openxmlformats.org/officeDocument/2006/relationships/image" Target="/ppt/media/image13.svg" Id="R62ba32dd336d475d" /><Relationship Type="http://schemas.openxmlformats.org/officeDocument/2006/relationships/notesSlide" Target="/ppt/notesSlides/notesSlide13.xml" Id="R29c778c722ad4a5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79b4a5c97ca4aa2" /><Relationship Type="http://schemas.openxmlformats.org/officeDocument/2006/relationships/image" Target="/ppt/media/image27.png" Id="Rfe0938d81d524f14" /><Relationship Type="http://schemas.openxmlformats.org/officeDocument/2006/relationships/image" Target="/ppt/media/image14.svg" Id="Rfd7552ebd065499b" /><Relationship Type="http://schemas.openxmlformats.org/officeDocument/2006/relationships/notesSlide" Target="/ppt/notesSlides/notesSlide14.xml" Id="R278c5cb10eb24ae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d1e4127b587474a" /><Relationship Type="http://schemas.openxmlformats.org/officeDocument/2006/relationships/image" Target="/ppt/media/image28.png" Id="Rd3f903db19bd4ed8" /><Relationship Type="http://schemas.openxmlformats.org/officeDocument/2006/relationships/image" Target="/ppt/media/image15.svg" Id="Rf9691e63cf294bb7" /><Relationship Type="http://schemas.openxmlformats.org/officeDocument/2006/relationships/notesSlide" Target="/ppt/notesSlides/notesSlide15.xml" Id="Rd83f064006874f4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e04f9467ce548f9" /><Relationship Type="http://schemas.openxmlformats.org/officeDocument/2006/relationships/image" Target="/ppt/media/image29.png" Id="R9883b0af879d4565" /><Relationship Type="http://schemas.openxmlformats.org/officeDocument/2006/relationships/image" Target="/ppt/media/image16.svg" Id="R3726be59b09e42e9" /><Relationship Type="http://schemas.openxmlformats.org/officeDocument/2006/relationships/notesSlide" Target="/ppt/notesSlides/notesSlide16.xml" Id="Rb7d698090b9d43b6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6646e1e923a415a" /><Relationship Type="http://schemas.openxmlformats.org/officeDocument/2006/relationships/image" Target="/ppt/media/image30.png" Id="R7ffe224f289247ba" /><Relationship Type="http://schemas.openxmlformats.org/officeDocument/2006/relationships/image" Target="/ppt/media/image17.svg" Id="R8770c21f439443bc" /><Relationship Type="http://schemas.openxmlformats.org/officeDocument/2006/relationships/notesSlide" Target="/ppt/notesSlides/notesSlide17.xml" Id="Ree8bc74e23e94201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623bcbc24344154" /><Relationship Type="http://schemas.openxmlformats.org/officeDocument/2006/relationships/image" Target="/ppt/media/image31.png" Id="Rbe892ce794584642" /><Relationship Type="http://schemas.openxmlformats.org/officeDocument/2006/relationships/image" Target="/ppt/media/image18.svg" Id="Rf769b1b8bdf44763" /><Relationship Type="http://schemas.openxmlformats.org/officeDocument/2006/relationships/notesSlide" Target="/ppt/notesSlides/notesSlide18.xml" Id="R3cbb66143bf5462b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6bebd6c79c44e19" /><Relationship Type="http://schemas.openxmlformats.org/officeDocument/2006/relationships/image" Target="/ppt/media/image32.png" Id="Rdb30495151314f1b" /><Relationship Type="http://schemas.openxmlformats.org/officeDocument/2006/relationships/image" Target="/ppt/media/image19.svg" Id="R550949c241f8418b" /><Relationship Type="http://schemas.openxmlformats.org/officeDocument/2006/relationships/notesSlide" Target="/ppt/notesSlides/notesSlide19.xml" Id="R750b116e3db54389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68563788af747cd" /><Relationship Type="http://schemas.openxmlformats.org/officeDocument/2006/relationships/image" Target="/ppt/media/image33.png" Id="Rd07da2b98e384497" /><Relationship Type="http://schemas.openxmlformats.org/officeDocument/2006/relationships/image" Target="/ppt/media/image20.svg" Id="Rbe483f782f044ed5" /><Relationship Type="http://schemas.openxmlformats.org/officeDocument/2006/relationships/notesSlide" Target="/ppt/notesSlides/notesSlide20.xml" Id="Ra638025081304858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cffc2bbd8474217" /><Relationship Type="http://schemas.openxmlformats.org/officeDocument/2006/relationships/diagramData" Target="/ppt/graphics/data1.xml" Id="R9b4d02551b7a4bf0" /><Relationship Type="http://schemas.openxmlformats.org/officeDocument/2006/relationships/diagramLayout" Target="/ppt/graphics/layout1.xml" Id="R4db6e703b0a94955" /><Relationship Type="http://schemas.openxmlformats.org/officeDocument/2006/relationships/image" Target="/ppt/media/image34.png" Id="R14e53b531f8a4c29" /><Relationship Type="http://schemas.openxmlformats.org/officeDocument/2006/relationships/image" Target="/ppt/media/image35.png" Id="Re2c2f1acdbee487d" /><Relationship Type="http://schemas.openxmlformats.org/officeDocument/2006/relationships/image" Target="/ppt/media/image36.png" Id="R7105f13c19f54862" /><Relationship Type="http://schemas.openxmlformats.org/officeDocument/2006/relationships/image" Target="/ppt/media/image37.png" Id="R41ae8c7653b94ab3" /><Relationship Type="http://schemas.openxmlformats.org/officeDocument/2006/relationships/image" Target="/ppt/media/image38.png" Id="Rba6ac18a5b5f48ab" /><Relationship Type="http://schemas.openxmlformats.org/officeDocument/2006/relationships/image" Target="/ppt/media/image39.png" Id="R217a4a0dca7c4e3b" /><Relationship Type="http://schemas.openxmlformats.org/officeDocument/2006/relationships/image" Target="/ppt/media/image40.png" Id="Rba8f6706e9b14a43" /><Relationship Type="http://schemas.openxmlformats.org/officeDocument/2006/relationships/image" Target="/ppt/media/image41.png" Id="Rdaab9c0e351a4c43" /><Relationship Type="http://schemas.openxmlformats.org/officeDocument/2006/relationships/image" Target="/ppt/media/image21.svg" Id="Re1d22a7128114b1b" /><Relationship Type="http://schemas.openxmlformats.org/officeDocument/2006/relationships/notesSlide" Target="/ppt/notesSlides/notesSlide21.xml" Id="Rc244d2def6234b13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80c29eb756d4137" /><Relationship Type="http://schemas.openxmlformats.org/officeDocument/2006/relationships/image" Target="/ppt/media/image42.png" Id="R750d8590c71248aa" /><Relationship Type="http://schemas.openxmlformats.org/officeDocument/2006/relationships/image" Target="/ppt/media/image43.png" Id="R971d0dc7b0094a4a" /><Relationship Type="http://schemas.openxmlformats.org/officeDocument/2006/relationships/image" Target="/ppt/media/image22.svg" Id="R6b9d81a84f064787" /><Relationship Type="http://schemas.openxmlformats.org/officeDocument/2006/relationships/notesSlide" Target="/ppt/notesSlides/notesSlide22.xml" Id="Rba7caf62f09748b0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2bd291e41154188" /><Relationship Type="http://schemas.openxmlformats.org/officeDocument/2006/relationships/image" Target="/ppt/media/image44.png" Id="R754105c18f3e4c78" /><Relationship Type="http://schemas.openxmlformats.org/officeDocument/2006/relationships/image" Target="/ppt/media/image45.png" Id="R0b917a277cf14134" /><Relationship Type="http://schemas.openxmlformats.org/officeDocument/2006/relationships/image" Target="/ppt/media/image23.svg" Id="R243c2ab925b54332" /><Relationship Type="http://schemas.openxmlformats.org/officeDocument/2006/relationships/notesSlide" Target="/ppt/notesSlides/notesSlide23.xml" Id="R82dbccc9855b42cf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598cdff75eb49a5" /><Relationship Type="http://schemas.openxmlformats.org/officeDocument/2006/relationships/image" Target="/ppt/media/image46.png" Id="Re35ee80331544381" /><Relationship Type="http://schemas.openxmlformats.org/officeDocument/2006/relationships/image" Target="/ppt/media/image24.svg" Id="Rc2b3f04fb2f14c1e" /><Relationship Type="http://schemas.openxmlformats.org/officeDocument/2006/relationships/notesSlide" Target="/ppt/notesSlides/notesSlide24.xml" Id="R69638183b6214a55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1cb3d405fb84032" /><Relationship Type="http://schemas.openxmlformats.org/officeDocument/2006/relationships/image" Target="/ppt/media/image47.png" Id="R2652e2119a4647b2" /><Relationship Type="http://schemas.openxmlformats.org/officeDocument/2006/relationships/image" Target="/ppt/media/image25.svg" Id="R91a078b3bf764bbe" /><Relationship Type="http://schemas.openxmlformats.org/officeDocument/2006/relationships/notesSlide" Target="/ppt/notesSlides/notesSlide25.xml" Id="R80396198a4d64379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7d409a993514d18" /><Relationship Type="http://schemas.openxmlformats.org/officeDocument/2006/relationships/image" Target="/ppt/media/image48.png" Id="R9aef5d0e0a074bf2" /><Relationship Type="http://schemas.openxmlformats.org/officeDocument/2006/relationships/image" Target="/ppt/media/image49.png" Id="R305ff35cb50b40eb" /><Relationship Type="http://schemas.openxmlformats.org/officeDocument/2006/relationships/image" Target="/ppt/media/image50.png" Id="R9a8ee665da2c4cb6" /><Relationship Type="http://schemas.openxmlformats.org/officeDocument/2006/relationships/image" Target="/ppt/media/image26.svg" Id="Rc7874d0b4e0243d0" /><Relationship Type="http://schemas.openxmlformats.org/officeDocument/2006/relationships/notesSlide" Target="/ppt/notesSlides/notesSlide26.xml" Id="Rebee81ed50b4460c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521b0c9a3464092" /><Relationship Type="http://schemas.openxmlformats.org/officeDocument/2006/relationships/image" Target="/ppt/media/image51.png" Id="Re0abc14ce80c4e0b" /><Relationship Type="http://schemas.openxmlformats.org/officeDocument/2006/relationships/image" Target="/ppt/media/image52.png" Id="Ra1a2da03d59f4e22" /><Relationship Type="http://schemas.openxmlformats.org/officeDocument/2006/relationships/image" Target="/ppt/media/image53.png" Id="Rfa078d6fe41742c5" /><Relationship Type="http://schemas.openxmlformats.org/officeDocument/2006/relationships/image" Target="/ppt/media/image27.svg" Id="Re9ebecd5d73a4b98" /><Relationship Type="http://schemas.openxmlformats.org/officeDocument/2006/relationships/notesSlide" Target="/ppt/notesSlides/notesSlide27.xml" Id="Rec415afce1ed4a91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475ae3fa3264fb7" /><Relationship Type="http://schemas.openxmlformats.org/officeDocument/2006/relationships/image" Target="/ppt/media/image54.png" Id="R0e5ebfcf68d94c69" /><Relationship Type="http://schemas.openxmlformats.org/officeDocument/2006/relationships/image" Target="/ppt/media/image55.png" Id="R30926bf5c3034b9c" /><Relationship Type="http://schemas.openxmlformats.org/officeDocument/2006/relationships/image" Target="/ppt/media/image28.svg" Id="R88c73af7a4e246de" /><Relationship Type="http://schemas.openxmlformats.org/officeDocument/2006/relationships/notesSlide" Target="/ppt/notesSlides/notesSlide28.xml" Id="R82a4a4ba31e6443e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384b53dcd7c47c6" /><Relationship Type="http://schemas.openxmlformats.org/officeDocument/2006/relationships/image" Target="/ppt/media/image56.png" Id="R779bf8b50f374901" /><Relationship Type="http://schemas.openxmlformats.org/officeDocument/2006/relationships/image" Target="/ppt/media/image57.png" Id="R3d31f40734f34d84" /><Relationship Type="http://schemas.openxmlformats.org/officeDocument/2006/relationships/image" Target="/ppt/media/image29.svg" Id="R8ba37d2e2d3f4361" /><Relationship Type="http://schemas.openxmlformats.org/officeDocument/2006/relationships/notesSlide" Target="/ppt/notesSlides/notesSlide29.xml" Id="R4cf0e98e9218471a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0809f01a07a542d5" /><Relationship Type="http://schemas.openxmlformats.org/officeDocument/2006/relationships/image" Target="/ppt/media/image58.png" Id="R126590396ac14352" /><Relationship Type="http://schemas.openxmlformats.org/officeDocument/2006/relationships/image" Target="/ppt/media/image59.png" Id="Rc9fca236cc5a4817" /><Relationship Type="http://schemas.openxmlformats.org/officeDocument/2006/relationships/image" Target="/ppt/media/image30.svg" Id="R4fd21b8e77464534" /><Relationship Type="http://schemas.openxmlformats.org/officeDocument/2006/relationships/notesSlide" Target="/ppt/notesSlides/notesSlide30.xml" Id="R4106ecf1dd6548fa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0c3d0ca46214010" /><Relationship Type="http://schemas.openxmlformats.org/officeDocument/2006/relationships/image" Target="/ppt/media/image60.png" Id="R2c1c05ec40cf4f17" /><Relationship Type="http://schemas.openxmlformats.org/officeDocument/2006/relationships/image" Target="/ppt/media/image61.png" Id="Rdb8c9f2604d44fd2" /><Relationship Type="http://schemas.openxmlformats.org/officeDocument/2006/relationships/image" Target="/ppt/media/image62.png" Id="R0f9c81ed259f47c5" /><Relationship Type="http://schemas.openxmlformats.org/officeDocument/2006/relationships/image" Target="/ppt/media/image63.png" Id="R37a376593e964dd2" /><Relationship Type="http://schemas.openxmlformats.org/officeDocument/2006/relationships/image" Target="/ppt/media/image31.svg" Id="R87c814267b804995" /><Relationship Type="http://schemas.openxmlformats.org/officeDocument/2006/relationships/notesSlide" Target="/ppt/notesSlides/notesSlide31.xml" Id="R385b0d6a390e45ee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2b2ff39b8bb4189" /><Relationship Type="http://schemas.openxmlformats.org/officeDocument/2006/relationships/image" Target="/ppt/media/image64.png" Id="R3974794acf584158" /><Relationship Type="http://schemas.openxmlformats.org/officeDocument/2006/relationships/image" Target="/ppt/media/image65.png" Id="Rd903ffbcf023419b" /><Relationship Type="http://schemas.openxmlformats.org/officeDocument/2006/relationships/image" Target="/ppt/media/image32.svg" Id="R7551e8b42a3744fa" /><Relationship Type="http://schemas.openxmlformats.org/officeDocument/2006/relationships/notesSlide" Target="/ppt/notesSlides/notesSlide32.xml" Id="Rd3bedfdea99e46d5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36215c41cc74351" /><Relationship Type="http://schemas.openxmlformats.org/officeDocument/2006/relationships/image" Target="/ppt/media/image66.png" Id="Ra86a38f270944caa" /><Relationship Type="http://schemas.openxmlformats.org/officeDocument/2006/relationships/image" Target="/ppt/media/image33.svg" Id="R8d5a1bd999c2448c" /><Relationship Type="http://schemas.openxmlformats.org/officeDocument/2006/relationships/notesSlide" Target="/ppt/notesSlides/notesSlide33.xml" Id="R6662e7b4b34c42eb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a14b369412447bd" /><Relationship Type="http://schemas.openxmlformats.org/officeDocument/2006/relationships/image" Target="/ppt/media/image67.png" Id="R1233765a1fe54a87" /><Relationship Type="http://schemas.openxmlformats.org/officeDocument/2006/relationships/image" Target="/ppt/media/image34.svg" Id="Ra30fa7695cbb4730" /><Relationship Type="http://schemas.openxmlformats.org/officeDocument/2006/relationships/notesSlide" Target="/ppt/notesSlides/notesSlide34.xml" Id="Rb98200d426d44e3f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edec9c25d4a431f" /><Relationship Type="http://schemas.openxmlformats.org/officeDocument/2006/relationships/image" Target="/ppt/media/image52.png" Id="R7eec833a8f994b02" /><Relationship Type="http://schemas.openxmlformats.org/officeDocument/2006/relationships/image" Target="/ppt/media/image68.png" Id="R38c62cbb42c64367" /><Relationship Type="http://schemas.openxmlformats.org/officeDocument/2006/relationships/image" Target="/ppt/media/image35.svg" Id="Re94f29dccfb443f4" /><Relationship Type="http://schemas.openxmlformats.org/officeDocument/2006/relationships/notesSlide" Target="/ppt/notesSlides/notesSlide35.xml" Id="Rd8f23d7507874a71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cb63053d0d74f7d" /><Relationship Type="http://schemas.openxmlformats.org/officeDocument/2006/relationships/image" Target="/ppt/media/image48.png" Id="R4820e06b035e4777" /><Relationship Type="http://schemas.openxmlformats.org/officeDocument/2006/relationships/image" Target="/ppt/media/image49.png" Id="R296616627edb4abc" /><Relationship Type="http://schemas.openxmlformats.org/officeDocument/2006/relationships/image" Target="/ppt/media/image69.png" Id="Rd8805eb7fbc54582" /><Relationship Type="http://schemas.openxmlformats.org/officeDocument/2006/relationships/image" Target="/ppt/media/image36.svg" Id="R11b21a06bbbb4b4b" /><Relationship Type="http://schemas.openxmlformats.org/officeDocument/2006/relationships/notesSlide" Target="/ppt/notesSlides/notesSlide36.xml" Id="Ra12fe4b9886d4008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e347378b80c4e60" /><Relationship Type="http://schemas.openxmlformats.org/officeDocument/2006/relationships/image" Target="/ppt/media/image56.png" Id="R7a1eea6473644836" /><Relationship Type="http://schemas.openxmlformats.org/officeDocument/2006/relationships/image" Target="/ppt/media/image70.png" Id="Rafe8df2ce796410f" /><Relationship Type="http://schemas.openxmlformats.org/officeDocument/2006/relationships/image" Target="/ppt/media/image37.svg" Id="R9d21e5e063d94fe7" /><Relationship Type="http://schemas.openxmlformats.org/officeDocument/2006/relationships/notesSlide" Target="/ppt/notesSlides/notesSlide37.xml" Id="R4c9e2632e52443c5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5a7061b26b047c5" /><Relationship Type="http://schemas.openxmlformats.org/officeDocument/2006/relationships/image" Target="/ppt/media/image71.png" Id="Re5bae9c8b2ca4e17" /><Relationship Type="http://schemas.openxmlformats.org/officeDocument/2006/relationships/image" Target="/ppt/media/image72.png" Id="Rd76f993a6b2d467b" /><Relationship Type="http://schemas.openxmlformats.org/officeDocument/2006/relationships/image" Target="/ppt/media/image73.png" Id="R7a7ddffaa160470e" /><Relationship Type="http://schemas.openxmlformats.org/officeDocument/2006/relationships/image" Target="/ppt/media/image74.png" Id="R3f7f83a825a546af" /><Relationship Type="http://schemas.openxmlformats.org/officeDocument/2006/relationships/image" Target="/ppt/media/image75.png" Id="Rc0469f39c4da4f86" /><Relationship Type="http://schemas.openxmlformats.org/officeDocument/2006/relationships/image" Target="/ppt/media/image76.png" Id="R1137018683f84040" /><Relationship Type="http://schemas.openxmlformats.org/officeDocument/2006/relationships/image" Target="/ppt/media/image77.png" Id="R521ccea61112426a" /><Relationship Type="http://schemas.openxmlformats.org/officeDocument/2006/relationships/image" Target="/ppt/media/image78.png" Id="R4de8e71d1aa9416e" /><Relationship Type="http://schemas.openxmlformats.org/officeDocument/2006/relationships/image" Target="/ppt/media/image38.svg" Id="Rab2b73cca8154d75" /><Relationship Type="http://schemas.openxmlformats.org/officeDocument/2006/relationships/notesSlide" Target="/ppt/notesSlides/notesSlide38.xml" Id="R3066b886860b488a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9a931cd81044281" /><Relationship Type="http://schemas.openxmlformats.org/officeDocument/2006/relationships/image" Target="/ppt/media/image79.png" Id="R04e460e5e3e64b1a" /><Relationship Type="http://schemas.openxmlformats.org/officeDocument/2006/relationships/image" Target="/ppt/media/image39.svg" Id="R4640719ef90e42b6" /><Relationship Type="http://schemas.openxmlformats.org/officeDocument/2006/relationships/notesSlide" Target="/ppt/notesSlides/notesSlide39.xml" Id="Re5d79654d5404935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2179b0b76d6e4196" /><Relationship Type="http://schemas.openxmlformats.org/officeDocument/2006/relationships/image" Target="/ppt/media/image80.png" Id="R779d029e34ed4b5e" /><Relationship Type="http://schemas.openxmlformats.org/officeDocument/2006/relationships/image" Target="/ppt/media/image40.svg" Id="Rc917cbeb129a460c" /><Relationship Type="http://schemas.openxmlformats.org/officeDocument/2006/relationships/notesSlide" Target="/ppt/notesSlides/notesSlide40.xml" Id="R5ba3d3432f734cfd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eadf6283fdb46e8" /><Relationship Type="http://schemas.openxmlformats.org/officeDocument/2006/relationships/image" Target="/ppt/media/image81.png" Id="Rf6d802d98f5c4de5" /><Relationship Type="http://schemas.openxmlformats.org/officeDocument/2006/relationships/image" Target="/ppt/media/image82.png" Id="Rfeb62b9e0adc42b6" /><Relationship Type="http://schemas.openxmlformats.org/officeDocument/2006/relationships/image" Target="/ppt/media/image83.png" Id="R8d864239e1224cd5" /><Relationship Type="http://schemas.openxmlformats.org/officeDocument/2006/relationships/image" Target="/ppt/media/image41.svg" Id="Ra190395ba5254571" /><Relationship Type="http://schemas.openxmlformats.org/officeDocument/2006/relationships/notesSlide" Target="/ppt/notesSlides/notesSlide41.xml" Id="Rd6c5830af23b4626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bddf7c3996942d8" /><Relationship Type="http://schemas.openxmlformats.org/officeDocument/2006/relationships/image" Target="/ppt/media/image84.png" Id="Rec3fe800113849e8" /><Relationship Type="http://schemas.openxmlformats.org/officeDocument/2006/relationships/image" Target="/ppt/media/image85.png" Id="R08c04d62afdc4bc5" /><Relationship Type="http://schemas.openxmlformats.org/officeDocument/2006/relationships/image" Target="/ppt/media/image42.svg" Id="R2cfed0a425bc48ca" /><Relationship Type="http://schemas.openxmlformats.org/officeDocument/2006/relationships/notesSlide" Target="/ppt/notesSlides/notesSlide42.xml" Id="Rd25add2562254cda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1ada3c7c4634d8a" /><Relationship Type="http://schemas.openxmlformats.org/officeDocument/2006/relationships/image" Target="/ppt/media/image86.png" Id="R1584071de5914e80" /><Relationship Type="http://schemas.openxmlformats.org/officeDocument/2006/relationships/image" Target="/ppt/media/image87.png" Id="R7133b726701c4c25" /><Relationship Type="http://schemas.openxmlformats.org/officeDocument/2006/relationships/image" Target="/ppt/media/image43.svg" Id="Ra2bd31179e5a4f99" /><Relationship Type="http://schemas.openxmlformats.org/officeDocument/2006/relationships/notesSlide" Target="/ppt/notesSlides/notesSlide43.xml" Id="R909b902f6f47494f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5d0a61a89604393" /><Relationship Type="http://schemas.openxmlformats.org/officeDocument/2006/relationships/image" Target="/ppt/media/image88.png" Id="R03529562683e4f1a" /><Relationship Type="http://schemas.openxmlformats.org/officeDocument/2006/relationships/image" Target="/ppt/media/image44.svg" Id="Rd0edb2bec3304a45" /><Relationship Type="http://schemas.openxmlformats.org/officeDocument/2006/relationships/notesSlide" Target="/ppt/notesSlides/notesSlide44.xml" Id="R290b098d60f6435b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e7660d3a9904dc6" /><Relationship Type="http://schemas.openxmlformats.org/officeDocument/2006/relationships/image" Target="/ppt/media/image89.png" Id="Rfcccc9c4daa345e3" /><Relationship Type="http://schemas.openxmlformats.org/officeDocument/2006/relationships/image" Target="/ppt/media/image45.svg" Id="R4dc8fa24bc8d46d5" /><Relationship Type="http://schemas.openxmlformats.org/officeDocument/2006/relationships/notesSlide" Target="/ppt/notesSlides/notesSlide45.xml" Id="R77a004b913df4093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5c8a85dbeb84c0e" /><Relationship Type="http://schemas.openxmlformats.org/officeDocument/2006/relationships/image" Target="/ppt/media/image90.png" Id="R2f1c806d47b24fd5" /><Relationship Type="http://schemas.openxmlformats.org/officeDocument/2006/relationships/image" Target="/ppt/media/image46.svg" Id="Rf5a50d78675048ee" /><Relationship Type="http://schemas.openxmlformats.org/officeDocument/2006/relationships/notesSlide" Target="/ppt/notesSlides/notesSlide46.xml" Id="Ra79e90b903fd4bae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d8b2bab55684ae6" /><Relationship Type="http://schemas.openxmlformats.org/officeDocument/2006/relationships/image" Target="/ppt/media/image91.png" Id="Rac704bf93e244665" /><Relationship Type="http://schemas.openxmlformats.org/officeDocument/2006/relationships/image" Target="/ppt/media/image47.svg" Id="Rfd290e8c5cef4721" /><Relationship Type="http://schemas.openxmlformats.org/officeDocument/2006/relationships/notesSlide" Target="/ppt/notesSlides/notesSlide47.xml" Id="R74de87f7a9154f52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10137a919f24d5c" /><Relationship Type="http://schemas.openxmlformats.org/officeDocument/2006/relationships/image" Target="/ppt/media/image92.png" Id="Rdb63c2702c534428" /><Relationship Type="http://schemas.openxmlformats.org/officeDocument/2006/relationships/image" Target="/ppt/media/image48.svg" Id="R348cb557205a4a59" /><Relationship Type="http://schemas.openxmlformats.org/officeDocument/2006/relationships/notesSlide" Target="/ppt/notesSlides/notesSlide48.xml" Id="Rbf6b0b53ce594577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cc5c4a604364cf9" /><Relationship Type="http://schemas.openxmlformats.org/officeDocument/2006/relationships/image" Target="/ppt/media/image93.png" Id="R50d2218cfd6d45c3" /><Relationship Type="http://schemas.openxmlformats.org/officeDocument/2006/relationships/image" Target="/ppt/media/image49.svg" Id="R6c306e027b154698" /><Relationship Type="http://schemas.openxmlformats.org/officeDocument/2006/relationships/notesSlide" Target="/ppt/notesSlides/notesSlide49.xml" Id="R34c28a2dff494942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80ce3356e7b4880" /><Relationship Type="http://schemas.openxmlformats.org/officeDocument/2006/relationships/image" Target="/ppt/media/image94.png" Id="R4262a0d76b2c4dd3" /><Relationship Type="http://schemas.openxmlformats.org/officeDocument/2006/relationships/image" Target="/ppt/media/image50.svg" Id="R6e82167fee734712" /><Relationship Type="http://schemas.openxmlformats.org/officeDocument/2006/relationships/notesSlide" Target="/ppt/notesSlides/notesSlide50.xml" Id="R0957569dea48479b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c44cb5f197446f2" /><Relationship Type="http://schemas.openxmlformats.org/officeDocument/2006/relationships/image" Target="/ppt/media/image95.png" Id="R5b48f7b257794aff" /><Relationship Type="http://schemas.openxmlformats.org/officeDocument/2006/relationships/image" Target="/ppt/media/image51.svg" Id="R33a5fc63d9be43e7" /><Relationship Type="http://schemas.openxmlformats.org/officeDocument/2006/relationships/notesSlide" Target="/ppt/notesSlides/notesSlide51.xml" Id="R7376cb305a6842c8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fca1fc9292342ba" /><Relationship Type="http://schemas.openxmlformats.org/officeDocument/2006/relationships/image" Target="/ppt/media/image96.png" Id="Ra2a566cf26434589" /><Relationship Type="http://schemas.openxmlformats.org/officeDocument/2006/relationships/image" Target="/ppt/media/image52.svg" Id="Rd9970737ea364aa7" /><Relationship Type="http://schemas.openxmlformats.org/officeDocument/2006/relationships/image" Target="/ppt/media/image97.png" Id="R361d52ed5ef0411b" /><Relationship Type="http://schemas.openxmlformats.org/officeDocument/2006/relationships/notesSlide" Target="/ppt/notesSlides/notesSlide52.xml" Id="R4436de62f2df473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brand-rule">
            <a:extLst xmlns:a="http://schemas.openxmlformats.org/drawingml/2006/main">
              <a:ext uri="{FF2B5EF4-FFF2-40B4-BE49-F238E27FC236}">
                <a16:creationId xmlns:a16="http://schemas.microsoft.com/office/drawing/2014/main" id="{23953E5E-4FA0-4388-9DE2-89E2F6158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5B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A8FAD7-2A25-4ECB-A3A7-25D63FDA88E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4061f03fc54078">
            <a:extLst>
              <a:ext uri="{96DAC541-7B7A-43D3-8B79-37D633B846F1}">
                <asvg:svgBlip xmlns:asvg="http://schemas.microsoft.com/office/drawing/2016/SVG/main" r:embed="R585386817a494b6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47675" y="6343650"/>
            <a:ext cx="1504950" cy="409575"/>
          </a:xfrm>
          <a:prstGeom xmlns:a="http://schemas.openxmlformats.org/drawingml/2006/main" prst="rect">
            <a:avLst/>
          </a:prstGeom>
        </p:spPr>
      </p:pic>
      <p:sp>
        <p:nvSpPr>
          <p:cNvPr id="3" name="brand-rule">
            <a:extLst xmlns:a="http://schemas.openxmlformats.org/drawingml/2006/main">
              <a:ext uri="{FF2B5EF4-FFF2-40B4-BE49-F238E27FC236}">
                <a16:creationId xmlns:a16="http://schemas.microsoft.com/office/drawing/2014/main" id="{F837E5BF-03CB-469D-B41C-CAFDBF9D6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6448425"/>
            <a:ext cx="9191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C487A5C2-2FE5-4D27-8BBB-E56E06939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85900"/>
            <a:ext cx="700087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75" b="1">
                <a:solidFill>
                  <a:srgbClr val="17324D"/>
                </a:solidFill>
              </a:defRPr>
            </a:defPPr>
          </a:lstStyle>
          <a:p xmlns:a="http://schemas.openxmlformats.org/drawingml/2006/main">
            <a:pPr>
              <a:defRPr sz="3675" b="1">
                <a:solidFill>
                  <a:srgbClr val="17324D"/>
                </a:solidFill>
              </a:defRPr>
            </a:pPr>
            <a:r>
              <a:rPr sz="3675" b="1">
                <a:solidFill>
                  <a:srgbClr val="17324D"/>
                </a:solidFill>
              </a:rPr>
              <a:t>Systémová koordinace</a:t>
            </a:r>
          </a:p>
          <a:p xmlns:a="http://schemas.openxmlformats.org/drawingml/2006/main">
            <a:pPr>
              <a:defRPr sz="3675" b="1">
                <a:solidFill>
                  <a:srgbClr val="17324D"/>
                </a:solidFill>
              </a:defRPr>
            </a:pPr>
            <a:r>
              <a:rPr sz="3675" b="1">
                <a:solidFill>
                  <a:srgbClr val="17324D"/>
                </a:solidFill>
              </a:rPr>
              <a:t>cesty pacienta</a:t>
            </a:r>
          </a:p>
        </p:txBody>
      </p:sp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2DC23E0F-D071-4210-A1C1-C609B2281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67025"/>
            <a:ext cx="647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52677A"/>
                </a:solidFill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52677A"/>
                </a:solidFill>
              </a:defRPr>
            </a:pPr>
            <a:r>
              <a:rPr sz="2025" b="0">
                <a:solidFill>
                  <a:srgbClr val="52677A"/>
                </a:solidFill>
              </a:rPr>
              <a:t>Vzdělávací kurz</a:t>
            </a:r>
          </a:p>
        </p:txBody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3DC85421-6D70-48C6-8A78-61F8606B5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38550"/>
            <a:ext cx="68389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550" b="1">
                <a:solidFill>
                  <a:srgbClr val="0065BD"/>
                </a:solidFill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0065BD"/>
                </a:solidFill>
              </a:defRPr>
            </a:pPr>
            <a:r>
              <a:rPr sz="2550" b="1">
                <a:solidFill>
                  <a:srgbClr val="0065BD"/>
                </a:solidFill>
              </a:rPr>
              <a:t>Blok 2 (9.30–11.00):</a:t>
            </a:r>
          </a:p>
          <a:p xmlns:a="http://schemas.openxmlformats.org/drawingml/2006/main">
            <a:pPr>
              <a:defRPr sz="2550" b="1">
                <a:solidFill>
                  <a:srgbClr val="0065BD"/>
                </a:solidFill>
              </a:defRPr>
            </a:pPr>
            <a:r>
              <a:rPr sz="2550" b="1">
                <a:solidFill>
                  <a:srgbClr val="0065BD"/>
                </a:solidFill>
              </a:rPr>
              <a:t>Analýza cesty onkologického pacienta</a:t>
            </a:r>
          </a:p>
        </p:txBody>
      </p:sp>
      <p:sp>
        <p:nvSpPr>
          <p:cNvPr id="7" name="text-5">
            <a:extLst xmlns:a="http://schemas.openxmlformats.org/drawingml/2006/main">
              <a:ext uri="{FF2B5EF4-FFF2-40B4-BE49-F238E27FC236}">
                <a16:creationId xmlns:a16="http://schemas.microsoft.com/office/drawing/2014/main" id="{93D037F8-A7D8-45C1-AAF6-0A7C113B9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162550"/>
            <a:ext cx="6381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17324D"/>
                </a:solidFill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7324D"/>
                </a:solidFill>
              </a:defRPr>
            </a:pPr>
            <a:r>
              <a:rPr sz="1875" b="0">
                <a:solidFill>
                  <a:srgbClr val="17324D"/>
                </a:solidFill>
              </a:rPr>
              <a:t>Aleš Tichopád</a:t>
            </a:r>
          </a:p>
        </p:txBody>
      </p:sp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57C7F6C4-74FD-43F6-863B-FEF56A847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05475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2677A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2677A"/>
                </a:solidFill>
              </a:defRPr>
            </a:pPr>
            <a:r>
              <a:rPr sz="1350" b="0">
                <a:solidFill>
                  <a:srgbClr val="52677A"/>
                </a:solidFill>
              </a:rPr>
              <a:t>Leden 2026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285281-5546-4FAA-A472-6AB80A8D98B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2b6c5e0c2a4733"/>
          <a:stretch xmlns:a="http://schemas.openxmlformats.org/drawingml/2006/main"/>
        </p:blipFill>
        <p:spPr>
          <a:xfrm xmlns:a="http://schemas.openxmlformats.org/drawingml/2006/main">
            <a:off x="8148974" y="1647825"/>
            <a:ext cx="3247353" cy="3790950"/>
          </a:xfrm>
          <a:prstGeom xmlns:a="http://schemas.openxmlformats.org/drawingml/2006/main" prst="rect">
            <a:avLst/>
          </a:prstGeom>
        </p:spPr>
      </p:pic>
      <p:sp>
        <p:nvSpPr>
          <p:cNvPr id="10" name="text-7">
            <a:extLst xmlns:a="http://schemas.openxmlformats.org/drawingml/2006/main">
              <a:ext uri="{FF2B5EF4-FFF2-40B4-BE49-F238E27FC236}">
                <a16:creationId xmlns:a16="http://schemas.microsoft.com/office/drawing/2014/main" id="{4DF749BA-6EDD-4ED2-8845-7A5A2D1E8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6419850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2677A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77A"/>
                </a:solidFill>
              </a:defRPr>
            </a:pPr>
            <a:r>
              <a:rPr sz="1275" b="0">
                <a:solidFill>
                  <a:srgbClr val="52677A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4094396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26" name="Picture 2">
            <a:extLst xmlns:a="http://schemas.openxmlformats.org/drawingml/2006/main">
              <a:ext uri="{FF2B5EF4-FFF2-40B4-BE49-F238E27FC236}">
                <a16:creationId xmlns:a16="http://schemas.microsoft.com/office/drawing/2014/main" id="{B4577796-AEFC-4D35-86F4-575A1DCDB5B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b2463274aa407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823880" y="1450000"/>
            <a:ext cx="6544240" cy="4900000"/>
          </a:xfrm>
          <a:prstGeom xmlns:a="http://schemas.openxmlformats.org/drawingml/2006/main" prst="rect">
            <a:avLst/>
          </a:prstGeom>
        </p:spPr>
      </p:pic>
      <p:sp>
        <p:nvSpPr>
          <p:cNvPr id="1027" name="brand-rule">
            <a:extLst xmlns:a="http://schemas.openxmlformats.org/drawingml/2006/main">
              <a:ext uri="{FF2B5EF4-FFF2-40B4-BE49-F238E27FC236}">
                <a16:creationId xmlns:a16="http://schemas.microsoft.com/office/drawing/2014/main" id="{935C9B72-66DB-423C-B98B-1568394EE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5B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28" name="text-1">
            <a:extLst xmlns:a="http://schemas.openxmlformats.org/drawingml/2006/main">
              <a:ext uri="{FF2B5EF4-FFF2-40B4-BE49-F238E27FC236}">
                <a16:creationId xmlns:a16="http://schemas.microsoft.com/office/drawing/2014/main" id="{0B9AFA7A-2533-4E86-98F1-962AE9E5A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4825"/>
            <a:ext cx="11239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00" b="1">
                <a:solidFill>
                  <a:srgbClr val="17324D"/>
                </a:solidFill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ČVUT Health Data Lab</a:t>
            </a:r>
          </a:p>
        </p:txBody>
      </p:sp>
      <p:pic>
        <p:nvPicPr>
          <p:cNvPr id="1029" name="">
            <a:extLst xmlns:a="http://schemas.openxmlformats.org/drawingml/2006/main">
              <a:ext uri="{FF2B5EF4-FFF2-40B4-BE49-F238E27FC236}">
                <a16:creationId xmlns:a16="http://schemas.microsoft.com/office/drawing/2014/main" id="{25F6F083-6304-4F28-AA3E-921C301A746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2b6e65982e494e">
            <a:extLst>
              <a:ext uri="{96DAC541-7B7A-43D3-8B79-37D633B846F1}">
                <asvg:svgBlip xmlns:asvg="http://schemas.microsoft.com/office/drawing/2016/SVG/main" r:embed="Rb2eee6571408496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47675" y="6343650"/>
            <a:ext cx="1504950" cy="409575"/>
          </a:xfrm>
          <a:prstGeom xmlns:a="http://schemas.openxmlformats.org/drawingml/2006/main" prst="rect">
            <a:avLst/>
          </a:prstGeom>
        </p:spPr>
      </p:pic>
      <p:sp>
        <p:nvSpPr>
          <p:cNvPr id="1030" name="brand-rule">
            <a:extLst xmlns:a="http://schemas.openxmlformats.org/drawingml/2006/main">
              <a:ext uri="{FF2B5EF4-FFF2-40B4-BE49-F238E27FC236}">
                <a16:creationId xmlns:a16="http://schemas.microsoft.com/office/drawing/2014/main" id="{37253C4B-8B57-47A4-A4D7-94E7F2CF7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6448425"/>
            <a:ext cx="9191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31" name="text-3">
            <a:extLst xmlns:a="http://schemas.openxmlformats.org/drawingml/2006/main">
              <a:ext uri="{FF2B5EF4-FFF2-40B4-BE49-F238E27FC236}">
                <a16:creationId xmlns:a16="http://schemas.microsoft.com/office/drawing/2014/main" id="{BF33E4C4-4581-4039-A7FE-2A8EB7090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6419850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2677A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77A"/>
                </a:solidFill>
              </a:defRPr>
            </a:pPr>
            <a:r>
              <a:rPr sz="1275" b="0">
                <a:solidFill>
                  <a:srgbClr val="52677A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64180954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" name="Picture 2">
            <a:extLst xmlns:a="http://schemas.openxmlformats.org/drawingml/2006/main">
              <a:ext uri="{FF2B5EF4-FFF2-40B4-BE49-F238E27FC236}">
                <a16:creationId xmlns:a16="http://schemas.microsoft.com/office/drawing/2014/main" id="{589B2517-5751-4129-BBFC-3C750285B10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5ca81bffc349a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222831" y="138069"/>
            <a:ext cx="1698859" cy="1698859"/>
          </a:xfrm>
          <a:prstGeom xmlns:a="http://schemas.openxmlformats.org/drawingml/2006/main" prst="rect">
            <a:avLst/>
          </a:prstGeom>
        </p:spPr>
      </p:pic>
      <p:sp>
        <p:nvSpPr>
          <p:cNvPr id="4" name="brand-rule">
            <a:extLst xmlns:a="http://schemas.openxmlformats.org/drawingml/2006/main">
              <a:ext uri="{FF2B5EF4-FFF2-40B4-BE49-F238E27FC236}">
                <a16:creationId xmlns:a16="http://schemas.microsoft.com/office/drawing/2014/main" id="{650CA2C7-8BC4-44C0-94CF-D4C2F6C7E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5B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-1">
            <a:extLst xmlns:a="http://schemas.openxmlformats.org/drawingml/2006/main">
              <a:ext uri="{FF2B5EF4-FFF2-40B4-BE49-F238E27FC236}">
                <a16:creationId xmlns:a16="http://schemas.microsoft.com/office/drawing/2014/main" id="{FF2E27FF-1C39-4CAF-BA21-D863F345D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0"/>
            <a:ext cx="10191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4350" b="1">
                <a:solidFill>
                  <a:srgbClr val="17324D"/>
                </a:solidFill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7324D"/>
                </a:solidFill>
              </a:defRPr>
            </a:pPr>
            <a:r>
              <a:rPr sz="4350" b="1">
                <a:solidFill>
                  <a:srgbClr val="17324D"/>
                </a:solidFill>
              </a:rPr>
              <a:t>Co je to rakovina a jak se chová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3A3AF3-775A-4BE7-B26C-F7474E6BFA6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6bd4898a0442b1">
            <a:extLst>
              <a:ext uri="{96DAC541-7B7A-43D3-8B79-37D633B846F1}">
                <asvg:svgBlip xmlns:asvg="http://schemas.microsoft.com/office/drawing/2016/SVG/main" r:embed="R6ac38844cd6e4d1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47675" y="6343650"/>
            <a:ext cx="1504950" cy="409575"/>
          </a:xfrm>
          <a:prstGeom xmlns:a="http://schemas.openxmlformats.org/drawingml/2006/main" prst="rect">
            <a:avLst/>
          </a:prstGeom>
        </p:spPr>
      </p:pic>
      <p:sp>
        <p:nvSpPr>
          <p:cNvPr id="7" name="brand-rule">
            <a:extLst xmlns:a="http://schemas.openxmlformats.org/drawingml/2006/main">
              <a:ext uri="{FF2B5EF4-FFF2-40B4-BE49-F238E27FC236}">
                <a16:creationId xmlns:a16="http://schemas.microsoft.com/office/drawing/2014/main" id="{BF91D550-73E2-462E-9E36-313888975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6448425"/>
            <a:ext cx="9191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-3">
            <a:extLst xmlns:a="http://schemas.openxmlformats.org/drawingml/2006/main">
              <a:ext uri="{FF2B5EF4-FFF2-40B4-BE49-F238E27FC236}">
                <a16:creationId xmlns:a16="http://schemas.microsoft.com/office/drawing/2014/main" id="{4934722B-A536-43E7-9C63-80FC65447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6419850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2677A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77A"/>
                </a:solidFill>
              </a:defRPr>
            </a:pPr>
            <a:r>
              <a:rPr sz="1275" b="0">
                <a:solidFill>
                  <a:srgbClr val="52677A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62398603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26" name="Picture 2">
            <a:extLst xmlns:a="http://schemas.openxmlformats.org/drawingml/2006/main">
              <a:ext uri="{FF2B5EF4-FFF2-40B4-BE49-F238E27FC236}">
                <a16:creationId xmlns:a16="http://schemas.microsoft.com/office/drawing/2014/main" id="{8CBCB1C7-6833-45EA-8E69-CC768E87F1B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1ba05f2745434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03106" y="1597747"/>
            <a:ext cx="8185789" cy="4604506"/>
          </a:xfrm>
          <a:prstGeom xmlns:a="http://schemas.openxmlformats.org/drawingml/2006/main" prst="rect">
            <a:avLst/>
          </a:prstGeom>
        </p:spPr>
      </p:pic>
      <p:sp>
        <p:nvSpPr>
          <p:cNvPr id="1027" name="brand-rule">
            <a:extLst xmlns:a="http://schemas.openxmlformats.org/drawingml/2006/main">
              <a:ext uri="{FF2B5EF4-FFF2-40B4-BE49-F238E27FC236}">
                <a16:creationId xmlns:a16="http://schemas.microsoft.com/office/drawing/2014/main" id="{B9309854-681C-4DEE-9CDB-CD0D898FA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5B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28" name="text-1">
            <a:extLst xmlns:a="http://schemas.openxmlformats.org/drawingml/2006/main">
              <a:ext uri="{FF2B5EF4-FFF2-40B4-BE49-F238E27FC236}">
                <a16:creationId xmlns:a16="http://schemas.microsoft.com/office/drawing/2014/main" id="{32747E8B-EF2E-43B9-818A-E18CF9028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4825"/>
            <a:ext cx="11239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00" b="1">
                <a:solidFill>
                  <a:srgbClr val="17324D"/>
                </a:solidFill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Mnohobunečnost v evoluci byla výhodou a vedla ke vzniku tkání</a:t>
            </a:r>
          </a:p>
        </p:txBody>
      </p:sp>
      <p:pic>
        <p:nvPicPr>
          <p:cNvPr id="1029" name="">
            <a:extLst xmlns:a="http://schemas.openxmlformats.org/drawingml/2006/main">
              <a:ext uri="{FF2B5EF4-FFF2-40B4-BE49-F238E27FC236}">
                <a16:creationId xmlns:a16="http://schemas.microsoft.com/office/drawing/2014/main" id="{E409034A-EFCB-4C5E-AC89-336FAB2FDC3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9752ef308c43fa">
            <a:extLst>
              <a:ext uri="{96DAC541-7B7A-43D3-8B79-37D633B846F1}">
                <asvg:svgBlip xmlns:asvg="http://schemas.microsoft.com/office/drawing/2016/SVG/main" r:embed="R7044f46a232b41e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47675" y="6343650"/>
            <a:ext cx="1504950" cy="409575"/>
          </a:xfrm>
          <a:prstGeom xmlns:a="http://schemas.openxmlformats.org/drawingml/2006/main" prst="rect">
            <a:avLst/>
          </a:prstGeom>
        </p:spPr>
      </p:pic>
      <p:sp>
        <p:nvSpPr>
          <p:cNvPr id="1030" name="brand-rule">
            <a:extLst xmlns:a="http://schemas.openxmlformats.org/drawingml/2006/main">
              <a:ext uri="{FF2B5EF4-FFF2-40B4-BE49-F238E27FC236}">
                <a16:creationId xmlns:a16="http://schemas.microsoft.com/office/drawing/2014/main" id="{005D0DC2-5E8D-43A0-896A-278E62FFA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6448425"/>
            <a:ext cx="9191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31" name="text-3">
            <a:extLst xmlns:a="http://schemas.openxmlformats.org/drawingml/2006/main">
              <a:ext uri="{FF2B5EF4-FFF2-40B4-BE49-F238E27FC236}">
                <a16:creationId xmlns:a16="http://schemas.microsoft.com/office/drawing/2014/main" id="{BE92B23E-5F75-4F2B-8786-29363D30B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6419850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2677A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77A"/>
                </a:solidFill>
              </a:defRPr>
            </a:pPr>
            <a:r>
              <a:rPr sz="1275" b="0">
                <a:solidFill>
                  <a:srgbClr val="52677A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66186836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" name="Obrázek 2">
            <a:extLst xmlns:a="http://schemas.openxmlformats.org/drawingml/2006/main">
              <a:ext uri="{FF2B5EF4-FFF2-40B4-BE49-F238E27FC236}">
                <a16:creationId xmlns:a16="http://schemas.microsoft.com/office/drawing/2014/main" id="{B265906B-8B1E-47DF-B239-282EFC4CB2F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0683f1e176496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575147" y="1806879"/>
            <a:ext cx="9041706" cy="2707461"/>
          </a:xfrm>
          <a:prstGeom xmlns:a="http://schemas.openxmlformats.org/drawingml/2006/main" prst="rect">
            <a:avLst/>
          </a:prstGeom>
        </p:spPr>
      </p:pic>
      <p:sp>
        <p:nvSpPr>
          <p:cNvPr id="5" name="TextovéPole 4">
            <a:extLst xmlns:a="http://schemas.openxmlformats.org/drawingml/2006/main">
              <a:ext uri="{FF2B5EF4-FFF2-40B4-BE49-F238E27FC236}">
                <a16:creationId xmlns:a16="http://schemas.microsoft.com/office/drawing/2014/main" id="{C8882FA5-D3AA-49D0-BBDC-C96E31E02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958" y="4672759"/>
            <a:ext cx="8792177" cy="13203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>
            <a:noFill/>
            <a:miter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/>
        </p:style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Histologická analýza normálních a změněných tkání jater myši. </a:t>
            </a:r>
            <a:r>
              <a:rPr b="1"/>
              <a:t>A:</a:t>
            </a:r>
            <a:r>
              <a:t> Normální tkáň vykazující identický vzor buněk. </a:t>
            </a:r>
            <a:r>
              <a:rPr b="1"/>
              <a:t>B: </a:t>
            </a:r>
            <a:r>
              <a:t>Primární nádor jater s nepravidelnou architekturou. </a:t>
            </a:r>
            <a:r>
              <a:rPr b="1"/>
              <a:t>C:</a:t>
            </a:r>
            <a:r>
              <a:t> Metastatické řezy tkáně rakoviny jater s abnormální proliferací buněk.</a:t>
            </a:r>
          </a:p>
        </p:txBody>
      </p:sp>
      <p:sp>
        <p:nvSpPr>
          <p:cNvPr id="6" name="brand-rule">
            <a:extLst xmlns:a="http://schemas.openxmlformats.org/drawingml/2006/main">
              <a:ext uri="{FF2B5EF4-FFF2-40B4-BE49-F238E27FC236}">
                <a16:creationId xmlns:a16="http://schemas.microsoft.com/office/drawing/2014/main" id="{A6ECD918-05ED-414F-8367-5F37D5FC3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5B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-2">
            <a:extLst xmlns:a="http://schemas.openxmlformats.org/drawingml/2006/main">
              <a:ext uri="{FF2B5EF4-FFF2-40B4-BE49-F238E27FC236}">
                <a16:creationId xmlns:a16="http://schemas.microsoft.com/office/drawing/2014/main" id="{9172EE09-7BD3-4AA3-85B6-CEFFEA5C3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4825"/>
            <a:ext cx="11239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00" b="1">
                <a:solidFill>
                  <a:srgbClr val="17324D"/>
                </a:solidFill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Mnohobuněčnost představuje riziko nežádoucích změn v buňkách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D3A115-7B7C-44D9-BAF7-F4EF8B12753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4a6f94d345482f">
            <a:extLst>
              <a:ext uri="{96DAC541-7B7A-43D3-8B79-37D633B846F1}">
                <asvg:svgBlip xmlns:asvg="http://schemas.microsoft.com/office/drawing/2016/SVG/main" r:embed="R0a88879b5a92407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47675" y="6343650"/>
            <a:ext cx="1504950" cy="409575"/>
          </a:xfrm>
          <a:prstGeom xmlns:a="http://schemas.openxmlformats.org/drawingml/2006/main" prst="rect">
            <a:avLst/>
          </a:prstGeom>
        </p:spPr>
      </p:pic>
      <p:sp>
        <p:nvSpPr>
          <p:cNvPr id="9" name="brand-rule">
            <a:extLst xmlns:a="http://schemas.openxmlformats.org/drawingml/2006/main">
              <a:ext uri="{FF2B5EF4-FFF2-40B4-BE49-F238E27FC236}">
                <a16:creationId xmlns:a16="http://schemas.microsoft.com/office/drawing/2014/main" id="{3573530D-F04C-44DA-A262-905C77F86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6448425"/>
            <a:ext cx="9191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-4">
            <a:extLst xmlns:a="http://schemas.openxmlformats.org/drawingml/2006/main">
              <a:ext uri="{FF2B5EF4-FFF2-40B4-BE49-F238E27FC236}">
                <a16:creationId xmlns:a16="http://schemas.microsoft.com/office/drawing/2014/main" id="{96B63A67-6D50-41FD-A0F4-CC392901F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6419850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2677A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77A"/>
                </a:solidFill>
              </a:defRPr>
            </a:pPr>
            <a:r>
              <a:rPr sz="1275" b="0">
                <a:solidFill>
                  <a:srgbClr val="52677A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339962110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" name="Obrázek 2">
            <a:extLst xmlns:a="http://schemas.openxmlformats.org/drawingml/2006/main">
              <a:ext uri="{FF2B5EF4-FFF2-40B4-BE49-F238E27FC236}">
                <a16:creationId xmlns:a16="http://schemas.microsoft.com/office/drawing/2014/main" id="{FED9311A-606A-4E42-B72B-E72A955E850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30d00a4c94466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985335" y="3777899"/>
            <a:ext cx="8221330" cy="2572101"/>
          </a:xfrm>
          <a:prstGeom xmlns:a="http://schemas.openxmlformats.org/drawingml/2006/main" prst="rect">
            <a:avLst/>
          </a:prstGeom>
        </p:spPr>
      </p:pic>
      <p:sp>
        <p:nvSpPr>
          <p:cNvPr id="6" name="TextovéPole 5">
            <a:extLst xmlns:a="http://schemas.openxmlformats.org/drawingml/2006/main">
              <a:ext uri="{FF2B5EF4-FFF2-40B4-BE49-F238E27FC236}">
                <a16:creationId xmlns:a16="http://schemas.microsoft.com/office/drawing/2014/main" id="{8C97D166-F5A0-4A20-BE6A-E971CED08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2140" y="3635529"/>
            <a:ext cx="4519726" cy="3651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>
            <a:noFill/>
            <a:miter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/>
        </p:style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>
                <a:latin typeface="Arial"/>
                <a:ea typeface="Arial"/>
                <a:cs typeface="Arial"/>
              </a:rPr>
              <a:t>Progrese duktálního nádoru prsu</a:t>
            </a:r>
            <a:endParaRPr/>
          </a:p>
        </p:txBody>
      </p:sp>
      <p:pic>
        <p:nvPicPr>
          <p:cNvPr id="8" name="Obrázek 7">
            <a:extLst xmlns:a="http://schemas.openxmlformats.org/drawingml/2006/main">
              <a:ext uri="{FF2B5EF4-FFF2-40B4-BE49-F238E27FC236}">
                <a16:creationId xmlns:a16="http://schemas.microsoft.com/office/drawing/2014/main" id="{93D4F17D-08BB-4014-8FC4-77F8A69F81E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aad2ecc634487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376367" y="1815109"/>
            <a:ext cx="2135541" cy="1721357"/>
          </a:xfrm>
          <a:prstGeom xmlns:a="http://schemas.openxmlformats.org/drawingml/2006/main" prst="rect">
            <a:avLst/>
          </a:prstGeom>
        </p:spPr>
      </p:pic>
      <p:sp>
        <p:nvSpPr>
          <p:cNvPr id="9" name="TextovéPole 8">
            <a:extLst xmlns:a="http://schemas.openxmlformats.org/drawingml/2006/main">
              <a:ext uri="{FF2B5EF4-FFF2-40B4-BE49-F238E27FC236}">
                <a16:creationId xmlns:a16="http://schemas.microsoft.com/office/drawing/2014/main" id="{418CEC9D-E0B8-40A3-B018-E8DBDB858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6538" y="1450000"/>
            <a:ext cx="4519726" cy="3651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>
            <a:noFill/>
            <a:miter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/>
        </p:style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>
                <a:latin typeface="Arial"/>
                <a:ea typeface="Arial"/>
                <a:cs typeface="Arial"/>
              </a:rPr>
              <a:t>Abnormální znaménko </a:t>
            </a:r>
            <a:endParaRPr/>
          </a:p>
        </p:txBody>
      </p:sp>
      <p:sp>
        <p:nvSpPr>
          <p:cNvPr id="10" name="brand-rule">
            <a:extLst xmlns:a="http://schemas.openxmlformats.org/drawingml/2006/main">
              <a:ext uri="{FF2B5EF4-FFF2-40B4-BE49-F238E27FC236}">
                <a16:creationId xmlns:a16="http://schemas.microsoft.com/office/drawing/2014/main" id="{F556957C-1E8C-4ABD-B468-79DCB60F6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5B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-3">
            <a:extLst xmlns:a="http://schemas.openxmlformats.org/drawingml/2006/main">
              <a:ext uri="{FF2B5EF4-FFF2-40B4-BE49-F238E27FC236}">
                <a16:creationId xmlns:a16="http://schemas.microsoft.com/office/drawing/2014/main" id="{F6112966-60AC-426E-BAA3-143BCB7AE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4825"/>
            <a:ext cx="11239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00" b="1">
                <a:solidFill>
                  <a:srgbClr val="17324D"/>
                </a:solidFill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Kde začíná rakovina?</a:t>
            </a:r>
          </a:p>
        </p:txBody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0D92FF-4AC5-4A7B-B5A4-0A36F17645F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13bbd3c24c45e5">
            <a:extLst>
              <a:ext uri="{96DAC541-7B7A-43D3-8B79-37D633B846F1}">
                <asvg:svgBlip xmlns:asvg="http://schemas.microsoft.com/office/drawing/2016/SVG/main" r:embed="R2dfb5daf539541e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47675" y="6343650"/>
            <a:ext cx="1504950" cy="409575"/>
          </a:xfrm>
          <a:prstGeom xmlns:a="http://schemas.openxmlformats.org/drawingml/2006/main" prst="rect">
            <a:avLst/>
          </a:prstGeom>
        </p:spPr>
      </p:pic>
      <p:sp>
        <p:nvSpPr>
          <p:cNvPr id="13" name="brand-rule">
            <a:extLst xmlns:a="http://schemas.openxmlformats.org/drawingml/2006/main">
              <a:ext uri="{FF2B5EF4-FFF2-40B4-BE49-F238E27FC236}">
                <a16:creationId xmlns:a16="http://schemas.microsoft.com/office/drawing/2014/main" id="{A881F936-67B0-4FF6-853E-138A689FA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6448425"/>
            <a:ext cx="9191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-5">
            <a:extLst xmlns:a="http://schemas.openxmlformats.org/drawingml/2006/main">
              <a:ext uri="{FF2B5EF4-FFF2-40B4-BE49-F238E27FC236}">
                <a16:creationId xmlns:a16="http://schemas.microsoft.com/office/drawing/2014/main" id="{CE940F80-CD7B-4306-83A1-14F3FAD65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6419850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2677A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77A"/>
                </a:solidFill>
              </a:defRPr>
            </a:pPr>
            <a:r>
              <a:rPr sz="1275" b="0">
                <a:solidFill>
                  <a:srgbClr val="52677A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61469338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ovéPole 6">
            <a:extLst xmlns:a="http://schemas.openxmlformats.org/drawingml/2006/main">
              <a:ext uri="{FF2B5EF4-FFF2-40B4-BE49-F238E27FC236}">
                <a16:creationId xmlns:a16="http://schemas.microsoft.com/office/drawing/2014/main" id="{7DB1F40D-90A3-4421-85DE-9EC8E7D75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8504" y="6087063"/>
            <a:ext cx="4595199" cy="2629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>
            <a:noFill/>
            <a:miter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/>
        </p:style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100">
                <a:solidFill>
                  <a:srgbClr val="17324D"/>
                </a:solidFill>
                <a:latin typeface="Arial"/>
                <a:ea typeface="Arial"/>
                <a:cs typeface="Arial"/>
              </a:rPr>
              <a:t>Zdroj</a:t>
            </a:r>
            <a:r>
              <a:rPr sz="1100">
                <a:solidFill>
                  <a:srgbClr val="17324D"/>
                </a:solidFill>
                <a:latin typeface="Arial"/>
                <a:ea typeface="Arial"/>
                <a:cs typeface="Arial"/>
              </a:rPr>
              <a:t>: http://www.ndhealthfacts.org/wiki/Oncology_%28Cancer%29</a:t>
            </a:r>
            <a:endParaRPr sz="1100">
              <a:solidFill>
                <a:schemeClr val="bg1"/>
              </a:solidFill>
            </a:endParaRPr>
          </a:p>
        </p:txBody>
      </p:sp>
      <p:pic>
        <p:nvPicPr>
          <p:cNvPr id="15" name="Obrázek 14">
            <a:extLst xmlns:a="http://schemas.openxmlformats.org/drawingml/2006/main">
              <a:ext uri="{FF2B5EF4-FFF2-40B4-BE49-F238E27FC236}">
                <a16:creationId xmlns:a16="http://schemas.microsoft.com/office/drawing/2014/main" id="{CA7A2E75-B3F4-4F87-B3BF-030B2E02491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4ad5748bbc45d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588297" y="1450000"/>
            <a:ext cx="8840413" cy="3656221"/>
          </a:xfrm>
          <a:prstGeom xmlns:a="http://schemas.openxmlformats.org/drawingml/2006/main" prst="rect">
            <a:avLst/>
          </a:prstGeom>
        </p:spPr>
      </p:pic>
      <p:sp>
        <p:nvSpPr>
          <p:cNvPr id="16" name="brand-rule">
            <a:extLst xmlns:a="http://schemas.openxmlformats.org/drawingml/2006/main">
              <a:ext uri="{FF2B5EF4-FFF2-40B4-BE49-F238E27FC236}">
                <a16:creationId xmlns:a16="http://schemas.microsoft.com/office/drawing/2014/main" id="{BB7B1244-A7DF-4E97-8227-5CB261D72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5B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ext-2">
            <a:extLst xmlns:a="http://schemas.openxmlformats.org/drawingml/2006/main">
              <a:ext uri="{FF2B5EF4-FFF2-40B4-BE49-F238E27FC236}">
                <a16:creationId xmlns:a16="http://schemas.microsoft.com/office/drawing/2014/main" id="{9F275FA7-D7A7-4264-BAA1-0AD8C53CD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4825"/>
            <a:ext cx="11239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00" b="1">
                <a:solidFill>
                  <a:srgbClr val="17324D"/>
                </a:solidFill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Tumorová progrese v důsledku hromadění změn</a:t>
            </a:r>
          </a:p>
        </p:txBody>
      </p:sp>
      <p:pic>
        <p:nvPic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6D6375F-0672-4FE6-9C0D-F3FBAACE4C1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5042acf4fe4401">
            <a:extLst>
              <a:ext uri="{96DAC541-7B7A-43D3-8B79-37D633B846F1}">
                <asvg:svgBlip xmlns:asvg="http://schemas.microsoft.com/office/drawing/2016/SVG/main" r:embed="Ree195d589124459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47675" y="6343650"/>
            <a:ext cx="1504950" cy="409575"/>
          </a:xfrm>
          <a:prstGeom xmlns:a="http://schemas.openxmlformats.org/drawingml/2006/main" prst="rect">
            <a:avLst/>
          </a:prstGeom>
        </p:spPr>
      </p:pic>
      <p:sp>
        <p:nvSpPr>
          <p:cNvPr id="19" name="brand-rule">
            <a:extLst xmlns:a="http://schemas.openxmlformats.org/drawingml/2006/main">
              <a:ext uri="{FF2B5EF4-FFF2-40B4-BE49-F238E27FC236}">
                <a16:creationId xmlns:a16="http://schemas.microsoft.com/office/drawing/2014/main" id="{5374FB97-CEE1-46F3-BE4E-C00634295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6448425"/>
            <a:ext cx="9191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ext-4">
            <a:extLst xmlns:a="http://schemas.openxmlformats.org/drawingml/2006/main">
              <a:ext uri="{FF2B5EF4-FFF2-40B4-BE49-F238E27FC236}">
                <a16:creationId xmlns:a16="http://schemas.microsoft.com/office/drawing/2014/main" id="{98EF1AD1-04D0-4603-8DA5-EC61299B7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6419850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2677A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77A"/>
                </a:solidFill>
              </a:defRPr>
            </a:pPr>
            <a:r>
              <a:rPr sz="1275" b="0">
                <a:solidFill>
                  <a:srgbClr val="52677A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99471263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" name="Obrázek 2">
            <a:extLst xmlns:a="http://schemas.openxmlformats.org/drawingml/2006/main">
              <a:ext uri="{FF2B5EF4-FFF2-40B4-BE49-F238E27FC236}">
                <a16:creationId xmlns:a16="http://schemas.microsoft.com/office/drawing/2014/main" id="{CB9B7FEE-C5CD-41D3-94BB-3B3A6BFDBD1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6b2d60026d454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419" y="1945843"/>
            <a:ext cx="5306156" cy="2479296"/>
          </a:xfrm>
          <a:prstGeom xmlns:a="http://schemas.openxmlformats.org/drawingml/2006/main" prst="rect">
            <a:avLst/>
          </a:prstGeom>
        </p:spPr>
      </p:pic>
      <p:sp>
        <p:nvSpPr>
          <p:cNvPr id="5" name="TextovéPole 4">
            <a:extLst xmlns:a="http://schemas.openxmlformats.org/drawingml/2006/main">
              <a:ext uri="{FF2B5EF4-FFF2-40B4-BE49-F238E27FC236}">
                <a16:creationId xmlns:a16="http://schemas.microsoft.com/office/drawing/2014/main" id="{4D788407-3B91-E93D-B8EC-D59625100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81" y="5566386"/>
            <a:ext cx="5029200" cy="2877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>
            <a:noFill/>
            <a:miter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/>
        </p:style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100">
                <a:solidFill>
                  <a:srgbClr val="17324D"/>
                </a:solidFill>
                <a:latin typeface="Arial"/>
                <a:ea typeface="Arial"/>
                <a:cs typeface="Arial"/>
              </a:rPr>
              <a:t>Zdroj</a:t>
            </a:r>
            <a:r>
              <a:rPr sz="1100">
                <a:solidFill>
                  <a:srgbClr val="17324D"/>
                </a:solidFill>
                <a:latin typeface="Arial"/>
                <a:ea typeface="Arial"/>
                <a:cs typeface="Arial"/>
              </a:rPr>
              <a:t>: http://www.ndhealthfacts.org/wiki/Oncology_%28Cancer%29</a:t>
            </a:r>
            <a:endParaRPr sz="1100">
              <a:solidFill>
                <a:schemeClr val="bg1"/>
              </a:solidFill>
            </a:endParaRPr>
          </a:p>
        </p:txBody>
      </p:sp>
      <p:pic>
        <p:nvPicPr>
          <p:cNvPr id="2" name="Obrázek 2">
            <a:extLst xmlns:a="http://schemas.openxmlformats.org/drawingml/2006/main">
              <a:ext uri="{FF2B5EF4-FFF2-40B4-BE49-F238E27FC236}">
                <a16:creationId xmlns:a16="http://schemas.microsoft.com/office/drawing/2014/main" id="{53517843-A997-4BA7-9B34-9A666E48B7D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66ffb53f97429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80839" y="1945843"/>
            <a:ext cx="4650285" cy="2479296"/>
          </a:xfrm>
          <a:prstGeom xmlns:a="http://schemas.openxmlformats.org/drawingml/2006/main" prst="rect">
            <a:avLst/>
          </a:prstGeom>
        </p:spPr>
      </p:pic>
      <p:sp>
        <p:nvSpPr>
          <p:cNvPr id="6" name="brand-rule">
            <a:extLst xmlns:a="http://schemas.openxmlformats.org/drawingml/2006/main">
              <a:ext uri="{FF2B5EF4-FFF2-40B4-BE49-F238E27FC236}">
                <a16:creationId xmlns:a16="http://schemas.microsoft.com/office/drawing/2014/main" id="{468ABFC1-AB43-4064-A9F3-E3FE61160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5B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-2">
            <a:extLst xmlns:a="http://schemas.openxmlformats.org/drawingml/2006/main">
              <a:ext uri="{FF2B5EF4-FFF2-40B4-BE49-F238E27FC236}">
                <a16:creationId xmlns:a16="http://schemas.microsoft.com/office/drawing/2014/main" id="{F1FF2A10-43B9-4802-8A02-A21AA3244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4825"/>
            <a:ext cx="11239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00" b="1">
                <a:solidFill>
                  <a:srgbClr val="17324D"/>
                </a:solidFill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Přechod adenomu k invazivnímu karcinomu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69929B-560D-4956-AC37-CB97C6FB2E9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60077435c240bc">
            <a:extLst>
              <a:ext uri="{96DAC541-7B7A-43D3-8B79-37D633B846F1}">
                <asvg:svgBlip xmlns:asvg="http://schemas.microsoft.com/office/drawing/2016/SVG/main" r:embed="R0e44c099f8bc49f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47675" y="6343650"/>
            <a:ext cx="1504950" cy="409575"/>
          </a:xfrm>
          <a:prstGeom xmlns:a="http://schemas.openxmlformats.org/drawingml/2006/main" prst="rect">
            <a:avLst/>
          </a:prstGeom>
        </p:spPr>
      </p:pic>
      <p:sp>
        <p:nvSpPr>
          <p:cNvPr id="9" name="brand-rule">
            <a:extLst xmlns:a="http://schemas.openxmlformats.org/drawingml/2006/main">
              <a:ext uri="{FF2B5EF4-FFF2-40B4-BE49-F238E27FC236}">
                <a16:creationId xmlns:a16="http://schemas.microsoft.com/office/drawing/2014/main" id="{12162E88-0436-4EC5-86F3-62C7BCB49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6448425"/>
            <a:ext cx="9191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-4">
            <a:extLst xmlns:a="http://schemas.openxmlformats.org/drawingml/2006/main">
              <a:ext uri="{FF2B5EF4-FFF2-40B4-BE49-F238E27FC236}">
                <a16:creationId xmlns:a16="http://schemas.microsoft.com/office/drawing/2014/main" id="{CDEB0E7F-7FA9-4667-8E85-A6CAC517F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6419850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2677A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77A"/>
                </a:solidFill>
              </a:defRPr>
            </a:pPr>
            <a:r>
              <a:rPr sz="1275" b="0">
                <a:solidFill>
                  <a:srgbClr val="52677A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27473505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Obrázek 14">
            <a:extLst xmlns:a="http://schemas.openxmlformats.org/drawingml/2006/main">
              <a:ext uri="{FF2B5EF4-FFF2-40B4-BE49-F238E27FC236}">
                <a16:creationId xmlns:a16="http://schemas.microsoft.com/office/drawing/2014/main" id="{A8DEE3E6-F57A-4F7F-90B4-55FE21A0360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c7e11a7e934a8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955938" y="1450000"/>
            <a:ext cx="5268972" cy="3352414"/>
          </a:xfrm>
          <a:prstGeom xmlns:a="http://schemas.openxmlformats.org/drawingml/2006/main" prst="rect">
            <a:avLst/>
          </a:prstGeom>
        </p:spPr>
      </p:pic>
      <p:sp>
        <p:nvSpPr>
          <p:cNvPr id="18" name="TextovéPole 17">
            <a:extLst xmlns:a="http://schemas.openxmlformats.org/drawingml/2006/main">
              <a:ext uri="{FF2B5EF4-FFF2-40B4-BE49-F238E27FC236}">
                <a16:creationId xmlns:a16="http://schemas.microsoft.com/office/drawing/2014/main" id="{5D197351-A7F5-41BD-9971-E6022165A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604" y="1638856"/>
            <a:ext cx="1838278" cy="12804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>
            <a:noFill/>
            <a:miter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/>
        </p:style>
        <p:txBody>
          <a:bodyPr xmlns:a="http://schemas.openxmlformats.org/drawingml/2006/main" rot="0" spcFirstLastPara="1" vert="horz" wrap="square" lIns="45719" tIns="45719" rIns="45719" bIns="45719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>
                <a:solidFill>
                  <a:srgbClr val="17324D"/>
                </a:solidFill>
                <a:latin typeface="Arial"/>
                <a:ea typeface="Arial"/>
                <a:cs typeface="Arial"/>
              </a:rPr>
              <a:t>Fylogenetický strom</a:t>
            </a:r>
          </a:p>
          <a:p xmlns:a="http://schemas.openxmlformats.org/drawingml/2006/main">
            <a:pPr algn="l">
              <a:buNone/>
            </a:pPr>
            <a:r>
              <a:rPr sz="1600">
                <a:solidFill>
                  <a:srgbClr val="17324D"/>
                </a:solidFill>
                <a:latin typeface="Arial"/>
                <a:ea typeface="Arial"/>
                <a:cs typeface="Arial"/>
              </a:rPr>
              <a:t>vyjadřuje</a:t>
            </a:r>
          </a:p>
          <a:p xmlns:a="http://schemas.openxmlformats.org/drawingml/2006/main">
            <a:pPr algn="l">
              <a:buNone/>
            </a:pPr>
            <a:r>
              <a:rPr sz="1600">
                <a:solidFill>
                  <a:srgbClr val="17324D"/>
                </a:solidFill>
                <a:latin typeface="Arial"/>
                <a:ea typeface="Arial"/>
                <a:cs typeface="Arial"/>
              </a:rPr>
              <a:t>Časoprostorovou</a:t>
            </a:r>
          </a:p>
          <a:p xmlns:a="http://schemas.openxmlformats.org/drawingml/2006/main">
            <a:pPr algn="l">
              <a:buNone/>
            </a:pPr>
            <a:r>
              <a:rPr sz="1600">
                <a:solidFill>
                  <a:srgbClr val="17324D"/>
                </a:solidFill>
                <a:latin typeface="Arial"/>
                <a:ea typeface="Arial"/>
                <a:cs typeface="Arial"/>
              </a:rPr>
              <a:t>heterogenit tumoru.</a:t>
            </a:r>
            <a:r>
              <a:rPr sz="300">
                <a:solidFill>
                  <a:srgbClr val="17324D"/>
                </a:solidFill>
              </a:rPr>
              <a:t> </a:t>
            </a:r>
            <a:endParaRPr sz="1200">
              <a:solidFill>
                <a:srgbClr val="44526D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914400">
              <a:buNone/>
            </a:pPr>
            <a:endParaRPr sz="160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" name="TextovéPole 21">
            <a:extLst xmlns:a="http://schemas.openxmlformats.org/drawingml/2006/main">
              <a:ext uri="{FF2B5EF4-FFF2-40B4-BE49-F238E27FC236}">
                <a16:creationId xmlns:a16="http://schemas.microsoft.com/office/drawing/2014/main" id="{46978A15-C749-45ED-A3D8-B56D18BC1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118" y="5032570"/>
            <a:ext cx="4733184" cy="1018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>
            <a:noFill/>
            <a:miter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/>
        </p:style>
        <p:txBody>
          <a:bodyPr xmlns:a="http://schemas.openxmlformats.org/drawingml/2006/main" rot="0" spcFirstLastPara="1" vert="horz" wrap="square" lIns="45719" tIns="45719" rIns="45719" bIns="45719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>
                <a:solidFill>
                  <a:srgbClr val="17324D"/>
                </a:solidFill>
                <a:latin typeface="Arial"/>
                <a:ea typeface="Arial"/>
                <a:cs typeface="Arial"/>
              </a:rPr>
              <a:t>Fenotypově odlišné rakovinné buňky s genomickou</a:t>
            </a:r>
          </a:p>
          <a:p xmlns:a="http://schemas.openxmlformats.org/drawingml/2006/main">
            <a:pPr algn="l">
              <a:buNone/>
            </a:pPr>
            <a:r>
              <a:rPr sz="1600">
                <a:solidFill>
                  <a:srgbClr val="17324D"/>
                </a:solidFill>
                <a:latin typeface="Arial"/>
                <a:ea typeface="Arial"/>
                <a:cs typeface="Arial"/>
              </a:rPr>
              <a:t>(barva DNA) a epigenomickou (barva buňky) heterogenitou rostou v pestrém mikroprostředí. </a:t>
            </a:r>
            <a:endParaRPr sz="1600">
              <a:solidFill>
                <a:srgbClr val="03284E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914400">
              <a:buNone/>
            </a:pPr>
            <a:endParaRPr sz="1600">
              <a:solidFill>
                <a:srgbClr val="03284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4" name="TextovéPole 23">
            <a:extLst xmlns:a="http://schemas.openxmlformats.org/drawingml/2006/main">
              <a:ext uri="{FF2B5EF4-FFF2-40B4-BE49-F238E27FC236}">
                <a16:creationId xmlns:a16="http://schemas.microsoft.com/office/drawing/2014/main" id="{B6893ADF-7CE8-4E62-805F-C9DFE565A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915025"/>
            <a:ext cx="923925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>
            <a:noFill/>
            <a:miter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/>
        </p:style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975"/>
            </a:defPPr>
          </a:lstStyle>
          <a:p xmlns:a="http://schemas.openxmlformats.org/drawingml/2006/main">
            <a:r>
              <a:rPr sz="975">
                <a:solidFill>
                  <a:srgbClr val="17324D"/>
                </a:solidFill>
                <a:latin typeface="Arial"/>
                <a:ea typeface="Arial"/>
                <a:cs typeface="Arial"/>
              </a:rPr>
              <a:t>Zdroj: </a:t>
            </a:r>
            <a:r>
              <a:rPr sz="975">
                <a:solidFill>
                  <a:srgbClr val="17324D"/>
                </a:solidFill>
                <a:latin typeface="Arial"/>
                <a:ea typeface="Arial"/>
                <a:cs typeface="Arial"/>
              </a:rPr>
              <a:t>Zheng</a:t>
            </a:r>
            <a:r>
              <a:rPr sz="975">
                <a:solidFill>
                  <a:srgbClr val="17324D"/>
                </a:solidFill>
                <a:latin typeface="Arial"/>
                <a:ea typeface="Arial"/>
                <a:cs typeface="Arial"/>
              </a:rPr>
              <a:t> et al. </a:t>
            </a:r>
            <a:r>
              <a:rPr sz="975">
                <a:solidFill>
                  <a:srgbClr val="17324D"/>
                </a:solidFill>
                <a:latin typeface="Arial"/>
                <a:ea typeface="Arial"/>
                <a:cs typeface="Arial"/>
              </a:rPr>
              <a:t>Intratumor</a:t>
            </a:r>
            <a:r>
              <a:rPr sz="975">
                <a:solidFill>
                  <a:srgbClr val="17324D"/>
                </a:solidFill>
                <a:latin typeface="Arial"/>
                <a:ea typeface="Arial"/>
                <a:cs typeface="Arial"/>
              </a:rPr>
              <a:t> </a:t>
            </a:r>
            <a:r>
              <a:rPr sz="975">
                <a:solidFill>
                  <a:srgbClr val="17324D"/>
                </a:solidFill>
                <a:latin typeface="Arial"/>
                <a:ea typeface="Arial"/>
                <a:cs typeface="Arial"/>
              </a:rPr>
              <a:t>heterogeneity</a:t>
            </a:r>
            <a:r>
              <a:rPr sz="975">
                <a:solidFill>
                  <a:srgbClr val="17324D"/>
                </a:solidFill>
                <a:latin typeface="Arial"/>
                <a:ea typeface="Arial"/>
                <a:cs typeface="Arial"/>
              </a:rPr>
              <a:t>: A </a:t>
            </a:r>
            <a:r>
              <a:rPr sz="975">
                <a:solidFill>
                  <a:srgbClr val="17324D"/>
                </a:solidFill>
                <a:latin typeface="Arial"/>
                <a:ea typeface="Arial"/>
                <a:cs typeface="Arial"/>
              </a:rPr>
              <a:t>new</a:t>
            </a:r>
            <a:r>
              <a:rPr sz="975">
                <a:solidFill>
                  <a:srgbClr val="17324D"/>
                </a:solidFill>
                <a:latin typeface="Arial"/>
                <a:ea typeface="Arial"/>
                <a:cs typeface="Arial"/>
              </a:rPr>
              <a:t> </a:t>
            </a:r>
            <a:r>
              <a:rPr sz="975">
                <a:solidFill>
                  <a:srgbClr val="17324D"/>
                </a:solidFill>
                <a:latin typeface="Arial"/>
                <a:ea typeface="Arial"/>
                <a:cs typeface="Arial"/>
              </a:rPr>
              <a:t>perspective</a:t>
            </a:r>
            <a:r>
              <a:rPr sz="975">
                <a:solidFill>
                  <a:srgbClr val="17324D"/>
                </a:solidFill>
                <a:latin typeface="Arial"/>
                <a:ea typeface="Arial"/>
                <a:cs typeface="Arial"/>
              </a:rPr>
              <a:t> on </a:t>
            </a:r>
            <a:r>
              <a:rPr sz="975">
                <a:solidFill>
                  <a:srgbClr val="17324D"/>
                </a:solidFill>
                <a:latin typeface="Arial"/>
                <a:ea typeface="Arial"/>
                <a:cs typeface="Arial"/>
              </a:rPr>
              <a:t>colorectal</a:t>
            </a:r>
            <a:r>
              <a:rPr sz="975">
                <a:solidFill>
                  <a:srgbClr val="17324D"/>
                </a:solidFill>
                <a:latin typeface="Arial"/>
                <a:ea typeface="Arial"/>
                <a:cs typeface="Arial"/>
              </a:rPr>
              <a:t> </a:t>
            </a:r>
            <a:r>
              <a:rPr sz="975">
                <a:solidFill>
                  <a:srgbClr val="17324D"/>
                </a:solidFill>
                <a:latin typeface="Arial"/>
                <a:ea typeface="Arial"/>
                <a:cs typeface="Arial"/>
              </a:rPr>
              <a:t>cancer</a:t>
            </a:r>
            <a:r>
              <a:rPr sz="975">
                <a:solidFill>
                  <a:srgbClr val="17324D"/>
                </a:solidFill>
                <a:latin typeface="Arial"/>
                <a:ea typeface="Arial"/>
                <a:cs typeface="Arial"/>
              </a:rPr>
              <a:t> </a:t>
            </a:r>
            <a:r>
              <a:rPr sz="975">
                <a:solidFill>
                  <a:srgbClr val="17324D"/>
                </a:solidFill>
                <a:latin typeface="Arial"/>
                <a:ea typeface="Arial"/>
                <a:cs typeface="Arial"/>
              </a:rPr>
              <a:t>research</a:t>
            </a:r>
            <a:r>
              <a:rPr sz="975">
                <a:solidFill>
                  <a:srgbClr val="17324D"/>
                </a:solidFill>
                <a:latin typeface="Arial"/>
                <a:ea typeface="Arial"/>
                <a:cs typeface="Arial"/>
              </a:rPr>
              <a:t>, </a:t>
            </a:r>
            <a:r>
              <a:rPr sz="975">
                <a:solidFill>
                  <a:srgbClr val="17324D"/>
                </a:solidFill>
                <a:latin typeface="Arial"/>
                <a:ea typeface="Arial"/>
                <a:cs typeface="Arial"/>
              </a:rPr>
              <a:t>Cancer</a:t>
            </a:r>
            <a:r>
              <a:rPr sz="975">
                <a:solidFill>
                  <a:srgbClr val="17324D"/>
                </a:solidFill>
                <a:latin typeface="Arial"/>
                <a:ea typeface="Arial"/>
                <a:cs typeface="Arial"/>
              </a:rPr>
              <a:t> </a:t>
            </a:r>
            <a:r>
              <a:rPr sz="975">
                <a:solidFill>
                  <a:srgbClr val="17324D"/>
                </a:solidFill>
                <a:latin typeface="Arial"/>
                <a:ea typeface="Arial"/>
                <a:cs typeface="Arial"/>
              </a:rPr>
              <a:t>Medicine</a:t>
            </a:r>
            <a:r>
              <a:rPr sz="975">
                <a:solidFill>
                  <a:srgbClr val="17324D"/>
                </a:solidFill>
                <a:latin typeface="Arial"/>
                <a:ea typeface="Arial"/>
                <a:cs typeface="Arial"/>
              </a:rPr>
              <a:t>. </a:t>
            </a:r>
            <a:r>
              <a:rPr sz="975">
                <a:solidFill>
                  <a:srgbClr val="17324D"/>
                </a:solidFill>
                <a:latin typeface="Arial"/>
                <a:ea typeface="Arial"/>
                <a:cs typeface="Arial"/>
              </a:rPr>
              <a:t>Aug</a:t>
            </a:r>
            <a:r>
              <a:rPr sz="975">
                <a:solidFill>
                  <a:srgbClr val="17324D"/>
                </a:solidFill>
                <a:latin typeface="Arial"/>
                <a:ea typeface="Arial"/>
                <a:cs typeface="Arial"/>
              </a:rPr>
              <a:t> 27, 2020</a:t>
            </a:r>
            <a:endParaRPr sz="1100">
              <a:solidFill>
                <a:schemeClr val="bg1"/>
              </a:solidFill>
            </a:endParaRPr>
          </a:p>
        </p:txBody>
      </p:sp>
      <p:sp>
        <p:nvSpPr>
          <p:cNvPr id="25" name="brand-rule">
            <a:extLst xmlns:a="http://schemas.openxmlformats.org/drawingml/2006/main">
              <a:ext uri="{FF2B5EF4-FFF2-40B4-BE49-F238E27FC236}">
                <a16:creationId xmlns:a16="http://schemas.microsoft.com/office/drawing/2014/main" id="{488A4BE1-A3CA-4FE1-9947-1A63A8726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5B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text-4">
            <a:extLst xmlns:a="http://schemas.openxmlformats.org/drawingml/2006/main">
              <a:ext uri="{FF2B5EF4-FFF2-40B4-BE49-F238E27FC236}">
                <a16:creationId xmlns:a16="http://schemas.microsoft.com/office/drawing/2014/main" id="{BDBE1370-949D-44F7-96CF-9A7D26F26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4825"/>
            <a:ext cx="11239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00" b="1">
                <a:solidFill>
                  <a:srgbClr val="17324D"/>
                </a:solidFill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Vícevrstevná vnitrotumorová heterogenita u kolorektálního karcinomu</a:t>
            </a:r>
          </a:p>
        </p:txBody>
      </p:sp>
      <p:pic>
        <p:nvPic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E734F6A-83BF-42D3-A45C-7ABAD3A37A8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9faabc46614ea2">
            <a:extLst>
              <a:ext uri="{96DAC541-7B7A-43D3-8B79-37D633B846F1}">
                <asvg:svgBlip xmlns:asvg="http://schemas.microsoft.com/office/drawing/2016/SVG/main" r:embed="R75a4d7f20957439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47675" y="6343650"/>
            <a:ext cx="1504950" cy="409575"/>
          </a:xfrm>
          <a:prstGeom xmlns:a="http://schemas.openxmlformats.org/drawingml/2006/main" prst="rect">
            <a:avLst/>
          </a:prstGeom>
        </p:spPr>
      </p:pic>
      <p:sp>
        <p:nvSpPr>
          <p:cNvPr id="28" name="brand-rule">
            <a:extLst xmlns:a="http://schemas.openxmlformats.org/drawingml/2006/main">
              <a:ext uri="{FF2B5EF4-FFF2-40B4-BE49-F238E27FC236}">
                <a16:creationId xmlns:a16="http://schemas.microsoft.com/office/drawing/2014/main" id="{9A9A5A49-8512-45A7-AF07-B2E6DCEDA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6448425"/>
            <a:ext cx="9191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text-6">
            <a:extLst xmlns:a="http://schemas.openxmlformats.org/drawingml/2006/main">
              <a:ext uri="{FF2B5EF4-FFF2-40B4-BE49-F238E27FC236}">
                <a16:creationId xmlns:a16="http://schemas.microsoft.com/office/drawing/2014/main" id="{092E7CA2-F14B-4DD6-9103-C9673D9CC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6419850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2677A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77A"/>
                </a:solidFill>
              </a:defRPr>
            </a:pPr>
            <a:r>
              <a:rPr sz="1275" b="0">
                <a:solidFill>
                  <a:srgbClr val="52677A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292878251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Obrázek 4">
            <a:extLst xmlns:a="http://schemas.openxmlformats.org/drawingml/2006/main">
              <a:ext uri="{FF2B5EF4-FFF2-40B4-BE49-F238E27FC236}">
                <a16:creationId xmlns:a16="http://schemas.microsoft.com/office/drawing/2014/main" id="{1C5A077D-2D3C-46A4-B384-56EFCA0DB47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8b945accad4d2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610546" y="1885742"/>
            <a:ext cx="8970908" cy="4028516"/>
          </a:xfrm>
          <a:prstGeom xmlns:a="http://schemas.openxmlformats.org/drawingml/2006/main" prst="rect">
            <a:avLst/>
          </a:prstGeom>
        </p:spPr>
      </p:pic>
      <p:sp>
        <p:nvSpPr>
          <p:cNvPr id="6" name="brand-rule">
            <a:extLst xmlns:a="http://schemas.openxmlformats.org/drawingml/2006/main">
              <a:ext uri="{FF2B5EF4-FFF2-40B4-BE49-F238E27FC236}">
                <a16:creationId xmlns:a16="http://schemas.microsoft.com/office/drawing/2014/main" id="{C45D157D-6350-4658-8263-F44467822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5B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-1">
            <a:extLst xmlns:a="http://schemas.openxmlformats.org/drawingml/2006/main">
              <a:ext uri="{FF2B5EF4-FFF2-40B4-BE49-F238E27FC236}">
                <a16:creationId xmlns:a16="http://schemas.microsoft.com/office/drawing/2014/main" id="{20BC2189-7FC3-42B9-B773-B86E03BE0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4825"/>
            <a:ext cx="11239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00" b="1">
                <a:solidFill>
                  <a:srgbClr val="17324D"/>
                </a:solidFill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Riziko rakoviny exponenciálně roste s věkem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9796B6-A92F-4EAD-95C2-BFF7EBE696E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a2e656922644da">
            <a:extLst>
              <a:ext uri="{96DAC541-7B7A-43D3-8B79-37D633B846F1}">
                <asvg:svgBlip xmlns:asvg="http://schemas.microsoft.com/office/drawing/2016/SVG/main" r:embed="R4aaedbb68f1e4c4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47675" y="6343650"/>
            <a:ext cx="1504950" cy="409575"/>
          </a:xfrm>
          <a:prstGeom xmlns:a="http://schemas.openxmlformats.org/drawingml/2006/main" prst="rect">
            <a:avLst/>
          </a:prstGeom>
        </p:spPr>
      </p:pic>
      <p:sp>
        <p:nvSpPr>
          <p:cNvPr id="9" name="brand-rule">
            <a:extLst xmlns:a="http://schemas.openxmlformats.org/drawingml/2006/main">
              <a:ext uri="{FF2B5EF4-FFF2-40B4-BE49-F238E27FC236}">
                <a16:creationId xmlns:a16="http://schemas.microsoft.com/office/drawing/2014/main" id="{6840BD5F-C152-46E9-9348-C58D1F716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6448425"/>
            <a:ext cx="9191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-3">
            <a:extLst xmlns:a="http://schemas.openxmlformats.org/drawingml/2006/main">
              <a:ext uri="{FF2B5EF4-FFF2-40B4-BE49-F238E27FC236}">
                <a16:creationId xmlns:a16="http://schemas.microsoft.com/office/drawing/2014/main" id="{BCD61830-76A5-44DC-8B74-BFA5B0C45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6419850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2677A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77A"/>
                </a:solidFill>
              </a:defRPr>
            </a:pPr>
            <a:r>
              <a:rPr sz="1275" b="0">
                <a:solidFill>
                  <a:srgbClr val="52677A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55393838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1" name="Obrázek 20">
            <a:extLst xmlns:a="http://schemas.openxmlformats.org/drawingml/2006/main">
              <a:ext uri="{FF2B5EF4-FFF2-40B4-BE49-F238E27FC236}">
                <a16:creationId xmlns:a16="http://schemas.microsoft.com/office/drawing/2014/main" id="{01A63F61-9D72-4B45-99F2-6F393FE66B3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d7bbd9a0ec402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665412" y="2511619"/>
            <a:ext cx="5977504" cy="2375297"/>
          </a:xfrm>
          <a:prstGeom xmlns:a="http://schemas.openxmlformats.org/drawingml/2006/main" prst="rect">
            <a:avLst/>
          </a:prstGeom>
        </p:spPr>
      </p:pic>
      <p:sp>
        <p:nvSpPr>
          <p:cNvPr id="4" name="TextovéPole 3">
            <a:extLst xmlns:a="http://schemas.openxmlformats.org/drawingml/2006/main">
              <a:ext uri="{FF2B5EF4-FFF2-40B4-BE49-F238E27FC236}">
                <a16:creationId xmlns:a16="http://schemas.microsoft.com/office/drawing/2014/main" id="{88C5BDCB-5911-4368-B71B-F6607CCF0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905500"/>
            <a:ext cx="9239250" cy="2514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>
            <a:noFill/>
            <a:miter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/>
        </p:style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050"/>
            </a:defPPr>
          </a:lstStyle>
          <a:p xmlns:a="http://schemas.openxmlformats.org/drawingml/2006/main">
            <a:r>
              <a:rPr sz="1050">
                <a:solidFill>
                  <a:srgbClr val="17324D"/>
                </a:solidFill>
                <a:latin typeface="Arial"/>
                <a:ea typeface="Arial"/>
                <a:cs typeface="Arial"/>
              </a:rPr>
              <a:t>Moon</a:t>
            </a:r>
            <a:r>
              <a:rPr sz="1050">
                <a:solidFill>
                  <a:srgbClr val="17324D"/>
                </a:solidFill>
                <a:latin typeface="Arial"/>
                <a:ea typeface="Arial"/>
                <a:cs typeface="Arial"/>
              </a:rPr>
              <a:t> CI, et al. </a:t>
            </a:r>
            <a:r>
              <a:rPr sz="1050">
                <a:solidFill>
                  <a:srgbClr val="17324D"/>
                </a:solidFill>
                <a:latin typeface="Arial"/>
                <a:ea typeface="Arial"/>
                <a:cs typeface="Arial"/>
              </a:rPr>
              <a:t>Unmasking</a:t>
            </a:r>
            <a:r>
              <a:rPr sz="1050">
                <a:solidFill>
                  <a:srgbClr val="17324D"/>
                </a:solidFill>
                <a:latin typeface="Arial"/>
                <a:ea typeface="Arial"/>
                <a:cs typeface="Arial"/>
              </a:rPr>
              <a:t> Intra-</a:t>
            </a:r>
            <a:r>
              <a:rPr sz="1050">
                <a:solidFill>
                  <a:srgbClr val="17324D"/>
                </a:solidFill>
                <a:latin typeface="Arial"/>
                <a:ea typeface="Arial"/>
                <a:cs typeface="Arial"/>
              </a:rPr>
              <a:t>tumoral</a:t>
            </a:r>
            <a:r>
              <a:rPr sz="1050">
                <a:solidFill>
                  <a:srgbClr val="17324D"/>
                </a:solidFill>
                <a:latin typeface="Arial"/>
                <a:ea typeface="Arial"/>
                <a:cs typeface="Arial"/>
              </a:rPr>
              <a:t> </a:t>
            </a:r>
            <a:r>
              <a:rPr sz="1050">
                <a:solidFill>
                  <a:srgbClr val="17324D"/>
                </a:solidFill>
                <a:latin typeface="Arial"/>
                <a:ea typeface="Arial"/>
                <a:cs typeface="Arial"/>
              </a:rPr>
              <a:t>Heterogeneity</a:t>
            </a:r>
            <a:r>
              <a:rPr sz="1050">
                <a:solidFill>
                  <a:srgbClr val="17324D"/>
                </a:solidFill>
                <a:latin typeface="Arial"/>
                <a:ea typeface="Arial"/>
                <a:cs typeface="Arial"/>
              </a:rPr>
              <a:t> and </a:t>
            </a:r>
            <a:r>
              <a:rPr sz="1050">
                <a:solidFill>
                  <a:srgbClr val="17324D"/>
                </a:solidFill>
                <a:latin typeface="Arial"/>
                <a:ea typeface="Arial"/>
                <a:cs typeface="Arial"/>
              </a:rPr>
              <a:t>Clonal</a:t>
            </a:r>
            <a:r>
              <a:rPr sz="1050">
                <a:solidFill>
                  <a:srgbClr val="17324D"/>
                </a:solidFill>
                <a:latin typeface="Arial"/>
                <a:ea typeface="Arial"/>
                <a:cs typeface="Arial"/>
              </a:rPr>
              <a:t> </a:t>
            </a:r>
            <a:r>
              <a:rPr sz="1050">
                <a:solidFill>
                  <a:srgbClr val="17324D"/>
                </a:solidFill>
                <a:latin typeface="Arial"/>
                <a:ea typeface="Arial"/>
                <a:cs typeface="Arial"/>
              </a:rPr>
              <a:t>Evolution</a:t>
            </a:r>
            <a:r>
              <a:rPr sz="1050">
                <a:solidFill>
                  <a:srgbClr val="17324D"/>
                </a:solidFill>
                <a:latin typeface="Arial"/>
                <a:ea typeface="Arial"/>
                <a:cs typeface="Arial"/>
              </a:rPr>
              <a:t> in NF1-MPNST. </a:t>
            </a:r>
            <a:r>
              <a:rPr sz="1050">
                <a:solidFill>
                  <a:srgbClr val="17324D"/>
                </a:solidFill>
                <a:latin typeface="Arial"/>
                <a:ea typeface="Arial"/>
                <a:cs typeface="Arial"/>
              </a:rPr>
              <a:t>Genes</a:t>
            </a:r>
            <a:r>
              <a:rPr sz="1050">
                <a:solidFill>
                  <a:srgbClr val="17324D"/>
                </a:solidFill>
                <a:latin typeface="Arial"/>
                <a:ea typeface="Arial"/>
                <a:cs typeface="Arial"/>
              </a:rPr>
              <a:t> (</a:t>
            </a:r>
            <a:r>
              <a:rPr sz="1050">
                <a:solidFill>
                  <a:srgbClr val="17324D"/>
                </a:solidFill>
                <a:latin typeface="Arial"/>
                <a:ea typeface="Arial"/>
                <a:cs typeface="Arial"/>
              </a:rPr>
              <a:t>Basel</a:t>
            </a:r>
            <a:r>
              <a:rPr sz="1050">
                <a:solidFill>
                  <a:srgbClr val="17324D"/>
                </a:solidFill>
                <a:latin typeface="Arial"/>
                <a:ea typeface="Arial"/>
                <a:cs typeface="Arial"/>
              </a:rPr>
              <a:t>). 2020 May 1;11(5):499</a:t>
            </a:r>
            <a:endParaRPr sz="1100">
              <a:solidFill>
                <a:schemeClr val="bg1"/>
              </a:solidFill>
            </a:endParaRPr>
          </a:p>
        </p:txBody>
      </p:sp>
      <p:pic>
        <p:nvPicPr>
          <p:cNvPr id="2" name="Picture 5">
            <a:extLst xmlns:a="http://schemas.openxmlformats.org/drawingml/2006/main">
              <a:ext uri="{FF2B5EF4-FFF2-40B4-BE49-F238E27FC236}">
                <a16:creationId xmlns:a16="http://schemas.microsoft.com/office/drawing/2014/main" id="{98116511-5518-4DBE-9CC5-8740A7878F0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2947227a8f4a9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02080" y="1450000"/>
            <a:ext cx="1874695" cy="3524231"/>
          </a:xfrm>
          <a:prstGeom xmlns:a="http://schemas.openxmlformats.org/drawingml/2006/main" prst="rect">
            <a:avLst/>
          </a:prstGeom>
        </p:spPr>
      </p:pic>
      <p:sp>
        <p:nvSpPr>
          <p:cNvPr id="22" name="brand-rule">
            <a:extLst xmlns:a="http://schemas.openxmlformats.org/drawingml/2006/main">
              <a:ext uri="{FF2B5EF4-FFF2-40B4-BE49-F238E27FC236}">
                <a16:creationId xmlns:a16="http://schemas.microsoft.com/office/drawing/2014/main" id="{9CE460B6-58A4-49F4-8433-9B4A53328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5B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text-2">
            <a:extLst xmlns:a="http://schemas.openxmlformats.org/drawingml/2006/main">
              <a:ext uri="{FF2B5EF4-FFF2-40B4-BE49-F238E27FC236}">
                <a16:creationId xmlns:a16="http://schemas.microsoft.com/office/drawing/2014/main" id="{CB4E3AB8-5B23-4792-B915-2589810C5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4825"/>
            <a:ext cx="11239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00" b="1">
                <a:solidFill>
                  <a:srgbClr val="17324D"/>
                </a:solidFill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Klonální evoluce nádoru</a:t>
            </a:r>
          </a:p>
        </p:txBody>
      </p:sp>
      <p:pic>
        <p:nvPic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FB26B6B-23B5-4141-80D7-4F59AE26034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78e2b73aa54baa">
            <a:extLst>
              <a:ext uri="{96DAC541-7B7A-43D3-8B79-37D633B846F1}">
                <asvg:svgBlip xmlns:asvg="http://schemas.microsoft.com/office/drawing/2016/SVG/main" r:embed="Rf288a622316346e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47675" y="6343650"/>
            <a:ext cx="1504950" cy="409575"/>
          </a:xfrm>
          <a:prstGeom xmlns:a="http://schemas.openxmlformats.org/drawingml/2006/main" prst="rect">
            <a:avLst/>
          </a:prstGeom>
        </p:spPr>
      </p:pic>
      <p:sp>
        <p:nvSpPr>
          <p:cNvPr id="25" name="brand-rule">
            <a:extLst xmlns:a="http://schemas.openxmlformats.org/drawingml/2006/main">
              <a:ext uri="{FF2B5EF4-FFF2-40B4-BE49-F238E27FC236}">
                <a16:creationId xmlns:a16="http://schemas.microsoft.com/office/drawing/2014/main" id="{4CF95DAE-21A8-4980-A52E-4D7901962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6448425"/>
            <a:ext cx="9191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text-4">
            <a:extLst xmlns:a="http://schemas.openxmlformats.org/drawingml/2006/main">
              <a:ext uri="{FF2B5EF4-FFF2-40B4-BE49-F238E27FC236}">
                <a16:creationId xmlns:a16="http://schemas.microsoft.com/office/drawing/2014/main" id="{5AB805F5-DBEE-4CC4-BB01-52AFB973A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6419850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2677A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77A"/>
                </a:solidFill>
              </a:defRPr>
            </a:pPr>
            <a:r>
              <a:rPr sz="1275" b="0">
                <a:solidFill>
                  <a:srgbClr val="52677A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80488480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Obdélník 4">
            <a:extLst xmlns:a="http://schemas.openxmlformats.org/drawingml/2006/main">
              <a:ext uri="{FF2B5EF4-FFF2-40B4-BE49-F238E27FC236}">
                <a16:creationId xmlns:a16="http://schemas.microsoft.com/office/drawing/2014/main" id="{CEC1781F-F8C2-4712-9916-D05B2A7D1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9725" y="1450000"/>
            <a:ext cx="2407613" cy="268450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2">
            <a:schemeClr val="accent3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3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rot="0" spcFirstLastPara="1" vert="horz" wrap="square" lIns="45719" tIns="45719" rIns="45719" bIns="45719" anchor="t">
            <a:spAutoFit/>
          </a:bodyPr>
          <a:lstStyle xmlns:a="http://schemas.openxmlformats.org/drawingml/2006/main"/>
          <a:p xmlns:a="http://schemas.openxmlformats.org/drawingml/2006/main">
            <a:pPr defTabSz="914400">
              <a:buNone/>
            </a:pPr>
            <a:endParaRPr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026" name="Picture 2">
            <a:extLst xmlns:a="http://schemas.openxmlformats.org/drawingml/2006/main">
              <a:ext uri="{FF2B5EF4-FFF2-40B4-BE49-F238E27FC236}">
                <a16:creationId xmlns:a16="http://schemas.microsoft.com/office/drawing/2014/main" id="{ECD58C5A-6A2B-401A-8BCE-1A2B53BEBC0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2fff5cb826418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040779" y="1651541"/>
            <a:ext cx="5600316" cy="4301043"/>
          </a:xfrm>
          <a:prstGeom xmlns:a="http://schemas.openxmlformats.org/drawingml/2006/main" prst="rect">
            <a:avLst/>
          </a:prstGeom>
        </p:spPr>
      </p:pic>
      <p:sp>
        <p:nvSpPr>
          <p:cNvPr id="6" name="TextovéPole 5">
            <a:extLst xmlns:a="http://schemas.openxmlformats.org/drawingml/2006/main">
              <a:ext uri="{FF2B5EF4-FFF2-40B4-BE49-F238E27FC236}">
                <a16:creationId xmlns:a16="http://schemas.microsoft.com/office/drawing/2014/main" id="{079AD4C1-45B3-4A55-91B3-B02B65EEC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5905500"/>
            <a:ext cx="7524750" cy="2514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>
            <a:noFill/>
            <a:miter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/>
        </p:style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050"/>
            </a:defPPr>
          </a:lstStyle>
          <a:p xmlns:a="http://schemas.openxmlformats.org/drawingml/2006/main">
            <a:r>
              <a:rPr sz="1050">
                <a:solidFill>
                  <a:srgbClr val="17324D"/>
                </a:solidFill>
                <a:latin typeface="Arial"/>
                <a:ea typeface="Arial"/>
                <a:cs typeface="Arial"/>
              </a:rPr>
              <a:t>Yates LR, Campbell PJ. Evolution of the cancer genome. Nat Rev Genet. 2012 Nov;13(11):795-806.</a:t>
            </a:r>
            <a:endParaRPr sz="1100">
              <a:solidFill>
                <a:schemeClr val="bg1"/>
              </a:solidFill>
            </a:endParaRPr>
          </a:p>
        </p:txBody>
      </p:sp>
      <p:sp>
        <p:nvSpPr>
          <p:cNvPr id="8" name="Obdélník 7">
            <a:extLst xmlns:a="http://schemas.openxmlformats.org/drawingml/2006/main">
              <a:ext uri="{FF2B5EF4-FFF2-40B4-BE49-F238E27FC236}">
                <a16:creationId xmlns:a16="http://schemas.microsoft.com/office/drawing/2014/main" id="{1F9F0DFF-BEA2-4F3B-AE06-BA72EF171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8202" y="5684134"/>
            <a:ext cx="1930464" cy="268450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2">
            <a:schemeClr val="accent3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3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rot="0" spcFirstLastPara="1" vert="horz" wrap="square" lIns="45719" tIns="45719" rIns="45719" bIns="45719" anchor="t">
            <a:spAutoFit/>
          </a:bodyPr>
          <a:lstStyle xmlns:a="http://schemas.openxmlformats.org/drawingml/2006/main"/>
          <a:p xmlns:a="http://schemas.openxmlformats.org/drawingml/2006/main">
            <a:pPr defTabSz="914400">
              <a:buNone/>
            </a:pPr>
            <a:endParaRPr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27" name="brand-rule">
            <a:extLst xmlns:a="http://schemas.openxmlformats.org/drawingml/2006/main">
              <a:ext uri="{FF2B5EF4-FFF2-40B4-BE49-F238E27FC236}">
                <a16:creationId xmlns:a16="http://schemas.microsoft.com/office/drawing/2014/main" id="{28564E92-0157-49A4-B7E1-D5561979B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5B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28" name="text-4">
            <a:extLst xmlns:a="http://schemas.openxmlformats.org/drawingml/2006/main">
              <a:ext uri="{FF2B5EF4-FFF2-40B4-BE49-F238E27FC236}">
                <a16:creationId xmlns:a16="http://schemas.microsoft.com/office/drawing/2014/main" id="{684B5FAE-C2D7-4216-8284-CC1F06688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4825"/>
            <a:ext cx="11239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00" b="1">
                <a:solidFill>
                  <a:srgbClr val="17324D"/>
                </a:solidFill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Vývoj nádorových klonů v čase</a:t>
            </a:r>
          </a:p>
        </p:txBody>
      </p:sp>
      <p:pic>
        <p:nvPicPr>
          <p:cNvPr id="1029" name="">
            <a:extLst xmlns:a="http://schemas.openxmlformats.org/drawingml/2006/main">
              <a:ext uri="{FF2B5EF4-FFF2-40B4-BE49-F238E27FC236}">
                <a16:creationId xmlns:a16="http://schemas.microsoft.com/office/drawing/2014/main" id="{59D75171-0FA9-4AE0-AD3F-82D14584B99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e8110fa01d4d1f">
            <a:extLst>
              <a:ext uri="{96DAC541-7B7A-43D3-8B79-37D633B846F1}">
                <asvg:svgBlip xmlns:asvg="http://schemas.microsoft.com/office/drawing/2016/SVG/main" r:embed="R9fcf317d12234d5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47675" y="6343650"/>
            <a:ext cx="1504950" cy="409575"/>
          </a:xfrm>
          <a:prstGeom xmlns:a="http://schemas.openxmlformats.org/drawingml/2006/main" prst="rect">
            <a:avLst/>
          </a:prstGeom>
        </p:spPr>
      </p:pic>
      <p:sp>
        <p:nvSpPr>
          <p:cNvPr id="1030" name="brand-rule">
            <a:extLst xmlns:a="http://schemas.openxmlformats.org/drawingml/2006/main">
              <a:ext uri="{FF2B5EF4-FFF2-40B4-BE49-F238E27FC236}">
                <a16:creationId xmlns:a16="http://schemas.microsoft.com/office/drawing/2014/main" id="{9271842C-88C5-45B6-A112-0DDCB2B7F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6448425"/>
            <a:ext cx="9191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31" name="text-6">
            <a:extLst xmlns:a="http://schemas.openxmlformats.org/drawingml/2006/main">
              <a:ext uri="{FF2B5EF4-FFF2-40B4-BE49-F238E27FC236}">
                <a16:creationId xmlns:a16="http://schemas.microsoft.com/office/drawing/2014/main" id="{3E200324-5BA7-4F80-A357-2D3219F9C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6419850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2677A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77A"/>
                </a:solidFill>
              </a:defRPr>
            </a:pPr>
            <a:r>
              <a:rPr sz="1275" b="0">
                <a:solidFill>
                  <a:srgbClr val="52677A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8068995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Obrázek 8">
            <a:extLst xmlns:a="http://schemas.openxmlformats.org/drawingml/2006/main">
              <a:ext uri="{FF2B5EF4-FFF2-40B4-BE49-F238E27FC236}">
                <a16:creationId xmlns:a16="http://schemas.microsoft.com/office/drawing/2014/main" id="{BBFA407B-C84C-4B62-A21B-1FC9887FE5D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ed1113a09f496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165243" y="1450000"/>
            <a:ext cx="7861513" cy="4071140"/>
          </a:xfrm>
          <a:prstGeom xmlns:a="http://schemas.openxmlformats.org/drawingml/2006/main" prst="rect">
            <a:avLst/>
          </a:prstGeom>
        </p:spPr>
      </p:pic>
      <p:sp>
        <p:nvSpPr>
          <p:cNvPr id="11" name="Rectangle 4">
            <a:extLst xmlns:a="http://schemas.openxmlformats.org/drawingml/2006/main">
              <a:ext uri="{FF2B5EF4-FFF2-40B4-BE49-F238E27FC236}">
                <a16:creationId xmlns:a16="http://schemas.microsoft.com/office/drawing/2014/main" id="{0A18480C-4392-40E0-BC25-6E3C1363A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524500"/>
            <a:ext cx="7810500" cy="7061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0" tIns="-12696" rIns="0" bIns="-12696" anchor="ctr">
            <a:spAutoFit/>
          </a:bodyPr>
          <a:lstStyle xmlns:a="http://schemas.openxmlformats.org/drawingml/2006/main">
            <a:defPPr>
              <a:defRPr sz="1200"/>
            </a:defPPr>
          </a:lstStyle>
          <a:p xmlns:a="http://schemas.openxmlformats.org/drawingml/2006/main">
            <a:pPr marL="285750" indent="-285750" defTabSz="914400">
              <a:spcBef>
                <a:spcPct val="0"/>
              </a:spcBef>
              <a:spcAft>
                <a:spcPct val="0"/>
              </a:spcAft>
              <a:buFont typeface="Arial"/>
              <a:buChar char="•"/>
            </a:pPr>
            <a:r>
              <a:rPr sz="1200" i="1">
                <a:solidFill>
                  <a:srgbClr val="17324D"/>
                </a:solidFill>
                <a:latin typeface="Arial"/>
                <a:ea typeface="Arial"/>
                <a:cs typeface="Arial"/>
              </a:rPr>
              <a:t>p16 a p53 jsou tumor supresorové geny. </a:t>
            </a:r>
          </a:p>
          <a:p xmlns:a="http://schemas.openxmlformats.org/drawingml/2006/main">
            <a:pPr marL="285750" indent="-285750">
              <a:spcBef>
                <a:spcPct val="0"/>
              </a:spcBef>
              <a:spcAft>
                <a:spcPct val="0"/>
              </a:spcAft>
              <a:buFont typeface="Arial"/>
              <a:buChar char="•"/>
            </a:pPr>
            <a:r>
              <a:rPr sz="1200" i="1">
                <a:solidFill>
                  <a:srgbClr val="17324D"/>
                </a:solidFill>
                <a:latin typeface="Arial"/>
                <a:ea typeface="Arial"/>
                <a:cs typeface="Arial"/>
              </a:rPr>
              <a:t>Jiné neutrální mutace nebo i závažné mutace jako např. </a:t>
            </a:r>
            <a:r>
              <a:rPr sz="1200" i="1">
                <a:solidFill>
                  <a:srgbClr val="17324D"/>
                </a:solidFill>
                <a:latin typeface="Arial"/>
                <a:ea typeface="Arial"/>
                <a:cs typeface="Arial"/>
              </a:rPr>
              <a:t>dysplázie</a:t>
            </a:r>
            <a:r>
              <a:rPr sz="1200" i="1">
                <a:solidFill>
                  <a:srgbClr val="17324D"/>
                </a:solidFill>
                <a:latin typeface="Arial"/>
                <a:ea typeface="Arial"/>
                <a:cs typeface="Arial"/>
              </a:rPr>
              <a:t> vysokého stupně ( HGD) (tj. závažné, prekancerózní změny tkáně) mohou vzniknout a být ztraceny driftem, </a:t>
            </a:r>
            <a:r>
              <a:rPr sz="1200" i="1">
                <a:solidFill>
                  <a:srgbClr val="17324D"/>
                </a:solidFill>
                <a:latin typeface="Arial"/>
                <a:ea typeface="Arial"/>
                <a:cs typeface="Arial"/>
              </a:rPr>
              <a:t>interklonální</a:t>
            </a:r>
            <a:r>
              <a:rPr sz="1200" i="1">
                <a:solidFill>
                  <a:srgbClr val="17324D"/>
                </a:solidFill>
                <a:latin typeface="Arial"/>
                <a:ea typeface="Arial"/>
                <a:cs typeface="Arial"/>
              </a:rPr>
              <a:t> soutěží nebo jinými mechanismy.  </a:t>
            </a:r>
          </a:p>
        </p:txBody>
      </p:sp>
      <p:sp>
        <p:nvSpPr>
          <p:cNvPr id="12" name="brand-rule">
            <a:extLst xmlns:a="http://schemas.openxmlformats.org/drawingml/2006/main">
              <a:ext uri="{FF2B5EF4-FFF2-40B4-BE49-F238E27FC236}">
                <a16:creationId xmlns:a16="http://schemas.microsoft.com/office/drawing/2014/main" id="{381D88EB-3321-489B-8BA4-5B0D38D10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5B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-2">
            <a:extLst xmlns:a="http://schemas.openxmlformats.org/drawingml/2006/main">
              <a:ext uri="{FF2B5EF4-FFF2-40B4-BE49-F238E27FC236}">
                <a16:creationId xmlns:a16="http://schemas.microsoft.com/office/drawing/2014/main" id="{100454F0-0C76-4F24-8E32-03AAC4ADB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4825"/>
            <a:ext cx="11239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00" b="1">
                <a:solidFill>
                  <a:srgbClr val="17324D"/>
                </a:solidFill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Vývoj klonů v hypotetickém případě Barrettsova jícnu</a:t>
            </a:r>
          </a:p>
        </p:txBody>
      </p:sp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34DE3F-F60E-4A6B-920F-2F441D4BCCC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87e3f64b6849fa">
            <a:extLst>
              <a:ext uri="{96DAC541-7B7A-43D3-8B79-37D633B846F1}">
                <asvg:svgBlip xmlns:asvg="http://schemas.microsoft.com/office/drawing/2016/SVG/main" r:embed="R62ba32dd336d475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47675" y="6343650"/>
            <a:ext cx="1504950" cy="409575"/>
          </a:xfrm>
          <a:prstGeom xmlns:a="http://schemas.openxmlformats.org/drawingml/2006/main" prst="rect">
            <a:avLst/>
          </a:prstGeom>
        </p:spPr>
      </p:pic>
      <p:sp>
        <p:nvSpPr>
          <p:cNvPr id="15" name="brand-rule">
            <a:extLst xmlns:a="http://schemas.openxmlformats.org/drawingml/2006/main">
              <a:ext uri="{FF2B5EF4-FFF2-40B4-BE49-F238E27FC236}">
                <a16:creationId xmlns:a16="http://schemas.microsoft.com/office/drawing/2014/main" id="{CE2B690D-D5A0-4E89-B0CC-6BA1EE02D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6448425"/>
            <a:ext cx="9191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-4">
            <a:extLst xmlns:a="http://schemas.openxmlformats.org/drawingml/2006/main">
              <a:ext uri="{FF2B5EF4-FFF2-40B4-BE49-F238E27FC236}">
                <a16:creationId xmlns:a16="http://schemas.microsoft.com/office/drawing/2014/main" id="{225F9D05-3BD6-4C99-AADB-11CB5BA45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6419850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2677A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77A"/>
                </a:solidFill>
              </a:defRPr>
            </a:pPr>
            <a:r>
              <a:rPr sz="1275" b="0">
                <a:solidFill>
                  <a:srgbClr val="52677A"/>
                </a:solidFill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10417853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brand-rule">
            <a:extLst xmlns:a="http://schemas.openxmlformats.org/drawingml/2006/main">
              <a:ext uri="{FF2B5EF4-FFF2-40B4-BE49-F238E27FC236}">
                <a16:creationId xmlns:a16="http://schemas.microsoft.com/office/drawing/2014/main" id="{B0A4CB49-9E6A-44F8-BB27-ECE9519A9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5B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8467F405-B355-437D-8C7A-FF7B04555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0"/>
            <a:ext cx="10191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4350" b="1">
                <a:solidFill>
                  <a:srgbClr val="17324D"/>
                </a:solidFill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7324D"/>
                </a:solidFill>
              </a:defRPr>
            </a:pPr>
            <a:r>
              <a:rPr sz="4350" b="1">
                <a:solidFill>
                  <a:srgbClr val="17324D"/>
                </a:solidFill>
              </a:rPr>
              <a:t>Léčebná trajektorie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8BDC61-893F-4E68-8347-E897F6ACECB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0938d81d524f14">
            <a:extLst>
              <a:ext uri="{96DAC541-7B7A-43D3-8B79-37D633B846F1}">
                <asvg:svgBlip xmlns:asvg="http://schemas.microsoft.com/office/drawing/2016/SVG/main" r:embed="Rfd7552ebd065499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47675" y="6343650"/>
            <a:ext cx="1504950" cy="409575"/>
          </a:xfrm>
          <a:prstGeom xmlns:a="http://schemas.openxmlformats.org/drawingml/2006/main" prst="rect">
            <a:avLst/>
          </a:prstGeom>
        </p:spPr>
      </p:pic>
      <p:sp>
        <p:nvSpPr>
          <p:cNvPr id="4" name="brand-rule">
            <a:extLst xmlns:a="http://schemas.openxmlformats.org/drawingml/2006/main">
              <a:ext uri="{FF2B5EF4-FFF2-40B4-BE49-F238E27FC236}">
                <a16:creationId xmlns:a16="http://schemas.microsoft.com/office/drawing/2014/main" id="{8E7F0D2B-DF14-42E2-8DF3-A984827E7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6448425"/>
            <a:ext cx="9191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61A1E797-F892-40B3-ABE8-B4C2D3E3D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6419850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2677A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77A"/>
                </a:solidFill>
              </a:defRPr>
            </a:pPr>
            <a:r>
              <a:rPr sz="1275" b="0">
                <a:solidFill>
                  <a:srgbClr val="52677A"/>
                </a:solidFill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317634889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Abgerundetes Rechteck 6">
            <a:extLst xmlns:a="http://schemas.openxmlformats.org/drawingml/2006/main">
              <a:ext uri="{FF2B5EF4-FFF2-40B4-BE49-F238E27FC236}">
                <a16:creationId xmlns:a16="http://schemas.microsoft.com/office/drawing/2014/main" id="{C5315F61-A7C6-1BB0-6E16-B39788393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7964" y="1450000"/>
            <a:ext cx="4402002" cy="489999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solidFill>
              <a:schemeClr val="tx1">
                <a:lumMod val="65000"/>
                <a:lumOff val="35000"/>
              </a:schemeClr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225"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  <a:noFill/>
            </a:endParaRPr>
          </a:p>
        </p:txBody>
      </p:sp>
      <p:sp>
        <p:nvSpPr>
          <p:cNvPr id="8" name="Abgerundetes Rechteck 7">
            <a:extLst xmlns:a="http://schemas.openxmlformats.org/drawingml/2006/main">
              <a:ext uri="{FF2B5EF4-FFF2-40B4-BE49-F238E27FC236}">
                <a16:creationId xmlns:a16="http://schemas.microsoft.com/office/drawing/2014/main" id="{4DBC41B0-0115-82B5-BB84-B8CA3BC43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2033" y="1450001"/>
            <a:ext cx="4402003" cy="4899999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solidFill>
              <a:srgbClr val="862949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225"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  <a:noFill/>
            </a:endParaRPr>
          </a:p>
        </p:txBody>
      </p:sp>
      <p:sp>
        <p:nvSpPr>
          <p:cNvPr id="3" name="BlokTextu 2">
            <a:extLst xmlns:a="http://schemas.openxmlformats.org/drawingml/2006/main">
              <a:ext uri="{FF2B5EF4-FFF2-40B4-BE49-F238E27FC236}">
                <a16:creationId xmlns:a16="http://schemas.microsoft.com/office/drawing/2014/main" id="{271F963C-DDDA-D3CC-2E95-6D6A826CA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1609725"/>
            <a:ext cx="3981450" cy="571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575"/>
            </a:defPPr>
          </a:lstStyle>
          <a:p xmlns:a="http://schemas.openxmlformats.org/drawingml/2006/main">
            <a:pPr algn="just">
              <a:buNone/>
            </a:pPr>
            <a:r>
              <a:rPr sz="1575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Klinická trajektorie, Léčebný plán (</a:t>
            </a:r>
            <a:r>
              <a:rPr sz="1575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Patient</a:t>
            </a:r>
            <a:r>
              <a:rPr sz="1575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 </a:t>
            </a:r>
            <a:r>
              <a:rPr sz="1575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Pathway</a:t>
            </a:r>
            <a:r>
              <a:rPr sz="1575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)</a:t>
            </a:r>
            <a:endParaRPr sz="1600" b="1">
              <a:solidFill>
                <a:srgbClr val="0065BD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BlokTextu 4">
            <a:extLst xmlns:a="http://schemas.openxmlformats.org/drawingml/2006/main">
              <a:ext uri="{FF2B5EF4-FFF2-40B4-BE49-F238E27FC236}">
                <a16:creationId xmlns:a16="http://schemas.microsoft.com/office/drawing/2014/main" id="{50920898-5B45-CEFE-C5E4-F409A1BFD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09725"/>
            <a:ext cx="3981450" cy="3314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575"/>
            </a:defPPr>
            <a:lvl1pPr>
              <a:buNone/>
              <a:defRPr sz="1600" b="1"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just">
              <a:buNone/>
            </a:pPr>
            <a:r>
              <a:rPr sz="1575">
                <a:solidFill>
                  <a:srgbClr val="17324D"/>
                </a:solidFill>
              </a:rPr>
              <a:t>Pacientská zkušenost (</a:t>
            </a:r>
            <a:r>
              <a:rPr sz="1575">
                <a:solidFill>
                  <a:srgbClr val="17324D"/>
                </a:solidFill>
              </a:rPr>
              <a:t>Patient</a:t>
            </a:r>
            <a:r>
              <a:rPr sz="1575">
                <a:solidFill>
                  <a:srgbClr val="17324D"/>
                </a:solidFill>
              </a:rPr>
              <a:t> </a:t>
            </a:r>
            <a:r>
              <a:rPr sz="1575">
                <a:solidFill>
                  <a:srgbClr val="17324D"/>
                </a:solidFill>
              </a:rPr>
              <a:t>Journey</a:t>
            </a:r>
            <a:r>
              <a:rPr sz="1575">
                <a:solidFill>
                  <a:srgbClr val="17324D"/>
                </a:solidFill>
              </a:rPr>
              <a:t>)</a:t>
            </a:r>
            <a:endParaRPr>
              <a:solidFill>
                <a:srgbClr val="0065BD"/>
              </a:solidFill>
            </a:endParaRPr>
          </a:p>
        </p:txBody>
      </p:sp>
      <p:sp>
        <p:nvSpPr>
          <p:cNvPr id="10" name="BlokTextu 9">
            <a:extLst xmlns:a="http://schemas.openxmlformats.org/drawingml/2006/main">
              <a:ext uri="{FF2B5EF4-FFF2-40B4-BE49-F238E27FC236}">
                <a16:creationId xmlns:a16="http://schemas.microsoft.com/office/drawing/2014/main" id="{7192171E-95CF-303F-AE08-F509F0DA8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1972" y="2149547"/>
            <a:ext cx="3968533" cy="412267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100">
                <a:latin typeface="Arial"/>
                <a:ea typeface="Arial"/>
                <a:cs typeface="Arial"/>
              </a:rPr>
              <a:t>Sled kroků a procesů zdravotní péče, který pacient absolvuje v rámci zdravotnického systému, od prvního kontaktu až po finální léčbu a následnou péči.</a:t>
            </a:r>
          </a:p>
          <a:p xmlns:a="http://schemas.openxmlformats.org/drawingml/2006/main">
            <a:endParaRPr sz="1100">
              <a:latin typeface="Arial"/>
              <a:ea typeface="Arial"/>
              <a:cs typeface="Arial"/>
            </a:endParaRPr>
          </a:p>
          <a:p xmlns:a="http://schemas.openxmlformats.org/drawingml/2006/main">
            <a:r>
              <a:rPr sz="1100" b="1">
                <a:latin typeface="Arial"/>
                <a:ea typeface="Arial"/>
                <a:cs typeface="Arial"/>
              </a:rPr>
              <a:t>Příklad</a:t>
            </a:r>
            <a:r>
              <a:rPr sz="1100">
                <a:latin typeface="Arial"/>
                <a:ea typeface="Arial"/>
                <a:cs typeface="Arial"/>
              </a:rPr>
              <a:t>:</a:t>
            </a:r>
            <a:br>
              <a:rPr sz="1100">
                <a:latin typeface="Arial"/>
                <a:ea typeface="Arial"/>
                <a:cs typeface="Arial"/>
              </a:rPr>
            </a:br>
            <a:r>
              <a:rPr sz="1100">
                <a:solidFill>
                  <a:srgbClr val="17324D"/>
                </a:solidFill>
                <a:latin typeface="Arial"/>
                <a:ea typeface="Arial"/>
                <a:cs typeface="Arial"/>
              </a:rPr>
              <a:t>Pacient s IBD může absolvovat cestu, která zahrnuje doporučení od praktického lékaře, diagnózu specialistou, zahájení medikace, pravidelné hodnocení stavu a řízenou dlouhodobou péči dle závažnosti nemoci.</a:t>
            </a:r>
          </a:p>
          <a:p xmlns:a="http://schemas.openxmlformats.org/drawingml/2006/main">
            <a:endParaRPr sz="1100">
              <a:latin typeface="Arial"/>
              <a:ea typeface="Arial"/>
              <a:cs typeface="Arial"/>
            </a:endParaRPr>
          </a:p>
          <a:p xmlns:a="http://schemas.openxmlformats.org/drawingml/2006/main">
            <a:r>
              <a:rPr sz="110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Klíčové složky</a:t>
            </a:r>
            <a:r>
              <a:rPr sz="1100">
                <a:solidFill>
                  <a:srgbClr val="17324D"/>
                </a:solidFill>
                <a:latin typeface="Arial"/>
                <a:ea typeface="Arial"/>
                <a:cs typeface="Arial"/>
              </a:rPr>
              <a:t>:</a:t>
            </a:r>
          </a:p>
          <a:p xmlns:a="http://schemas.openxmlformats.org/drawingml/2006/main">
            <a:r>
              <a:rPr sz="1100" b="1">
                <a:latin typeface="Arial"/>
                <a:ea typeface="Arial"/>
                <a:cs typeface="Arial"/>
              </a:rPr>
              <a:t>Diagnostika</a:t>
            </a:r>
            <a:r>
              <a:rPr sz="1100">
                <a:latin typeface="Arial"/>
                <a:ea typeface="Arial"/>
                <a:cs typeface="Arial"/>
              </a:rPr>
              <a:t>: Jak je pacient identifikován jako potřebující péči.</a:t>
            </a:r>
          </a:p>
          <a:p xmlns:a="http://schemas.openxmlformats.org/drawingml/2006/main">
            <a:endParaRPr sz="1100">
              <a:latin typeface="Arial"/>
              <a:ea typeface="Arial"/>
              <a:cs typeface="Arial"/>
            </a:endParaRPr>
          </a:p>
          <a:p xmlns:a="http://schemas.openxmlformats.org/drawingml/2006/main">
            <a:r>
              <a:rPr sz="1100" b="1">
                <a:latin typeface="Arial"/>
                <a:ea typeface="Arial"/>
                <a:cs typeface="Arial"/>
              </a:rPr>
              <a:t>Léčebné postupy</a:t>
            </a:r>
            <a:r>
              <a:rPr sz="1100">
                <a:latin typeface="Arial"/>
                <a:ea typeface="Arial"/>
                <a:cs typeface="Arial"/>
              </a:rPr>
              <a:t>: Standardizované kroky nebo postupy určené pro specifické stavy či diagnózy.</a:t>
            </a:r>
          </a:p>
          <a:p xmlns:a="http://schemas.openxmlformats.org/drawingml/2006/main">
            <a:endParaRPr sz="1100">
              <a:latin typeface="Arial"/>
              <a:ea typeface="Arial"/>
              <a:cs typeface="Arial"/>
            </a:endParaRPr>
          </a:p>
          <a:p xmlns:a="http://schemas.openxmlformats.org/drawingml/2006/main">
            <a:r>
              <a:rPr sz="1100" b="1">
                <a:latin typeface="Arial"/>
                <a:ea typeface="Arial"/>
                <a:cs typeface="Arial"/>
              </a:rPr>
              <a:t>Koordinace péče</a:t>
            </a:r>
            <a:r>
              <a:rPr sz="1100">
                <a:latin typeface="Arial"/>
                <a:ea typeface="Arial"/>
                <a:cs typeface="Arial"/>
              </a:rPr>
              <a:t>: Komunikace a přechody mezi jednotlivými poskytovateli a úrovněmi péče.</a:t>
            </a:r>
          </a:p>
          <a:p xmlns:a="http://schemas.openxmlformats.org/drawingml/2006/main">
            <a:endParaRPr sz="1100">
              <a:latin typeface="Arial"/>
              <a:ea typeface="Arial"/>
              <a:cs typeface="Arial"/>
            </a:endParaRPr>
          </a:p>
          <a:p xmlns:a="http://schemas.openxmlformats.org/drawingml/2006/main">
            <a:r>
              <a:rPr sz="1100" b="1">
                <a:latin typeface="Arial"/>
                <a:ea typeface="Arial"/>
                <a:cs typeface="Arial"/>
              </a:rPr>
              <a:t>Výsledky a následná péče</a:t>
            </a:r>
            <a:r>
              <a:rPr sz="1100">
                <a:latin typeface="Arial"/>
                <a:ea typeface="Arial"/>
                <a:cs typeface="Arial"/>
              </a:rPr>
              <a:t>: Hodnocení úspěšnosti léčby a další péče po léčbě.</a:t>
            </a:r>
          </a:p>
          <a:p xmlns:a="http://schemas.openxmlformats.org/drawingml/2006/main">
            <a:endParaRPr sz="1100">
              <a:latin typeface="Arial"/>
              <a:ea typeface="Arial"/>
              <a:cs typeface="Arial"/>
            </a:endParaRPr>
          </a:p>
          <a:p xmlns:a="http://schemas.openxmlformats.org/drawingml/2006/main">
            <a:endParaRPr sz="1100">
              <a:latin typeface="Arial"/>
              <a:ea typeface="Arial"/>
              <a:cs typeface="Arial"/>
            </a:endParaRPr>
          </a:p>
        </p:txBody>
      </p:sp>
      <p:sp>
        <p:nvSpPr>
          <p:cNvPr id="13" name="BlokTextu 12">
            <a:extLst xmlns:a="http://schemas.openxmlformats.org/drawingml/2006/main">
              <a:ext uri="{FF2B5EF4-FFF2-40B4-BE49-F238E27FC236}">
                <a16:creationId xmlns:a16="http://schemas.microsoft.com/office/drawing/2014/main" id="{84290742-0EEF-6458-B07C-1313E0864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1122" y="2029188"/>
            <a:ext cx="3699397" cy="429776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100">
                <a:latin typeface="Arial"/>
                <a:ea typeface="Arial"/>
                <a:cs typeface="Arial"/>
              </a:rPr>
              <a:t>Popis z perspektivy pacienta celého procesu zdravotní péče, zahrnující individuální interakce, výzvy a pocity během všech fází péče, od nástupu příznaků až po léčbu či správu onemocnění.</a:t>
            </a:r>
          </a:p>
          <a:p xmlns:a="http://schemas.openxmlformats.org/drawingml/2006/main">
            <a:endParaRPr sz="1100">
              <a:latin typeface="Arial"/>
              <a:ea typeface="Arial"/>
              <a:cs typeface="Arial"/>
            </a:endParaRPr>
          </a:p>
          <a:p xmlns:a="http://schemas.openxmlformats.org/drawingml/2006/main">
            <a:r>
              <a:rPr sz="1100" b="1">
                <a:latin typeface="Arial"/>
                <a:ea typeface="Arial"/>
                <a:cs typeface="Arial"/>
              </a:rPr>
              <a:t>Příklad:</a:t>
            </a:r>
          </a:p>
          <a:p xmlns:a="http://schemas.openxmlformats.org/drawingml/2006/main">
            <a:r>
              <a:rPr sz="1100">
                <a:solidFill>
                  <a:srgbClr val="17324D"/>
                </a:solidFill>
                <a:latin typeface="Arial"/>
                <a:ea typeface="Arial"/>
                <a:cs typeface="Arial"/>
              </a:rPr>
              <a:t>Pro pacienta s IBD zahrnuje cesta nejen klinické kroky, ale i osobní zážitky, jako zvládání vedlejších účinků léků a řízení dopadu nemoci na práci a sociální život.</a:t>
            </a:r>
          </a:p>
          <a:p xmlns:a="http://schemas.openxmlformats.org/drawingml/2006/main">
            <a:endParaRPr sz="1100">
              <a:latin typeface="Arial"/>
              <a:ea typeface="Arial"/>
              <a:cs typeface="Arial"/>
            </a:endParaRPr>
          </a:p>
          <a:p xmlns:a="http://schemas.openxmlformats.org/drawingml/2006/main">
            <a:r>
              <a:rPr sz="110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Klíčové složky:</a:t>
            </a:r>
          </a:p>
          <a:p xmlns:a="http://schemas.openxmlformats.org/drawingml/2006/main">
            <a:r>
              <a:rPr sz="1100" b="1">
                <a:latin typeface="Arial"/>
                <a:ea typeface="Arial"/>
                <a:cs typeface="Arial"/>
              </a:rPr>
              <a:t>Emocionální dopad</a:t>
            </a:r>
            <a:r>
              <a:rPr sz="1100">
                <a:latin typeface="Arial"/>
                <a:ea typeface="Arial"/>
                <a:cs typeface="Arial"/>
              </a:rPr>
              <a:t>: Psychologický prožitek pacienta a úroveň jeho spokojenosti.</a:t>
            </a:r>
          </a:p>
          <a:p xmlns:a="http://schemas.openxmlformats.org/drawingml/2006/main">
            <a:endParaRPr sz="1100">
              <a:latin typeface="Arial"/>
              <a:ea typeface="Arial"/>
              <a:cs typeface="Arial"/>
            </a:endParaRPr>
          </a:p>
          <a:p xmlns:a="http://schemas.openxmlformats.org/drawingml/2006/main">
            <a:r>
              <a:rPr sz="1100" b="1">
                <a:latin typeface="Arial"/>
                <a:ea typeface="Arial"/>
                <a:cs typeface="Arial"/>
              </a:rPr>
              <a:t>Bariéry v přístupu</a:t>
            </a:r>
            <a:r>
              <a:rPr sz="1100">
                <a:latin typeface="Arial"/>
                <a:ea typeface="Arial"/>
                <a:cs typeface="Arial"/>
              </a:rPr>
              <a:t>: Zpoždění, obtíže při získání péče nebo socioekonomické překážky.</a:t>
            </a:r>
          </a:p>
          <a:p xmlns:a="http://schemas.openxmlformats.org/drawingml/2006/main">
            <a:endParaRPr sz="1100">
              <a:latin typeface="Arial"/>
              <a:ea typeface="Arial"/>
              <a:cs typeface="Arial"/>
            </a:endParaRPr>
          </a:p>
          <a:p xmlns:a="http://schemas.openxmlformats.org/drawingml/2006/main">
            <a:r>
              <a:rPr sz="1100" b="1">
                <a:latin typeface="Arial"/>
                <a:ea typeface="Arial"/>
                <a:cs typeface="Arial"/>
              </a:rPr>
              <a:t>Podpora pacienta</a:t>
            </a:r>
            <a:r>
              <a:rPr sz="1100">
                <a:latin typeface="Arial"/>
                <a:ea typeface="Arial"/>
                <a:cs typeface="Arial"/>
              </a:rPr>
              <a:t>: Role rodiny, komunity a podpůrných systémů ve zdravotnictví.</a:t>
            </a:r>
          </a:p>
          <a:p xmlns:a="http://schemas.openxmlformats.org/drawingml/2006/main">
            <a:endParaRPr sz="1100">
              <a:latin typeface="Arial"/>
              <a:ea typeface="Arial"/>
              <a:cs typeface="Arial"/>
            </a:endParaRPr>
          </a:p>
          <a:p xmlns:a="http://schemas.openxmlformats.org/drawingml/2006/main">
            <a:r>
              <a:rPr sz="1100" b="1">
                <a:latin typeface="Arial"/>
                <a:ea typeface="Arial"/>
                <a:cs typeface="Arial"/>
              </a:rPr>
              <a:t>Dopad na kvalitu života</a:t>
            </a:r>
            <a:r>
              <a:rPr sz="1100">
                <a:latin typeface="Arial"/>
                <a:ea typeface="Arial"/>
                <a:cs typeface="Arial"/>
              </a:rPr>
              <a:t>: Dlouhodobé dopady na každodenní život, zaměstnání a sociální aspekty.</a:t>
            </a:r>
          </a:p>
          <a:p xmlns:a="http://schemas.openxmlformats.org/drawingml/2006/main">
            <a:endParaRPr sz="1100">
              <a:latin typeface="Arial"/>
              <a:ea typeface="Arial"/>
              <a:cs typeface="Arial"/>
            </a:endParaRPr>
          </a:p>
          <a:p xmlns:a="http://schemas.openxmlformats.org/drawingml/2006/main">
            <a:endParaRPr sz="1100">
              <a:latin typeface="Arial"/>
              <a:ea typeface="Arial"/>
              <a:cs typeface="Arial"/>
            </a:endParaRPr>
          </a:p>
        </p:txBody>
      </p:sp>
      <p:sp>
        <p:nvSpPr>
          <p:cNvPr id="14" name="brand-rule">
            <a:extLst xmlns:a="http://schemas.openxmlformats.org/drawingml/2006/main">
              <a:ext uri="{FF2B5EF4-FFF2-40B4-BE49-F238E27FC236}">
                <a16:creationId xmlns:a16="http://schemas.microsoft.com/office/drawing/2014/main" id="{58E6B37A-074B-4C42-B084-B405EAC05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5B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-7">
            <a:extLst xmlns:a="http://schemas.openxmlformats.org/drawingml/2006/main">
              <a:ext uri="{FF2B5EF4-FFF2-40B4-BE49-F238E27FC236}">
                <a16:creationId xmlns:a16="http://schemas.microsoft.com/office/drawing/2014/main" id="{1EFE7586-CA64-46F5-9912-3784423F7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4825"/>
            <a:ext cx="11239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00" b="1">
                <a:solidFill>
                  <a:srgbClr val="17324D"/>
                </a:solidFill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Patient Pathway klinická trajektorie a léčebný plán</a:t>
            </a:r>
          </a:p>
        </p:txBody>
      </p:sp>
      <p:pic>
        <p:nvPic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4ABD79-976E-40CB-AD85-469815E6B66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f903db19bd4ed8">
            <a:extLst>
              <a:ext uri="{96DAC541-7B7A-43D3-8B79-37D633B846F1}">
                <asvg:svgBlip xmlns:asvg="http://schemas.microsoft.com/office/drawing/2016/SVG/main" r:embed="Rf9691e63cf294bb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47675" y="6343650"/>
            <a:ext cx="1504950" cy="409575"/>
          </a:xfrm>
          <a:prstGeom xmlns:a="http://schemas.openxmlformats.org/drawingml/2006/main" prst="rect">
            <a:avLst/>
          </a:prstGeom>
        </p:spPr>
      </p:pic>
      <p:sp>
        <p:nvSpPr>
          <p:cNvPr id="17" name="brand-rule">
            <a:extLst xmlns:a="http://schemas.openxmlformats.org/drawingml/2006/main">
              <a:ext uri="{FF2B5EF4-FFF2-40B4-BE49-F238E27FC236}">
                <a16:creationId xmlns:a16="http://schemas.microsoft.com/office/drawing/2014/main" id="{9D7561D4-0A26-4B6E-8D08-3CCF44DB4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6448425"/>
            <a:ext cx="9191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-9">
            <a:extLst xmlns:a="http://schemas.openxmlformats.org/drawingml/2006/main">
              <a:ext uri="{FF2B5EF4-FFF2-40B4-BE49-F238E27FC236}">
                <a16:creationId xmlns:a16="http://schemas.microsoft.com/office/drawing/2014/main" id="{5464DB79-60E7-4D5B-AA73-48163C9F5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6419850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2677A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77A"/>
                </a:solidFill>
              </a:defRPr>
            </a:pPr>
            <a:r>
              <a:rPr sz="1275" b="0">
                <a:solidFill>
                  <a:srgbClr val="52677A"/>
                </a:solidFill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400500666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graphicFrame>
        <p:nvGraphicFramePr>
          <p:cNvPr id="2" name="Table 1">
            <a:extLst xmlns:a="http://schemas.openxmlformats.org/drawingml/2006/main">
              <a:ext uri="{FF2B5EF4-FFF2-40B4-BE49-F238E27FC236}">
                <a16:creationId xmlns:a16="http://schemas.microsoft.com/office/drawing/2014/main" id="{1D1D01B3-0AAA-4A2D-974E-116F36A3D658}"/>
              </a:ext>
            </a:extLst>
          </p:cNvPr>
          <p:cNvGraphicFramePr/>
          <p:nvPr/>
        </p:nvGraphicFramePr>
        <p:xfrm>
          <a:off xmlns:a="http://schemas.openxmlformats.org/drawingml/2006/main" x="670574" y="1450000"/>
          <a:ext xmlns:a="http://schemas.openxmlformats.org/drawingml/2006/main" cx="10850852" cy="4900000"/>
        </p:xfrm>
        <a:graphic xmlns:a="http://schemas.openxmlformats.org/drawingml/2006/main"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812292"/>
                <a:gridCol w="4160520"/>
                <a:gridCol w="5149596"/>
              </a:tblGrid>
              <a:tr h="257041">
                <a:tc grid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00" b="1">
                          <a:solidFill>
                            <a:srgbClr val="17324D"/>
                          </a:solidFill>
                        </a:rPr>
                        <a:t>Fáze</a:t>
                      </a:r>
                      <a:endParaRPr sz="1600">
                        <a:solidFill>
                          <a:srgbClr val="1F1F1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68850" marR="68850" marT="45900" marB="45900" anchor="ctr"/>
                </a:tc>
                <a:tc hMerge="1">
                  <a:txBody>
                    <a:bodyPr/>
                    <a:lstStyle/>
                    <a:p>
                      <a:pPr>
                        <a:buNone/>
                      </a:pPr>
                      <a:endParaRPr sz="1600">
                        <a:solidFill>
                          <a:srgbClr val="1F1F1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68850" marR="68850" marT="45900" marB="459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00" b="1">
                          <a:solidFill>
                            <a:srgbClr val="17324D"/>
                          </a:solidFill>
                        </a:rPr>
                        <a:t>Co se </a:t>
                      </a:r>
                      <a:r>
                        <a:rPr sz="1600" b="1">
                          <a:solidFill>
                            <a:srgbClr val="17324D"/>
                          </a:solidFill>
                        </a:rPr>
                        <a:t>dějě</a:t>
                      </a:r>
                      <a:endParaRPr sz="1600">
                        <a:solidFill>
                          <a:srgbClr val="1F1F1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68850" marR="68850" marT="45900" marB="45900" anchor="ctr"/>
                </a:tc>
              </a:tr>
              <a:tr h="9180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600" b="1">
                          <a:solidFill>
                            <a:srgbClr val="17324D"/>
                          </a:solidFill>
                        </a:rPr>
                        <a:t>1.</a:t>
                      </a:r>
                      <a:endParaRPr sz="1600">
                        <a:solidFill>
                          <a:srgbClr val="1F1F1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68850" marR="68850" marT="45900" marB="459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600" b="1">
                          <a:solidFill>
                            <a:srgbClr val="17324D"/>
                          </a:solidFill>
                        </a:rPr>
                        <a:t>Pre</a:t>
                      </a:r>
                      <a:r>
                        <a:rPr sz="1600" b="1">
                          <a:solidFill>
                            <a:srgbClr val="17324D"/>
                          </a:solidFill>
                        </a:rPr>
                        <a:t>-diagnostika a uvědomění</a:t>
                      </a:r>
                      <a:endParaRPr sz="1600">
                        <a:solidFill>
                          <a:srgbClr val="1F1F1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68850" marR="68850" marT="45900" marB="459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600">
                          <a:solidFill>
                            <a:srgbClr val="17324D"/>
                          </a:solidFill>
                        </a:rPr>
                        <a:t>Subjektivní vnímání příznaků</a:t>
                      </a:r>
                      <a:r>
                        <a:rPr sz="1600">
                          <a:solidFill>
                            <a:srgbClr val="17324D"/>
                          </a:solidFill>
                        </a:rPr>
                        <a:t>, emoční nastavení (strach, popírání), laické vyhledávání informací a samoléčba před návštěvou odborníka.</a:t>
                      </a:r>
                      <a:endParaRPr sz="1600">
                        <a:solidFill>
                          <a:srgbClr val="1F1F1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68850" marR="68850" marT="45900" marB="45900" anchor="ctr"/>
                </a:tc>
              </a:tr>
              <a:tr h="7527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600" b="1">
                          <a:solidFill>
                            <a:srgbClr val="17324D"/>
                          </a:solidFill>
                        </a:rPr>
                        <a:t>2.</a:t>
                      </a:r>
                      <a:endParaRPr sz="1600">
                        <a:solidFill>
                          <a:srgbClr val="1F1F1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68850" marR="68850" marT="45900" marB="459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600" b="1">
                          <a:solidFill>
                            <a:srgbClr val="17324D"/>
                          </a:solidFill>
                        </a:rPr>
                        <a:t>Vstup do systému a diferenciální diagnostika</a:t>
                      </a:r>
                      <a:endParaRPr sz="1600">
                        <a:solidFill>
                          <a:srgbClr val="1F1F1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68850" marR="68850" marT="45900" marB="459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600">
                          <a:solidFill>
                            <a:srgbClr val="17324D"/>
                          </a:solidFill>
                        </a:rPr>
                        <a:t>Motivace k vyhledání pomoci, screening, </a:t>
                      </a:r>
                      <a:r>
                        <a:rPr sz="1600">
                          <a:solidFill>
                            <a:srgbClr val="17324D"/>
                          </a:solidFill>
                        </a:rPr>
                        <a:t>cesta mezi specialisty </a:t>
                      </a:r>
                      <a:r>
                        <a:rPr sz="1600">
                          <a:solidFill>
                            <a:srgbClr val="17324D"/>
                          </a:solidFill>
                        </a:rPr>
                        <a:t>(referenční řetězec) a stanovení definitivní diagnózy.</a:t>
                      </a:r>
                      <a:endParaRPr sz="1600">
                        <a:solidFill>
                          <a:srgbClr val="1F1F1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68850" marR="68850" marT="45900" marB="45900" anchor="ctr"/>
                </a:tc>
              </a:tr>
              <a:tr h="9180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600" b="1">
                          <a:solidFill>
                            <a:srgbClr val="17324D"/>
                          </a:solidFill>
                        </a:rPr>
                        <a:t>3.</a:t>
                      </a:r>
                      <a:endParaRPr sz="1600">
                        <a:solidFill>
                          <a:srgbClr val="1F1F1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68850" marR="68850" marT="45900" marB="459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600" b="1">
                          <a:solidFill>
                            <a:srgbClr val="17324D"/>
                          </a:solidFill>
                        </a:rPr>
                        <a:t>Terapeutické rozhodování</a:t>
                      </a:r>
                      <a:endParaRPr sz="1600">
                        <a:solidFill>
                          <a:srgbClr val="1F1F1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68850" marR="68850" marT="45900" marB="459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600">
                          <a:solidFill>
                            <a:srgbClr val="17324D"/>
                          </a:solidFill>
                        </a:rPr>
                        <a:t>Volba léčebného protokolu na základě klinických dat, preferencí pacienta a dostupných inovací. Multidisciplinární týmy rozhodují. </a:t>
                      </a:r>
                      <a:r>
                        <a:rPr sz="1600">
                          <a:solidFill>
                            <a:srgbClr val="17324D"/>
                          </a:solidFill>
                        </a:rPr>
                        <a:t>Vliv lékaře  a personálů jako „průvodce“. </a:t>
                      </a:r>
                      <a:endParaRPr sz="1600">
                        <a:solidFill>
                          <a:schemeClr val="bg1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68850" marR="68850" marT="45900" marB="45900" anchor="ctr"/>
                </a:tc>
              </a:tr>
              <a:tr h="7527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600" b="1">
                          <a:solidFill>
                            <a:srgbClr val="17324D"/>
                          </a:solidFill>
                        </a:rPr>
                        <a:t>4.</a:t>
                      </a:r>
                      <a:endParaRPr sz="1600">
                        <a:solidFill>
                          <a:srgbClr val="1F1F1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68850" marR="68850" marT="45900" marB="459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600" b="1">
                          <a:solidFill>
                            <a:srgbClr val="17324D"/>
                          </a:solidFill>
                        </a:rPr>
                        <a:t>Léčba a bariéry dostupnosti</a:t>
                      </a:r>
                      <a:endParaRPr sz="1600">
                        <a:solidFill>
                          <a:srgbClr val="1F1F1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68850" marR="68850" marT="45900" marB="459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600">
                          <a:solidFill>
                            <a:srgbClr val="17324D"/>
                          </a:solidFill>
                        </a:rPr>
                        <a:t>První kontakt s reálnou léčbou</a:t>
                      </a:r>
                      <a:r>
                        <a:rPr sz="1600">
                          <a:solidFill>
                            <a:srgbClr val="17324D"/>
                          </a:solidFill>
                        </a:rPr>
                        <a:t>, její dostupnost a čekání na léčbu.</a:t>
                      </a:r>
                      <a:endParaRPr sz="1600">
                        <a:solidFill>
                          <a:srgbClr val="1F1F1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68850" marR="68850" marT="45900" marB="45900" anchor="ctr"/>
                </a:tc>
              </a:tr>
              <a:tr h="7527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600" b="1">
                          <a:solidFill>
                            <a:srgbClr val="17324D"/>
                          </a:solidFill>
                        </a:rPr>
                        <a:t>5.</a:t>
                      </a:r>
                      <a:endParaRPr sz="1600">
                        <a:solidFill>
                          <a:srgbClr val="1F1F1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68850" marR="68850" marT="45900" marB="459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600" b="1">
                          <a:solidFill>
                            <a:srgbClr val="17324D"/>
                          </a:solidFill>
                        </a:rPr>
                        <a:t>Adherence, perzistence a outcome</a:t>
                      </a:r>
                      <a:endParaRPr sz="1600">
                        <a:solidFill>
                          <a:srgbClr val="1F1F1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68850" marR="68850" marT="45900" marB="459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600">
                          <a:solidFill>
                            <a:srgbClr val="17324D"/>
                          </a:solidFill>
                        </a:rPr>
                        <a:t>Dodržování léčebného režimu, zvládání nežádoucích účinků, rizika přerušení  změny v léčbě a sledování odpovědi a kvality života.</a:t>
                      </a:r>
                      <a:endParaRPr sz="1600">
                        <a:solidFill>
                          <a:srgbClr val="1F1F1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68850" marR="68850" marT="45900" marB="45900" anchor="ctr"/>
                </a:tc>
              </a:tr>
            </a:tbl>
          </a:graphicData>
        </a:graphic>
      </p:graphicFrame>
      <p:sp>
        <p:nvSpPr>
          <p:cNvPr id="3" name="brand-rule">
            <a:extLst xmlns:a="http://schemas.openxmlformats.org/drawingml/2006/main">
              <a:ext uri="{FF2B5EF4-FFF2-40B4-BE49-F238E27FC236}">
                <a16:creationId xmlns:a16="http://schemas.microsoft.com/office/drawing/2014/main" id="{044B361F-D5DA-4545-828E-BC006A894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5B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1">
            <a:extLst xmlns:a="http://schemas.openxmlformats.org/drawingml/2006/main">
              <a:ext uri="{FF2B5EF4-FFF2-40B4-BE49-F238E27FC236}">
                <a16:creationId xmlns:a16="http://schemas.microsoft.com/office/drawing/2014/main" id="{36953012-F650-46D4-9B06-9B6FBB6BA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4825"/>
            <a:ext cx="11239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00" b="1">
                <a:solidFill>
                  <a:srgbClr val="17324D"/>
                </a:solidFill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klinická trajektorie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2FE673-F0D5-4252-898D-226788DCF46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83b0af879d4565">
            <a:extLst>
              <a:ext uri="{96DAC541-7B7A-43D3-8B79-37D633B846F1}">
                <asvg:svgBlip xmlns:asvg="http://schemas.microsoft.com/office/drawing/2016/SVG/main" r:embed="R3726be59b09e42e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47675" y="6343650"/>
            <a:ext cx="1504950" cy="409575"/>
          </a:xfrm>
          <a:prstGeom xmlns:a="http://schemas.openxmlformats.org/drawingml/2006/main" prst="rect">
            <a:avLst/>
          </a:prstGeom>
        </p:spPr>
      </p:pic>
      <p:sp>
        <p:nvSpPr>
          <p:cNvPr id="6" name="brand-rule">
            <a:extLst xmlns:a="http://schemas.openxmlformats.org/drawingml/2006/main">
              <a:ext uri="{FF2B5EF4-FFF2-40B4-BE49-F238E27FC236}">
                <a16:creationId xmlns:a16="http://schemas.microsoft.com/office/drawing/2014/main" id="{FB0E5CB1-803C-4F69-AA8F-F2DB07D49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6448425"/>
            <a:ext cx="9191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-3">
            <a:extLst xmlns:a="http://schemas.openxmlformats.org/drawingml/2006/main">
              <a:ext uri="{FF2B5EF4-FFF2-40B4-BE49-F238E27FC236}">
                <a16:creationId xmlns:a16="http://schemas.microsoft.com/office/drawing/2014/main" id="{E686A78A-8442-4B60-98B1-9327320D2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6419850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2677A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77A"/>
                </a:solidFill>
              </a:defRPr>
            </a:pPr>
            <a:r>
              <a:rPr sz="1275" b="0">
                <a:solidFill>
                  <a:srgbClr val="52677A"/>
                </a:solidFill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270326898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CED2C193-E091-435B-9BC9-FF6488390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3764" y="1450000"/>
            <a:ext cx="2883009" cy="576602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2">
            <a:schemeClr val="accent5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5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rPr sz="1200"/>
              <a:t>Krok 1: Prevence a časný záchyt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AD4BA112-B8D5-AB0E-F573-676E3DA52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3764" y="2199677"/>
            <a:ext cx="2883009" cy="576602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2">
            <a:schemeClr val="accent5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5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rPr sz="1200"/>
              <a:t>Krok 2: První projevy,</a:t>
            </a:r>
          </a:p>
          <a:p xmlns:a="http://schemas.openxmlformats.org/drawingml/2006/main">
            <a:r>
              <a:rPr sz="1200"/>
              <a:t>úvodní vyšetření a odeslání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D76BEFF5-F827-DA0D-DE3E-3D9CF3B87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3764" y="2959549"/>
            <a:ext cx="2883009" cy="576602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2">
            <a:schemeClr val="accent5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5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rPr sz="1200"/>
              <a:t>Krok 3: Diagnóza, staging</a:t>
            </a:r>
          </a:p>
          <a:p xmlns:a="http://schemas.openxmlformats.org/drawingml/2006/main">
            <a:r>
              <a:rPr sz="1200"/>
              <a:t>a plánování léčby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24AD2E0B-EC51-E87A-99BE-0AEAD10F3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3764" y="3761149"/>
            <a:ext cx="2883009" cy="576602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2">
            <a:schemeClr val="accent5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5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rPr sz="1200"/>
              <a:t>Krok 4: Léčba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EA0A0D42-101B-5E83-6F48-B44D2F4E3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3764" y="4512249"/>
            <a:ext cx="2883009" cy="576602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2">
            <a:schemeClr val="accent5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5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rPr sz="1200"/>
              <a:t>Krok 5: Následná péče</a:t>
            </a:r>
          </a:p>
          <a:p xmlns:a="http://schemas.openxmlformats.org/drawingml/2006/main">
            <a:r>
              <a:rPr sz="1200"/>
              <a:t>po léčbě a zotavení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EF548748-EEE5-9C43-5D64-4CD1D548E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7915" y="5270936"/>
            <a:ext cx="2883009" cy="576602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2">
            <a:schemeClr val="accent5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5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rPr sz="1200"/>
              <a:t>Život po onkologickém onemocnění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99CD67D9-E369-305B-974E-A3C88EDC7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5778" y="3070744"/>
            <a:ext cx="2883009" cy="720752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2">
            <a:schemeClr val="accent5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5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rPr sz="1200"/>
              <a:t>Krok 6: Řešení recidivy,</a:t>
            </a:r>
          </a:p>
          <a:p xmlns:a="http://schemas.openxmlformats.org/drawingml/2006/main">
            <a:r>
              <a:rPr sz="1200"/>
              <a:t>reziduálního nebo</a:t>
            </a:r>
          </a:p>
          <a:p xmlns:a="http://schemas.openxmlformats.org/drawingml/2006/main">
            <a:r>
              <a:rPr sz="1200"/>
              <a:t>metastatického onemocnění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8B10D763-71F5-1020-11C7-8825B1D96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3056" y="4151873"/>
            <a:ext cx="2883009" cy="720752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2">
            <a:schemeClr val="accent5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5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rPr sz="1200"/>
              <a:t>Krok 7: Péče na konci života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7D700527-16F4-432E-E613-8AAEEB3B6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8569" y="6020613"/>
            <a:ext cx="8879667" cy="32938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6C7"/>
          </a:solidFill>
        </p:spPr>
        <p:style>
          <a:lnRef xmlns:a="http://schemas.openxmlformats.org/drawingml/2006/main" idx="2">
            <a:schemeClr val="accent5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5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rPr sz="1200"/>
              <a:t>Screening a </a:t>
            </a:r>
            <a:r>
              <a:rPr sz="1200"/>
              <a:t>odeslání</a:t>
            </a:r>
            <a:r>
              <a:rPr sz="1200"/>
              <a:t> do </a:t>
            </a:r>
            <a:r>
              <a:rPr sz="1200"/>
              <a:t>podpůrné</a:t>
            </a:r>
            <a:r>
              <a:rPr sz="1200"/>
              <a:t> </a:t>
            </a:r>
            <a:r>
              <a:rPr sz="1200"/>
              <a:t>péče</a:t>
            </a:r>
            <a:r>
              <a:rPr sz="1200"/>
              <a:t> by </a:t>
            </a:r>
            <a:r>
              <a:rPr sz="1200"/>
              <a:t>měly</a:t>
            </a:r>
            <a:r>
              <a:rPr sz="1200"/>
              <a:t> </a:t>
            </a:r>
            <a:r>
              <a:rPr sz="1200"/>
              <a:t>být</a:t>
            </a:r>
            <a:r>
              <a:rPr sz="1200"/>
              <a:t> </a:t>
            </a:r>
            <a:r>
              <a:rPr sz="1200"/>
              <a:t>zvažovány</a:t>
            </a:r>
            <a:r>
              <a:rPr sz="1200"/>
              <a:t> </a:t>
            </a:r>
            <a:r>
              <a:rPr sz="1200"/>
              <a:t>ve</a:t>
            </a:r>
            <a:r>
              <a:rPr sz="1200"/>
              <a:t> </a:t>
            </a:r>
            <a:r>
              <a:rPr sz="1200"/>
              <a:t>všech</a:t>
            </a:r>
            <a:r>
              <a:rPr sz="1200"/>
              <a:t> </a:t>
            </a:r>
            <a:r>
              <a:rPr sz="1200"/>
              <a:t>fázích</a:t>
            </a:r>
            <a:r>
              <a:rPr sz="1200"/>
              <a:t> </a:t>
            </a:r>
            <a:r>
              <a:rPr sz="1200"/>
              <a:t>onkologické</a:t>
            </a:r>
            <a:r>
              <a:rPr sz="1200"/>
              <a:t> </a:t>
            </a:r>
            <a:r>
              <a:rPr sz="1200"/>
              <a:t>péče</a:t>
            </a:r>
            <a:r>
              <a:rPr sz="1200"/>
              <a:t>.</a:t>
            </a:r>
          </a:p>
          <a:p xmlns:a="http://schemas.openxmlformats.org/drawingml/2006/main">
            <a:r>
              <a:rPr sz="1200"/>
              <a:t>Péče</a:t>
            </a:r>
            <a:r>
              <a:rPr sz="1200"/>
              <a:t> je </a:t>
            </a:r>
            <a:r>
              <a:rPr sz="1200"/>
              <a:t>zaměřena</a:t>
            </a:r>
            <a:r>
              <a:rPr sz="1200"/>
              <a:t> </a:t>
            </a:r>
            <a:r>
              <a:rPr sz="1200"/>
              <a:t>na</a:t>
            </a:r>
            <a:r>
              <a:rPr sz="1200"/>
              <a:t> </a:t>
            </a:r>
            <a:r>
              <a:rPr sz="1200"/>
              <a:t>pacienta</a:t>
            </a:r>
            <a:r>
              <a:rPr sz="1200"/>
              <a:t> a </a:t>
            </a:r>
            <a:r>
              <a:rPr sz="1200"/>
              <a:t>reaguje</a:t>
            </a:r>
            <a:r>
              <a:rPr sz="1200"/>
              <a:t> </a:t>
            </a:r>
            <a:r>
              <a:rPr sz="1200"/>
              <a:t>na</a:t>
            </a:r>
            <a:r>
              <a:rPr sz="1200"/>
              <a:t> </a:t>
            </a:r>
            <a:r>
              <a:rPr sz="1200"/>
              <a:t>jeho</a:t>
            </a:r>
            <a:r>
              <a:rPr sz="1200"/>
              <a:t> preference, </a:t>
            </a:r>
            <a:r>
              <a:rPr sz="1200"/>
              <a:t>potřeby</a:t>
            </a:r>
            <a:r>
              <a:rPr sz="1200"/>
              <a:t> a </a:t>
            </a:r>
            <a:r>
              <a:rPr sz="1200"/>
              <a:t>hodnoty</a:t>
            </a:r>
            <a:r>
              <a:rPr sz="1200"/>
              <a:t>.</a:t>
            </a:r>
          </a:p>
        </p:txBody>
      </p:sp>
      <p:cxnSp>
        <p:nvCxnSpPr>
          <p:cNvPr id="16" name="Straight Arrow Connector 15">
            <a:extLst xmlns:a="http://schemas.openxmlformats.org/drawingml/2006/main">
              <a:ext uri="{FF2B5EF4-FFF2-40B4-BE49-F238E27FC236}">
                <a16:creationId xmlns:a16="http://schemas.microsoft.com/office/drawing/2014/main" id="{4E3D0CF7-A7D4-43A2-8E49-A9FCDC5A24DB}"/>
              </a:ext>
            </a:extLst>
          </p:cNvPr>
          <p:cNvCxnSpPr/>
          <p:nvPr/>
        </p:nvCxnSpPr>
        <p:spPr>
          <a:xfrm xmlns:a="http://schemas.openxmlformats.org/drawingml/2006/main">
            <a:off x="4594433" y="3247850"/>
            <a:ext cx="345961" cy="0"/>
          </a:xfrm>
          <a:prstGeom xmlns:a="http://schemas.openxmlformats.org/drawingml/2006/main" prst="straightConnector1">
            <a:avLst/>
          </a:prstGeom>
          <a:ln xmlns:a="http://schemas.openxmlformats.org/drawingml/2006/main">
            <a:tailEnd type="triangle"/>
          </a:ln>
        </p:spPr>
        <p:style>
          <a:lnRef xmlns:a="http://schemas.openxmlformats.org/drawingml/2006/main" idx="1">
            <a:schemeClr val="dk1"/>
          </a:lnRef>
          <a:fillRef xmlns:a="http://schemas.openxmlformats.org/drawingml/2006/main" idx="0">
            <a:schemeClr val="dk1"/>
          </a:fillRef>
          <a:effectRef xmlns:a="http://schemas.openxmlformats.org/drawingml/2006/main" idx="0">
            <a:schemeClr val="dk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17" name="Straight Arrow Connector 16">
            <a:extLst xmlns:a="http://schemas.openxmlformats.org/drawingml/2006/main">
              <a:ext uri="{FF2B5EF4-FFF2-40B4-BE49-F238E27FC236}">
                <a16:creationId xmlns:a16="http://schemas.microsoft.com/office/drawing/2014/main" id="{7F43D571-61B8-4D1A-B579-F646FFEC568F}"/>
              </a:ext>
            </a:extLst>
          </p:cNvPr>
          <p:cNvCxnSpPr/>
          <p:nvPr/>
        </p:nvCxnSpPr>
        <p:spPr>
          <a:xfrm xmlns:a="http://schemas.openxmlformats.org/drawingml/2006/main">
            <a:off x="7165116" y="3813498"/>
            <a:ext cx="0" cy="306131"/>
          </a:xfrm>
          <a:prstGeom xmlns:a="http://schemas.openxmlformats.org/drawingml/2006/main" prst="straightConnector1">
            <a:avLst/>
          </a:prstGeom>
          <a:ln xmlns:a="http://schemas.openxmlformats.org/drawingml/2006/main">
            <a:tailEnd type="triangle"/>
          </a:ln>
        </p:spPr>
        <p:style>
          <a:lnRef xmlns:a="http://schemas.openxmlformats.org/drawingml/2006/main" idx="1">
            <a:schemeClr val="dk1"/>
          </a:lnRef>
          <a:fillRef xmlns:a="http://schemas.openxmlformats.org/drawingml/2006/main" idx="0">
            <a:schemeClr val="dk1"/>
          </a:fillRef>
          <a:effectRef xmlns:a="http://schemas.openxmlformats.org/drawingml/2006/main" idx="0">
            <a:schemeClr val="dk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22" name="Straight Arrow Connector 21">
            <a:extLst xmlns:a="http://schemas.openxmlformats.org/drawingml/2006/main">
              <a:ext uri="{FF2B5EF4-FFF2-40B4-BE49-F238E27FC236}">
                <a16:creationId xmlns:a16="http://schemas.microsoft.com/office/drawing/2014/main" id="{3902F73B-8EDB-4F0F-862A-2A9922852A64}"/>
              </a:ext>
            </a:extLst>
          </p:cNvPr>
          <p:cNvCxnSpPr/>
          <p:nvPr/>
        </p:nvCxnSpPr>
        <p:spPr>
          <a:xfrm xmlns:a="http://schemas.openxmlformats.org/drawingml/2006/main" flipV="1">
            <a:off x="3972184" y="3550566"/>
            <a:ext cx="0" cy="164431"/>
          </a:xfrm>
          <a:prstGeom xmlns:a="http://schemas.openxmlformats.org/drawingml/2006/main" prst="straightConnector1">
            <a:avLst/>
          </a:prstGeom>
          <a:ln xmlns:a="http://schemas.openxmlformats.org/drawingml/2006/main">
            <a:tailEnd type="triangle"/>
          </a:ln>
        </p:spPr>
        <p:style>
          <a:lnRef xmlns:a="http://schemas.openxmlformats.org/drawingml/2006/main" idx="1">
            <a:schemeClr val="dk1"/>
          </a:lnRef>
          <a:fillRef xmlns:a="http://schemas.openxmlformats.org/drawingml/2006/main" idx="0">
            <a:schemeClr val="dk1"/>
          </a:fillRef>
          <a:effectRef xmlns:a="http://schemas.openxmlformats.org/drawingml/2006/main" idx="0">
            <a:schemeClr val="dk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25" name="Straight Arrow Connector 24">
            <a:extLst xmlns:a="http://schemas.openxmlformats.org/drawingml/2006/main">
              <a:ext uri="{FF2B5EF4-FFF2-40B4-BE49-F238E27FC236}">
                <a16:creationId xmlns:a16="http://schemas.microsoft.com/office/drawing/2014/main" id="{CFE0057A-082D-41FC-8209-592766CD8260}"/>
              </a:ext>
            </a:extLst>
          </p:cNvPr>
          <p:cNvCxnSpPr/>
          <p:nvPr/>
        </p:nvCxnSpPr>
        <p:spPr>
          <a:xfrm xmlns:a="http://schemas.openxmlformats.org/drawingml/2006/main" flipH="1">
            <a:off x="4560924" y="4049450"/>
            <a:ext cx="1669617" cy="0"/>
          </a:xfrm>
          <a:prstGeom xmlns:a="http://schemas.openxmlformats.org/drawingml/2006/main" prst="straightConnector1">
            <a:avLst/>
          </a:prstGeom>
          <a:ln xmlns:a="http://schemas.openxmlformats.org/drawingml/2006/main">
            <a:tailEnd type="triangle"/>
          </a:ln>
        </p:spPr>
        <p:style>
          <a:lnRef xmlns:a="http://schemas.openxmlformats.org/drawingml/2006/main" idx="1">
            <a:schemeClr val="dk1"/>
          </a:lnRef>
          <a:fillRef xmlns:a="http://schemas.openxmlformats.org/drawingml/2006/main" idx="0">
            <a:schemeClr val="dk1"/>
          </a:fillRef>
          <a:effectRef xmlns:a="http://schemas.openxmlformats.org/drawingml/2006/main" idx="0">
            <a:schemeClr val="dk1"/>
          </a:effectRef>
          <a:fontRef xmlns:a="http://schemas.openxmlformats.org/drawingml/2006/main" idx="minor">
            <a:schemeClr val="tx1"/>
          </a:fontRef>
        </p:style>
      </p:cxnSp>
      <p:sp>
        <p:nvSpPr>
          <p:cNvPr id="28" name="Straight Connector 27">
            <a:extLst xmlns:a="http://schemas.openxmlformats.org/drawingml/2006/main">
              <a:ext uri="{FF2B5EF4-FFF2-40B4-BE49-F238E27FC236}">
                <a16:creationId xmlns:a16="http://schemas.microsoft.com/office/drawing/2014/main" id="{255CE035-D180-4EAA-BFAC-86932B0DF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541" y="3813498"/>
            <a:ext cx="0" cy="235952"/>
          </a:xfrm>
          <a:prstGeom xmlns:a="http://schemas.openxmlformats.org/drawingml/2006/main" prst="line">
            <a:avLst/>
          </a:prstGeom>
        </p:spPr>
        <p:style>
          <a:lnRef xmlns:a="http://schemas.openxmlformats.org/drawingml/2006/main" idx="1">
            <a:schemeClr val="dk1"/>
          </a:lnRef>
          <a:fillRef xmlns:a="http://schemas.openxmlformats.org/drawingml/2006/main" idx="0">
            <a:schemeClr val="dk1"/>
          </a:fillRef>
          <a:effectRef xmlns:a="http://schemas.openxmlformats.org/drawingml/2006/main" idx="0">
            <a:schemeClr val="dk1"/>
          </a:effectRef>
          <a:fontRef xmlns:a="http://schemas.openxmlformats.org/drawingml/2006/main" idx="minor">
            <a:schemeClr val="tx1"/>
          </a:fontRef>
        </p:style>
      </p:sp>
      <p:cxnSp>
        <p:nvCxnSpPr>
          <p:cNvPr id="33" name="Straight Arrow Connector 32">
            <a:extLst xmlns:a="http://schemas.openxmlformats.org/drawingml/2006/main">
              <a:ext uri="{FF2B5EF4-FFF2-40B4-BE49-F238E27FC236}">
                <a16:creationId xmlns:a16="http://schemas.microsoft.com/office/drawing/2014/main" id="{34D10BED-0D96-4271-A6B4-BC7FF145311D}"/>
              </a:ext>
            </a:extLst>
          </p:cNvPr>
          <p:cNvCxnSpPr>
            <a:stCxn xmlns:a="http://schemas.openxmlformats.org/drawingml/2006/main" id="4" idx="2"/>
          </p:cNvCxnSpPr>
          <p:nvPr/>
        </p:nvCxnSpPr>
        <p:spPr>
          <a:xfrm xmlns:a="http://schemas.openxmlformats.org/drawingml/2006/main">
            <a:off x="3095269" y="2026602"/>
            <a:ext cx="0" cy="173075"/>
          </a:xfrm>
          <a:prstGeom xmlns:a="http://schemas.openxmlformats.org/drawingml/2006/main" prst="straightConnector1">
            <a:avLst/>
          </a:prstGeom>
          <a:ln xmlns:a="http://schemas.openxmlformats.org/drawingml/2006/main">
            <a:solidFill>
              <a:srgbClr val="4F96C7"/>
            </a:solidFill>
            <a:tailEnd type="triangle"/>
          </a:ln>
        </p:spPr>
        <p:style>
          <a:lnRef xmlns:a="http://schemas.openxmlformats.org/drawingml/2006/main" idx="1">
            <a:schemeClr val="dk1"/>
          </a:lnRef>
          <a:fillRef xmlns:a="http://schemas.openxmlformats.org/drawingml/2006/main" idx="0">
            <a:schemeClr val="dk1"/>
          </a:fillRef>
          <a:effectRef xmlns:a="http://schemas.openxmlformats.org/drawingml/2006/main" idx="0">
            <a:schemeClr val="dk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36" name="Straight Arrow Connector 35">
            <a:extLst xmlns:a="http://schemas.openxmlformats.org/drawingml/2006/main">
              <a:ext uri="{FF2B5EF4-FFF2-40B4-BE49-F238E27FC236}">
                <a16:creationId xmlns:a16="http://schemas.microsoft.com/office/drawing/2014/main" id="{7473C64A-BAE5-4448-AF60-54B06FA220DF}"/>
              </a:ext>
            </a:extLst>
          </p:cNvPr>
          <p:cNvCxnSpPr>
            <a:endCxn xmlns:a="http://schemas.openxmlformats.org/drawingml/2006/main" id="6" idx="0"/>
          </p:cNvCxnSpPr>
          <p:nvPr/>
        </p:nvCxnSpPr>
        <p:spPr>
          <a:xfrm xmlns:a="http://schemas.openxmlformats.org/drawingml/2006/main">
            <a:off x="3085658" y="2776279"/>
            <a:ext cx="9610" cy="183270"/>
          </a:xfrm>
          <a:prstGeom xmlns:a="http://schemas.openxmlformats.org/drawingml/2006/main" prst="straightConnector1">
            <a:avLst/>
          </a:prstGeom>
          <a:ln xmlns:a="http://schemas.openxmlformats.org/drawingml/2006/main">
            <a:solidFill>
              <a:srgbClr val="4F96C7"/>
            </a:solidFill>
            <a:tailEnd type="triangle"/>
          </a:ln>
        </p:spPr>
        <p:style>
          <a:lnRef xmlns:a="http://schemas.openxmlformats.org/drawingml/2006/main" idx="1">
            <a:schemeClr val="dk1"/>
          </a:lnRef>
          <a:fillRef xmlns:a="http://schemas.openxmlformats.org/drawingml/2006/main" idx="0">
            <a:schemeClr val="dk1"/>
          </a:fillRef>
          <a:effectRef xmlns:a="http://schemas.openxmlformats.org/drawingml/2006/main" idx="0">
            <a:schemeClr val="dk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37" name="Straight Arrow Connector 36">
            <a:extLst xmlns:a="http://schemas.openxmlformats.org/drawingml/2006/main">
              <a:ext uri="{FF2B5EF4-FFF2-40B4-BE49-F238E27FC236}">
                <a16:creationId xmlns:a16="http://schemas.microsoft.com/office/drawing/2014/main" id="{F99AC3A0-BCC4-49E5-9C47-133A0B4A28DE}"/>
              </a:ext>
            </a:extLst>
          </p:cNvPr>
          <p:cNvCxnSpPr/>
          <p:nvPr/>
        </p:nvCxnSpPr>
        <p:spPr>
          <a:xfrm xmlns:a="http://schemas.openxmlformats.org/drawingml/2006/main">
            <a:off x="3085658" y="3536151"/>
            <a:ext cx="0" cy="161151"/>
          </a:xfrm>
          <a:prstGeom xmlns:a="http://schemas.openxmlformats.org/drawingml/2006/main" prst="straightConnector1">
            <a:avLst/>
          </a:prstGeom>
          <a:ln xmlns:a="http://schemas.openxmlformats.org/drawingml/2006/main">
            <a:solidFill>
              <a:srgbClr val="4F96C7"/>
            </a:solidFill>
            <a:tailEnd type="triangle"/>
          </a:ln>
        </p:spPr>
        <p:style>
          <a:lnRef xmlns:a="http://schemas.openxmlformats.org/drawingml/2006/main" idx="1">
            <a:schemeClr val="dk1"/>
          </a:lnRef>
          <a:fillRef xmlns:a="http://schemas.openxmlformats.org/drawingml/2006/main" idx="0">
            <a:schemeClr val="dk1"/>
          </a:fillRef>
          <a:effectRef xmlns:a="http://schemas.openxmlformats.org/drawingml/2006/main" idx="0">
            <a:schemeClr val="dk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39" name="Straight Arrow Connector 38">
            <a:extLst xmlns:a="http://schemas.openxmlformats.org/drawingml/2006/main">
              <a:ext uri="{FF2B5EF4-FFF2-40B4-BE49-F238E27FC236}">
                <a16:creationId xmlns:a16="http://schemas.microsoft.com/office/drawing/2014/main" id="{F2E0BA4B-D863-4A9C-BF50-A6ED18D6F0AD}"/>
              </a:ext>
            </a:extLst>
          </p:cNvPr>
          <p:cNvCxnSpPr>
            <a:endCxn xmlns:a="http://schemas.openxmlformats.org/drawingml/2006/main" id="8" idx="0"/>
          </p:cNvCxnSpPr>
          <p:nvPr/>
        </p:nvCxnSpPr>
        <p:spPr>
          <a:xfrm xmlns:a="http://schemas.openxmlformats.org/drawingml/2006/main" flipH="1">
            <a:off x="3095269" y="4337751"/>
            <a:ext cx="4805" cy="174498"/>
          </a:xfrm>
          <a:prstGeom xmlns:a="http://schemas.openxmlformats.org/drawingml/2006/main" prst="straightConnector1">
            <a:avLst/>
          </a:prstGeom>
          <a:ln xmlns:a="http://schemas.openxmlformats.org/drawingml/2006/main">
            <a:solidFill>
              <a:srgbClr val="4F96C7"/>
            </a:solidFill>
            <a:tailEnd type="triangle"/>
          </a:ln>
        </p:spPr>
        <p:style>
          <a:lnRef xmlns:a="http://schemas.openxmlformats.org/drawingml/2006/main" idx="1">
            <a:schemeClr val="dk1"/>
          </a:lnRef>
          <a:fillRef xmlns:a="http://schemas.openxmlformats.org/drawingml/2006/main" idx="0">
            <a:schemeClr val="dk1"/>
          </a:fillRef>
          <a:effectRef xmlns:a="http://schemas.openxmlformats.org/drawingml/2006/main" idx="0">
            <a:schemeClr val="dk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40" name="Straight Arrow Connector 39">
            <a:extLst xmlns:a="http://schemas.openxmlformats.org/drawingml/2006/main">
              <a:ext uri="{FF2B5EF4-FFF2-40B4-BE49-F238E27FC236}">
                <a16:creationId xmlns:a16="http://schemas.microsoft.com/office/drawing/2014/main" id="{DF36A59E-C126-4B0D-A8E3-5D69B14D01B2}"/>
              </a:ext>
            </a:extLst>
          </p:cNvPr>
          <p:cNvCxnSpPr/>
          <p:nvPr/>
        </p:nvCxnSpPr>
        <p:spPr>
          <a:xfrm xmlns:a="http://schemas.openxmlformats.org/drawingml/2006/main">
            <a:off x="3095269" y="5088851"/>
            <a:ext cx="0" cy="131442"/>
          </a:xfrm>
          <a:prstGeom xmlns:a="http://schemas.openxmlformats.org/drawingml/2006/main" prst="straightConnector1">
            <a:avLst/>
          </a:prstGeom>
          <a:ln xmlns:a="http://schemas.openxmlformats.org/drawingml/2006/main">
            <a:solidFill>
              <a:srgbClr val="4F96C7"/>
            </a:solidFill>
            <a:tailEnd type="triangle"/>
          </a:ln>
        </p:spPr>
        <p:style>
          <a:lnRef xmlns:a="http://schemas.openxmlformats.org/drawingml/2006/main" idx="1">
            <a:schemeClr val="dk1"/>
          </a:lnRef>
          <a:fillRef xmlns:a="http://schemas.openxmlformats.org/drawingml/2006/main" idx="0">
            <a:schemeClr val="dk1"/>
          </a:fillRef>
          <a:effectRef xmlns:a="http://schemas.openxmlformats.org/drawingml/2006/main" idx="0">
            <a:schemeClr val="dk1"/>
          </a:effectRef>
          <a:fontRef xmlns:a="http://schemas.openxmlformats.org/drawingml/2006/main" idx="minor">
            <a:schemeClr val="tx1"/>
          </a:fontRef>
        </p:style>
      </p:cxnSp>
      <p:sp>
        <p:nvSpPr>
          <p:cNvPr id="41" name="brand-rule">
            <a:extLst xmlns:a="http://schemas.openxmlformats.org/drawingml/2006/main">
              <a:ext uri="{FF2B5EF4-FFF2-40B4-BE49-F238E27FC236}">
                <a16:creationId xmlns:a16="http://schemas.microsoft.com/office/drawing/2014/main" id="{65F3D8CF-56A1-4144-B3E4-71473EF17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5B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text-20">
            <a:extLst xmlns:a="http://schemas.openxmlformats.org/drawingml/2006/main">
              <a:ext uri="{FF2B5EF4-FFF2-40B4-BE49-F238E27FC236}">
                <a16:creationId xmlns:a16="http://schemas.microsoft.com/office/drawing/2014/main" id="{EBED905C-E8FA-4BDE-918D-45818F138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4825"/>
            <a:ext cx="11239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00" b="1">
                <a:solidFill>
                  <a:srgbClr val="17324D"/>
                </a:solidFill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Klinická trajektorie v onkologii</a:t>
            </a:r>
          </a:p>
        </p:txBody>
      </p:sp>
      <p:pic>
        <p:nvPic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D97671E-D8B1-48DE-8FB8-C8762B5DA70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fe224f289247ba">
            <a:extLst>
              <a:ext uri="{96DAC541-7B7A-43D3-8B79-37D633B846F1}">
                <asvg:svgBlip xmlns:asvg="http://schemas.microsoft.com/office/drawing/2016/SVG/main" r:embed="R8770c21f439443b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47675" y="6343650"/>
            <a:ext cx="1504950" cy="409575"/>
          </a:xfrm>
          <a:prstGeom xmlns:a="http://schemas.openxmlformats.org/drawingml/2006/main" prst="rect">
            <a:avLst/>
          </a:prstGeom>
        </p:spPr>
      </p:pic>
      <p:sp>
        <p:nvSpPr>
          <p:cNvPr id="44" name="brand-rule">
            <a:extLst xmlns:a="http://schemas.openxmlformats.org/drawingml/2006/main">
              <a:ext uri="{FF2B5EF4-FFF2-40B4-BE49-F238E27FC236}">
                <a16:creationId xmlns:a16="http://schemas.microsoft.com/office/drawing/2014/main" id="{79D0B628-ED14-4125-B37A-F17453381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6448425"/>
            <a:ext cx="9191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text-22">
            <a:extLst xmlns:a="http://schemas.openxmlformats.org/drawingml/2006/main">
              <a:ext uri="{FF2B5EF4-FFF2-40B4-BE49-F238E27FC236}">
                <a16:creationId xmlns:a16="http://schemas.microsoft.com/office/drawing/2014/main" id="{7FDC5316-4AF8-4525-ABC5-69FF8B596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6419850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2677A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77A"/>
                </a:solidFill>
              </a:defRPr>
            </a:pPr>
            <a:r>
              <a:rPr sz="1275" b="0">
                <a:solidFill>
                  <a:srgbClr val="52677A"/>
                </a:solidFill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59573099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brand-rule">
            <a:extLst xmlns:a="http://schemas.openxmlformats.org/drawingml/2006/main">
              <a:ext uri="{FF2B5EF4-FFF2-40B4-BE49-F238E27FC236}">
                <a16:creationId xmlns:a16="http://schemas.microsoft.com/office/drawing/2014/main" id="{F5E160C8-9B7F-462E-BFD5-8D157B659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5B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D2ABB36B-C444-4488-AF6A-BCA95E576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4825"/>
            <a:ext cx="11239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00" b="1">
                <a:solidFill>
                  <a:srgbClr val="17324D"/>
                </a:solidFill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Cesta pacienta jako navazující proces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F3B501-4D55-4E83-A3CA-FDABAB4F5D8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892ce794584642">
            <a:extLst>
              <a:ext uri="{96DAC541-7B7A-43D3-8B79-37D633B846F1}">
                <asvg:svgBlip xmlns:asvg="http://schemas.microsoft.com/office/drawing/2016/SVG/main" r:embed="Rf769b1b8bdf4476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47675" y="6343650"/>
            <a:ext cx="1504950" cy="409575"/>
          </a:xfrm>
          <a:prstGeom xmlns:a="http://schemas.openxmlformats.org/drawingml/2006/main" prst="rect">
            <a:avLst/>
          </a:prstGeom>
        </p:spPr>
      </p:pic>
      <p:sp>
        <p:nvSpPr>
          <p:cNvPr id="4" name="brand-rule">
            <a:extLst xmlns:a="http://schemas.openxmlformats.org/drawingml/2006/main">
              <a:ext uri="{FF2B5EF4-FFF2-40B4-BE49-F238E27FC236}">
                <a16:creationId xmlns:a16="http://schemas.microsoft.com/office/drawing/2014/main" id="{B9DE109F-37B6-4B2B-A4A1-94B7084AF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6448425"/>
            <a:ext cx="9191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8BAAFD55-A4F7-4221-B8B1-77792152C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19250"/>
            <a:ext cx="2571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4800" b="1">
                <a:solidFill>
                  <a:srgbClr val="0065BD"/>
                </a:solidFill>
              </a:defRPr>
            </a:defPPr>
          </a:lstStyle>
          <a:p xmlns:a="http://schemas.openxmlformats.org/drawingml/2006/main">
            <a:pPr>
              <a:defRPr sz="4800" b="1">
                <a:solidFill>
                  <a:srgbClr val="0065BD"/>
                </a:solidFill>
              </a:defRPr>
            </a:pPr>
            <a:r>
              <a:rPr sz="4800" b="1">
                <a:solidFill>
                  <a:srgbClr val="0065BD"/>
                </a:solidFill>
              </a:rPr>
              <a:t>01</a:t>
            </a:r>
          </a:p>
        </p:txBody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068338A6-1F3D-44D0-AF0E-018FE5ECD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19375"/>
            <a:ext cx="26003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17324D"/>
                </a:solidFill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7324D"/>
                </a:solidFill>
              </a:defRPr>
            </a:pPr>
            <a:r>
              <a:rPr sz="2100" b="1">
                <a:solidFill>
                  <a:srgbClr val="17324D"/>
                </a:solidFill>
              </a:rPr>
              <a:t>Záchyt</a:t>
            </a:r>
          </a:p>
        </p:txBody>
      </p:sp>
      <p:sp>
        <p:nvSpPr>
          <p:cNvPr id="7" name="text-5">
            <a:extLst xmlns:a="http://schemas.openxmlformats.org/drawingml/2006/main">
              <a:ext uri="{FF2B5EF4-FFF2-40B4-BE49-F238E27FC236}">
                <a16:creationId xmlns:a16="http://schemas.microsoft.com/office/drawing/2014/main" id="{6D6B3976-B21A-48A0-9BED-AB83A7D0C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19500"/>
            <a:ext cx="25717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17324D"/>
                </a:solidFill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7324D"/>
                </a:solidFill>
              </a:defRPr>
            </a:pPr>
            <a:r>
              <a:rPr sz="1800" b="0">
                <a:solidFill>
                  <a:srgbClr val="17324D"/>
                </a:solidFill>
              </a:rPr>
              <a:t>Screening nebo příznaky. Lékař posoudí podezření.</a:t>
            </a:r>
          </a:p>
        </p:txBody>
      </p:sp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282A7152-6005-42D0-AD87-0477F13E2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1619250"/>
            <a:ext cx="2571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4800" b="1">
                <a:solidFill>
                  <a:srgbClr val="0065BD"/>
                </a:solidFill>
              </a:defRPr>
            </a:defPPr>
          </a:lstStyle>
          <a:p xmlns:a="http://schemas.openxmlformats.org/drawingml/2006/main">
            <a:pPr>
              <a:defRPr sz="4800" b="1">
                <a:solidFill>
                  <a:srgbClr val="0065BD"/>
                </a:solidFill>
              </a:defRPr>
            </a:pPr>
            <a:r>
              <a:rPr sz="4800" b="1">
                <a:solidFill>
                  <a:srgbClr val="0065BD"/>
                </a:solidFill>
              </a:rPr>
              <a:t>02</a:t>
            </a:r>
          </a:p>
        </p:txBody>
      </p:sp>
      <p:sp>
        <p:nvSpPr>
          <p:cNvPr id="9" name="text-7">
            <a:extLst xmlns:a="http://schemas.openxmlformats.org/drawingml/2006/main">
              <a:ext uri="{FF2B5EF4-FFF2-40B4-BE49-F238E27FC236}">
                <a16:creationId xmlns:a16="http://schemas.microsoft.com/office/drawing/2014/main" id="{6354B40E-67C9-4A35-8F4B-E641268FA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2619375"/>
            <a:ext cx="26003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17324D"/>
                </a:solidFill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7324D"/>
                </a:solidFill>
              </a:defRPr>
            </a:pPr>
            <a:r>
              <a:rPr sz="2100" b="1">
                <a:solidFill>
                  <a:srgbClr val="17324D"/>
                </a:solidFill>
              </a:rPr>
              <a:t>Diagnostika</a:t>
            </a:r>
          </a:p>
        </p:txBody>
      </p:sp>
      <p:sp>
        <p:nvSpPr>
          <p:cNvPr id="10" name="text-8">
            <a:extLst xmlns:a="http://schemas.openxmlformats.org/drawingml/2006/main">
              <a:ext uri="{FF2B5EF4-FFF2-40B4-BE49-F238E27FC236}">
                <a16:creationId xmlns:a16="http://schemas.microsoft.com/office/drawing/2014/main" id="{BED1D658-7EFB-45CD-AD3B-108B811F5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3619500"/>
            <a:ext cx="25717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17324D"/>
                </a:solidFill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7324D"/>
                </a:solidFill>
              </a:defRPr>
            </a:pPr>
            <a:r>
              <a:rPr sz="1800" b="0">
                <a:solidFill>
                  <a:srgbClr val="17324D"/>
                </a:solidFill>
              </a:rPr>
              <a:t>Vyšetření, potvrzení nádoru a jeho rozsahu.</a:t>
            </a:r>
          </a:p>
        </p:txBody>
      </p:sp>
      <p:sp>
        <p:nvSpPr>
          <p:cNvPr id="11" name="text-9">
            <a:extLst xmlns:a="http://schemas.openxmlformats.org/drawingml/2006/main">
              <a:ext uri="{FF2B5EF4-FFF2-40B4-BE49-F238E27FC236}">
                <a16:creationId xmlns:a16="http://schemas.microsoft.com/office/drawing/2014/main" id="{E57E0266-D868-4B84-891E-9FE4627A3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619250"/>
            <a:ext cx="2571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4800" b="1">
                <a:solidFill>
                  <a:srgbClr val="0065BD"/>
                </a:solidFill>
              </a:defRPr>
            </a:defPPr>
          </a:lstStyle>
          <a:p xmlns:a="http://schemas.openxmlformats.org/drawingml/2006/main">
            <a:pPr>
              <a:defRPr sz="4800" b="1">
                <a:solidFill>
                  <a:srgbClr val="0065BD"/>
                </a:solidFill>
              </a:defRPr>
            </a:pPr>
            <a:r>
              <a:rPr sz="4800" b="1">
                <a:solidFill>
                  <a:srgbClr val="0065BD"/>
                </a:solidFill>
              </a:rPr>
              <a:t>03</a:t>
            </a:r>
          </a:p>
        </p:txBody>
      </p:sp>
      <p:sp>
        <p:nvSpPr>
          <p:cNvPr id="12" name="text-10">
            <a:extLst xmlns:a="http://schemas.openxmlformats.org/drawingml/2006/main">
              <a:ext uri="{FF2B5EF4-FFF2-40B4-BE49-F238E27FC236}">
                <a16:creationId xmlns:a16="http://schemas.microsoft.com/office/drawing/2014/main" id="{124FD41F-8884-4C6E-B79D-593C54FC4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619375"/>
            <a:ext cx="26003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17324D"/>
                </a:solidFill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7324D"/>
                </a:solidFill>
              </a:defRPr>
            </a:pPr>
            <a:r>
              <a:rPr sz="2100" b="1">
                <a:solidFill>
                  <a:srgbClr val="17324D"/>
                </a:solidFill>
              </a:rPr>
              <a:t>Plán péče</a:t>
            </a:r>
          </a:p>
        </p:txBody>
      </p:sp>
      <p:sp>
        <p:nvSpPr>
          <p:cNvPr id="13" name="text-11">
            <a:extLst xmlns:a="http://schemas.openxmlformats.org/drawingml/2006/main">
              <a:ext uri="{FF2B5EF4-FFF2-40B4-BE49-F238E27FC236}">
                <a16:creationId xmlns:a16="http://schemas.microsoft.com/office/drawing/2014/main" id="{9BFC2AC6-F6E8-48CB-AED0-0081DAFB5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619500"/>
            <a:ext cx="25717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17324D"/>
                </a:solidFill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7324D"/>
                </a:solidFill>
              </a:defRPr>
            </a:pPr>
            <a:r>
              <a:rPr sz="1800" b="0">
                <a:solidFill>
                  <a:srgbClr val="17324D"/>
                </a:solidFill>
              </a:rPr>
              <a:t>Odborný tým zvolí léčbu s pacientem.</a:t>
            </a:r>
          </a:p>
        </p:txBody>
      </p:sp>
      <p:sp>
        <p:nvSpPr>
          <p:cNvPr id="14" name="text-12">
            <a:extLst xmlns:a="http://schemas.openxmlformats.org/drawingml/2006/main">
              <a:ext uri="{FF2B5EF4-FFF2-40B4-BE49-F238E27FC236}">
                <a16:creationId xmlns:a16="http://schemas.microsoft.com/office/drawing/2014/main" id="{67CB1DA2-C2FE-4C23-8765-8B0F0D82A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1619250"/>
            <a:ext cx="2571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4800" b="1">
                <a:solidFill>
                  <a:srgbClr val="0065BD"/>
                </a:solidFill>
              </a:defRPr>
            </a:defPPr>
          </a:lstStyle>
          <a:p xmlns:a="http://schemas.openxmlformats.org/drawingml/2006/main">
            <a:pPr>
              <a:defRPr sz="4800" b="1">
                <a:solidFill>
                  <a:srgbClr val="0065BD"/>
                </a:solidFill>
              </a:defRPr>
            </a:pPr>
            <a:r>
              <a:rPr sz="4800" b="1">
                <a:solidFill>
                  <a:srgbClr val="0065BD"/>
                </a:solidFill>
              </a:rPr>
              <a:t>04</a:t>
            </a:r>
          </a:p>
        </p:txBody>
      </p:sp>
      <p:sp>
        <p:nvSpPr>
          <p:cNvPr id="15" name="text-13">
            <a:extLst xmlns:a="http://schemas.openxmlformats.org/drawingml/2006/main">
              <a:ext uri="{FF2B5EF4-FFF2-40B4-BE49-F238E27FC236}">
                <a16:creationId xmlns:a16="http://schemas.microsoft.com/office/drawing/2014/main" id="{1CFA72B6-CAEA-4F09-9C6A-901949B52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2619375"/>
            <a:ext cx="26003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17324D"/>
                </a:solidFill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7324D"/>
                </a:solidFill>
              </a:defRPr>
            </a:pPr>
            <a:r>
              <a:rPr sz="2100" b="1">
                <a:solidFill>
                  <a:srgbClr val="17324D"/>
                </a:solidFill>
              </a:rPr>
              <a:t>Léčba a kontroly</a:t>
            </a:r>
          </a:p>
        </p:txBody>
      </p:sp>
      <p:sp>
        <p:nvSpPr>
          <p:cNvPr id="16" name="text-14">
            <a:extLst xmlns:a="http://schemas.openxmlformats.org/drawingml/2006/main">
              <a:ext uri="{FF2B5EF4-FFF2-40B4-BE49-F238E27FC236}">
                <a16:creationId xmlns:a16="http://schemas.microsoft.com/office/drawing/2014/main" id="{5CBF27FA-2C11-4CCA-901E-68D5E906F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3619500"/>
            <a:ext cx="25717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17324D"/>
                </a:solidFill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7324D"/>
                </a:solidFill>
              </a:defRPr>
            </a:pPr>
            <a:r>
              <a:rPr sz="1800" b="0">
                <a:solidFill>
                  <a:srgbClr val="17324D"/>
                </a:solidFill>
              </a:rPr>
              <a:t>Poskytovatelé plní společný plán a sledují stav.</a:t>
            </a:r>
          </a:p>
        </p:txBody>
      </p:sp>
      <p:sp>
        <p:nvSpPr>
          <p:cNvPr id="17" name="text-15">
            <a:extLst xmlns:a="http://schemas.openxmlformats.org/drawingml/2006/main">
              <a:ext uri="{FF2B5EF4-FFF2-40B4-BE49-F238E27FC236}">
                <a16:creationId xmlns:a16="http://schemas.microsoft.com/office/drawing/2014/main" id="{A458C886-0C0B-487A-AE72-82D062271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629275"/>
            <a:ext cx="111252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52677A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2677A"/>
                </a:solidFill>
              </a:defRPr>
            </a:pPr>
            <a:r>
              <a:rPr sz="1650" b="0">
                <a:solidFill>
                  <a:srgbClr val="52677A"/>
                </a:solidFill>
              </a:rPr>
              <a:t>Při recidivě se cesta vrací k rozhodování. Podpůrná a paliativní péče může běžet souběžně s léčbou.</a:t>
            </a:r>
          </a:p>
        </p:txBody>
      </p:sp>
      <p:sp>
        <p:nvSpPr>
          <p:cNvPr id="18" name="text-16">
            <a:extLst xmlns:a="http://schemas.openxmlformats.org/drawingml/2006/main">
              <a:ext uri="{FF2B5EF4-FFF2-40B4-BE49-F238E27FC236}">
                <a16:creationId xmlns:a16="http://schemas.microsoft.com/office/drawing/2014/main" id="{C532928E-E175-4207-89B4-A9627E072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6419850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2677A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77A"/>
                </a:solidFill>
              </a:defRPr>
            </a:pPr>
            <a:r>
              <a:rPr sz="1275" b="0">
                <a:solidFill>
                  <a:srgbClr val="52677A"/>
                </a:solidFill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839215895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brand-rule">
            <a:extLst xmlns:a="http://schemas.openxmlformats.org/drawingml/2006/main">
              <a:ext uri="{FF2B5EF4-FFF2-40B4-BE49-F238E27FC236}">
                <a16:creationId xmlns:a16="http://schemas.microsoft.com/office/drawing/2014/main" id="{F023C720-49D1-45ED-A524-379A3282F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5B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EC15A5BF-2E89-46B6-AAC0-BBF0C71F7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4825"/>
            <a:ext cx="11239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00" b="1">
                <a:solidFill>
                  <a:srgbClr val="17324D"/>
                </a:solidFill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Pojmy, které software musí rozlišovat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B4CDCA-C3B9-49BE-BEEE-AC69526AB55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30495151314f1b">
            <a:extLst>
              <a:ext uri="{96DAC541-7B7A-43D3-8B79-37D633B846F1}">
                <asvg:svgBlip xmlns:asvg="http://schemas.microsoft.com/office/drawing/2016/SVG/main" r:embed="R550949c241f8418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47675" y="6343650"/>
            <a:ext cx="1504950" cy="409575"/>
          </a:xfrm>
          <a:prstGeom xmlns:a="http://schemas.openxmlformats.org/drawingml/2006/main" prst="rect">
            <a:avLst/>
          </a:prstGeom>
        </p:spPr>
      </p:pic>
      <p:sp>
        <p:nvSpPr>
          <p:cNvPr id="4" name="brand-rule">
            <a:extLst xmlns:a="http://schemas.openxmlformats.org/drawingml/2006/main">
              <a:ext uri="{FF2B5EF4-FFF2-40B4-BE49-F238E27FC236}">
                <a16:creationId xmlns:a16="http://schemas.microsoft.com/office/drawing/2014/main" id="{C2CA65E8-26BE-4431-964D-4E1999761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6448425"/>
            <a:ext cx="9191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71F6EED9-CA87-4279-B51D-23D017076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24000"/>
            <a:ext cx="2524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0065BD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0065BD"/>
                </a:solidFill>
              </a:defRPr>
            </a:pPr>
            <a:r>
              <a:rPr sz="1800" b="1">
                <a:solidFill>
                  <a:srgbClr val="0065BD"/>
                </a:solidFill>
              </a:rPr>
              <a:t>Suspekce</a:t>
            </a:r>
          </a:p>
        </p:txBody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F8B4574D-35E1-43A3-A60A-DE77FD943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1524000"/>
            <a:ext cx="84010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17324D"/>
                </a:solidFill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7324D"/>
                </a:solidFill>
              </a:defRPr>
            </a:pPr>
            <a:r>
              <a:rPr sz="1800" b="0">
                <a:solidFill>
                  <a:srgbClr val="17324D"/>
                </a:solidFill>
              </a:rPr>
              <a:t>Důvodné podezření. Nádor ještě nemusí být potvrzen.</a:t>
            </a:r>
          </a:p>
        </p:txBody>
      </p:sp>
      <p:sp>
        <p:nvSpPr>
          <p:cNvPr id="7" name="text-5">
            <a:extLst xmlns:a="http://schemas.openxmlformats.org/drawingml/2006/main">
              <a:ext uri="{FF2B5EF4-FFF2-40B4-BE49-F238E27FC236}">
                <a16:creationId xmlns:a16="http://schemas.microsoft.com/office/drawing/2014/main" id="{50684139-BD29-4E92-9A73-F25E1C51E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09825"/>
            <a:ext cx="2524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0065BD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0065BD"/>
                </a:solidFill>
              </a:defRPr>
            </a:pPr>
            <a:r>
              <a:rPr sz="1800" b="1">
                <a:solidFill>
                  <a:srgbClr val="0065BD"/>
                </a:solidFill>
              </a:rPr>
              <a:t>Histologie a staging</a:t>
            </a:r>
          </a:p>
        </p:txBody>
      </p:sp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06895A74-2739-4A6B-9C9C-6CD795F82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2409825"/>
            <a:ext cx="84010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17324D"/>
                </a:solidFill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7324D"/>
                </a:solidFill>
              </a:defRPr>
            </a:pPr>
            <a:r>
              <a:rPr sz="1800" b="0">
                <a:solidFill>
                  <a:srgbClr val="17324D"/>
                </a:solidFill>
              </a:rPr>
              <a:t>Vyšetření tkáně určuje typ nádoru. Staging popisuje rozsah onemocnění.</a:t>
            </a:r>
          </a:p>
        </p:txBody>
      </p:sp>
      <p:sp>
        <p:nvSpPr>
          <p:cNvPr id="9" name="text-7">
            <a:extLst xmlns:a="http://schemas.openxmlformats.org/drawingml/2006/main">
              <a:ext uri="{FF2B5EF4-FFF2-40B4-BE49-F238E27FC236}">
                <a16:creationId xmlns:a16="http://schemas.microsoft.com/office/drawing/2014/main" id="{9A63642E-B7D2-4B1E-9B9C-A7602C62C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95650"/>
            <a:ext cx="2524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0065BD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0065BD"/>
                </a:solidFill>
              </a:defRPr>
            </a:pPr>
            <a:r>
              <a:rPr sz="1800" b="1">
                <a:solidFill>
                  <a:srgbClr val="0065BD"/>
                </a:solidFill>
              </a:rPr>
              <a:t>MDT</a:t>
            </a:r>
          </a:p>
        </p:txBody>
      </p:sp>
      <p:sp>
        <p:nvSpPr>
          <p:cNvPr id="10" name="text-8">
            <a:extLst xmlns:a="http://schemas.openxmlformats.org/drawingml/2006/main">
              <a:ext uri="{FF2B5EF4-FFF2-40B4-BE49-F238E27FC236}">
                <a16:creationId xmlns:a16="http://schemas.microsoft.com/office/drawing/2014/main" id="{C67CB878-C2D1-42F4-9D71-7A36A6891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3295650"/>
            <a:ext cx="84010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17324D"/>
                </a:solidFill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7324D"/>
                </a:solidFill>
              </a:defRPr>
            </a:pPr>
            <a:r>
              <a:rPr sz="1800" b="0">
                <a:solidFill>
                  <a:srgbClr val="17324D"/>
                </a:solidFill>
              </a:rPr>
              <a:t>Multidisciplinární tým specialistů doporučuje další postup.</a:t>
            </a:r>
          </a:p>
        </p:txBody>
      </p:sp>
      <p:sp>
        <p:nvSpPr>
          <p:cNvPr id="11" name="text-9">
            <a:extLst xmlns:a="http://schemas.openxmlformats.org/drawingml/2006/main">
              <a:ext uri="{FF2B5EF4-FFF2-40B4-BE49-F238E27FC236}">
                <a16:creationId xmlns:a16="http://schemas.microsoft.com/office/drawing/2014/main" id="{9F6B7B83-6807-4E58-B92C-8F69D78FA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181475"/>
            <a:ext cx="2524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0065BD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0065BD"/>
                </a:solidFill>
              </a:defRPr>
            </a:pPr>
            <a:r>
              <a:rPr sz="1800" b="1">
                <a:solidFill>
                  <a:srgbClr val="0065BD"/>
                </a:solidFill>
              </a:rPr>
              <a:t>Remise a recidiva</a:t>
            </a:r>
          </a:p>
        </p:txBody>
      </p:sp>
      <p:sp>
        <p:nvSpPr>
          <p:cNvPr id="12" name="text-10">
            <a:extLst xmlns:a="http://schemas.openxmlformats.org/drawingml/2006/main">
              <a:ext uri="{FF2B5EF4-FFF2-40B4-BE49-F238E27FC236}">
                <a16:creationId xmlns:a16="http://schemas.microsoft.com/office/drawing/2014/main" id="{A17E928D-756E-47D1-AF6A-0A8646306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4181475"/>
            <a:ext cx="84010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17324D"/>
                </a:solidFill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7324D"/>
                </a:solidFill>
              </a:defRPr>
            </a:pPr>
            <a:r>
              <a:rPr sz="1800" b="0">
                <a:solidFill>
                  <a:srgbClr val="17324D"/>
                </a:solidFill>
              </a:rPr>
              <a:t>Ústup známek nemoci a její návrat. Remise vyžaduje další sledování.</a:t>
            </a:r>
          </a:p>
        </p:txBody>
      </p:sp>
      <p:sp>
        <p:nvSpPr>
          <p:cNvPr id="13" name="text-11">
            <a:extLst xmlns:a="http://schemas.openxmlformats.org/drawingml/2006/main">
              <a:ext uri="{FF2B5EF4-FFF2-40B4-BE49-F238E27FC236}">
                <a16:creationId xmlns:a16="http://schemas.microsoft.com/office/drawing/2014/main" id="{55F8D3C4-A6DE-4D88-83D6-2E03FD0BB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067300"/>
            <a:ext cx="2524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0065BD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0065BD"/>
                </a:solidFill>
              </a:defRPr>
            </a:pPr>
            <a:r>
              <a:rPr sz="1800" b="1">
                <a:solidFill>
                  <a:srgbClr val="0065BD"/>
                </a:solidFill>
              </a:rPr>
              <a:t>KOC a ROC</a:t>
            </a:r>
          </a:p>
        </p:txBody>
      </p:sp>
      <p:sp>
        <p:nvSpPr>
          <p:cNvPr id="14" name="text-12">
            <a:extLst xmlns:a="http://schemas.openxmlformats.org/drawingml/2006/main">
              <a:ext uri="{FF2B5EF4-FFF2-40B4-BE49-F238E27FC236}">
                <a16:creationId xmlns:a16="http://schemas.microsoft.com/office/drawing/2014/main" id="{21F492DC-8123-4E87-BF7E-2D13C6D60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5067300"/>
            <a:ext cx="84010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17324D"/>
                </a:solidFill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7324D"/>
                </a:solidFill>
              </a:defRPr>
            </a:pPr>
            <a:r>
              <a:rPr sz="1800" b="0">
                <a:solidFill>
                  <a:srgbClr val="17324D"/>
                </a:solidFill>
              </a:rPr>
              <a:t>Komplexní onkologické centrum a regionální onkologické centrum / pracoviště. Jejich konkrétní kompetence určuje síť a dohody.</a:t>
            </a:r>
          </a:p>
        </p:txBody>
      </p:sp>
      <p:sp>
        <p:nvSpPr>
          <p:cNvPr id="15" name="text-13">
            <a:extLst xmlns:a="http://schemas.openxmlformats.org/drawingml/2006/main">
              <a:ext uri="{FF2B5EF4-FFF2-40B4-BE49-F238E27FC236}">
                <a16:creationId xmlns:a16="http://schemas.microsoft.com/office/drawing/2014/main" id="{2351E456-3EB0-4AC5-B77F-441D91071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6419850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2677A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77A"/>
                </a:solidFill>
              </a:defRPr>
            </a:pPr>
            <a:r>
              <a:rPr sz="1275" b="0">
                <a:solidFill>
                  <a:srgbClr val="52677A"/>
                </a:solidFill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528063733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brand-rule">
            <a:extLst xmlns:a="http://schemas.openxmlformats.org/drawingml/2006/main">
              <a:ext uri="{FF2B5EF4-FFF2-40B4-BE49-F238E27FC236}">
                <a16:creationId xmlns:a16="http://schemas.microsoft.com/office/drawing/2014/main" id="{5148D584-4F3E-40C8-926D-A4C86DE52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5B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EC0F002C-6C08-40F7-A62E-E2C599B9C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4825"/>
            <a:ext cx="11239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00" b="1">
                <a:solidFill>
                  <a:srgbClr val="17324D"/>
                </a:solidFill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Koordinace uzavírá mezery mezi návštěvami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633EC8-0F74-4093-888F-9E9F57A1E04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7da2b98e384497">
            <a:extLst>
              <a:ext uri="{96DAC541-7B7A-43D3-8B79-37D633B846F1}">
                <asvg:svgBlip xmlns:asvg="http://schemas.microsoft.com/office/drawing/2016/SVG/main" r:embed="Rbe483f782f044ed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47675" y="6343650"/>
            <a:ext cx="1504950" cy="409575"/>
          </a:xfrm>
          <a:prstGeom xmlns:a="http://schemas.openxmlformats.org/drawingml/2006/main" prst="rect">
            <a:avLst/>
          </a:prstGeom>
        </p:spPr>
      </p:pic>
      <p:sp>
        <p:nvSpPr>
          <p:cNvPr id="4" name="brand-rule">
            <a:extLst xmlns:a="http://schemas.openxmlformats.org/drawingml/2006/main">
              <a:ext uri="{FF2B5EF4-FFF2-40B4-BE49-F238E27FC236}">
                <a16:creationId xmlns:a16="http://schemas.microsoft.com/office/drawing/2014/main" id="{58A34C4D-27B1-4316-A99D-22A2E384D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6448425"/>
            <a:ext cx="9191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B95D5B51-51BD-4B82-9EDD-770EE3A65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24000"/>
            <a:ext cx="2524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0065BD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0065BD"/>
                </a:solidFill>
              </a:defRPr>
            </a:pPr>
            <a:r>
              <a:rPr sz="1800" b="1">
                <a:solidFill>
                  <a:srgbClr val="0065BD"/>
                </a:solidFill>
              </a:rPr>
              <a:t>Úkol</a:t>
            </a:r>
          </a:p>
        </p:txBody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D32C967F-AD93-497B-81B2-FD5B940F3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1524000"/>
            <a:ext cx="84010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17324D"/>
                </a:solidFill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7324D"/>
                </a:solidFill>
              </a:defRPr>
            </a:pPr>
            <a:r>
              <a:rPr sz="1800" b="0">
                <a:solidFill>
                  <a:srgbClr val="17324D"/>
                </a:solidFill>
              </a:rPr>
              <a:t>Co má následovat, proč a na čem dokončení závisí.</a:t>
            </a:r>
          </a:p>
        </p:txBody>
      </p:sp>
      <p:sp>
        <p:nvSpPr>
          <p:cNvPr id="7" name="text-5">
            <a:extLst xmlns:a="http://schemas.openxmlformats.org/drawingml/2006/main">
              <a:ext uri="{FF2B5EF4-FFF2-40B4-BE49-F238E27FC236}">
                <a16:creationId xmlns:a16="http://schemas.microsoft.com/office/drawing/2014/main" id="{164CAF3B-3995-4F21-8ACA-FC7B11587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09825"/>
            <a:ext cx="2524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0065BD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0065BD"/>
                </a:solidFill>
              </a:defRPr>
            </a:pPr>
            <a:r>
              <a:rPr sz="1800" b="1">
                <a:solidFill>
                  <a:srgbClr val="0065BD"/>
                </a:solidFill>
              </a:rPr>
              <a:t>Vlastník a termín</a:t>
            </a:r>
          </a:p>
        </p:txBody>
      </p:sp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215C9269-8D2D-41AC-95E1-C0B15688D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2409825"/>
            <a:ext cx="84010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17324D"/>
                </a:solidFill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7324D"/>
                </a:solidFill>
              </a:defRPr>
            </a:pPr>
            <a:r>
              <a:rPr sz="1800" b="0">
                <a:solidFill>
                  <a:srgbClr val="17324D"/>
                </a:solidFill>
              </a:rPr>
              <a:t>Konkrétní osoba převezme odpovědnost. Odborně určená lhůta běží od jasného milníku.</a:t>
            </a:r>
          </a:p>
        </p:txBody>
      </p:sp>
      <p:sp>
        <p:nvSpPr>
          <p:cNvPr id="9" name="text-7">
            <a:extLst xmlns:a="http://schemas.openxmlformats.org/drawingml/2006/main">
              <a:ext uri="{FF2B5EF4-FFF2-40B4-BE49-F238E27FC236}">
                <a16:creationId xmlns:a16="http://schemas.microsoft.com/office/drawing/2014/main" id="{9EFB5897-C570-4ED4-B809-CF4FAB4DE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95650"/>
            <a:ext cx="2524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0065BD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0065BD"/>
                </a:solidFill>
              </a:defRPr>
            </a:pPr>
            <a:r>
              <a:rPr sz="1800" b="1">
                <a:solidFill>
                  <a:srgbClr val="0065BD"/>
                </a:solidFill>
              </a:rPr>
              <a:t>Potvrzení převzetí</a:t>
            </a:r>
          </a:p>
        </p:txBody>
      </p:sp>
      <p:sp>
        <p:nvSpPr>
          <p:cNvPr id="10" name="text-8">
            <a:extLst xmlns:a="http://schemas.openxmlformats.org/drawingml/2006/main">
              <a:ext uri="{FF2B5EF4-FFF2-40B4-BE49-F238E27FC236}">
                <a16:creationId xmlns:a16="http://schemas.microsoft.com/office/drawing/2014/main" id="{C4E88C80-051C-4FB2-8358-C5CFA16DB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3295650"/>
            <a:ext cx="84010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17324D"/>
                </a:solidFill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7324D"/>
                </a:solidFill>
              </a:defRPr>
            </a:pPr>
            <a:r>
              <a:rPr sz="1800" b="0">
                <a:solidFill>
                  <a:srgbClr val="17324D"/>
                </a:solidFill>
              </a:rPr>
              <a:t>Odeslaná žádanka ještě neznamená objednané a dokončené vyšetření.</a:t>
            </a:r>
          </a:p>
        </p:txBody>
      </p:sp>
      <p:sp>
        <p:nvSpPr>
          <p:cNvPr id="11" name="text-9">
            <a:extLst xmlns:a="http://schemas.openxmlformats.org/drawingml/2006/main">
              <a:ext uri="{FF2B5EF4-FFF2-40B4-BE49-F238E27FC236}">
                <a16:creationId xmlns:a16="http://schemas.microsoft.com/office/drawing/2014/main" id="{2C239349-B904-49A7-B5AF-5B77A8125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181475"/>
            <a:ext cx="2524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0065BD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0065BD"/>
                </a:solidFill>
              </a:defRPr>
            </a:pPr>
            <a:r>
              <a:rPr sz="1800" b="1">
                <a:solidFill>
                  <a:srgbClr val="0065BD"/>
                </a:solidFill>
              </a:rPr>
              <a:t>Výjimka a eskalace</a:t>
            </a:r>
          </a:p>
        </p:txBody>
      </p:sp>
      <p:sp>
        <p:nvSpPr>
          <p:cNvPr id="12" name="text-10">
            <a:extLst xmlns:a="http://schemas.openxmlformats.org/drawingml/2006/main">
              <a:ext uri="{FF2B5EF4-FFF2-40B4-BE49-F238E27FC236}">
                <a16:creationId xmlns:a16="http://schemas.microsoft.com/office/drawing/2014/main" id="{02831EFA-0CF3-4474-8665-9F04CA6EF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4181475"/>
            <a:ext cx="84010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17324D"/>
                </a:solidFill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7324D"/>
                </a:solidFill>
              </a:defRPr>
            </a:pPr>
            <a:r>
              <a:rPr sz="1800" b="0">
                <a:solidFill>
                  <a:srgbClr val="17324D"/>
                </a:solidFill>
              </a:rPr>
              <a:t>Chybějící výsledek, odmítnutí nebo nedostavení vytvoří úkol pro koordinátora.</a:t>
            </a:r>
          </a:p>
        </p:txBody>
      </p:sp>
      <p:sp>
        <p:nvSpPr>
          <p:cNvPr id="13" name="text-11">
            <a:extLst xmlns:a="http://schemas.openxmlformats.org/drawingml/2006/main">
              <a:ext uri="{FF2B5EF4-FFF2-40B4-BE49-F238E27FC236}">
                <a16:creationId xmlns:a16="http://schemas.microsoft.com/office/drawing/2014/main" id="{E6BCCA5A-5457-4B8C-854F-CAB3155C9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067300"/>
            <a:ext cx="2524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0065BD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0065BD"/>
                </a:solidFill>
              </a:defRPr>
            </a:pPr>
            <a:r>
              <a:rPr sz="1800" b="1">
                <a:solidFill>
                  <a:srgbClr val="0065BD"/>
                </a:solidFill>
              </a:rPr>
              <a:t>Pacient</a:t>
            </a:r>
          </a:p>
        </p:txBody>
      </p:sp>
      <p:sp>
        <p:nvSpPr>
          <p:cNvPr id="14" name="text-12">
            <a:extLst xmlns:a="http://schemas.openxmlformats.org/drawingml/2006/main">
              <a:ext uri="{FF2B5EF4-FFF2-40B4-BE49-F238E27FC236}">
                <a16:creationId xmlns:a16="http://schemas.microsoft.com/office/drawing/2014/main" id="{5AE44795-07BD-4706-8590-6FF8AD5B9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5067300"/>
            <a:ext cx="84010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17324D"/>
                </a:solidFill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7324D"/>
                </a:solidFill>
              </a:defRPr>
            </a:pPr>
            <a:r>
              <a:rPr sz="1800" b="0">
                <a:solidFill>
                  <a:srgbClr val="17324D"/>
                </a:solidFill>
              </a:rPr>
              <a:t>Rozumí dalšímu kroku a ví, na koho se obrátit. Má vyřešenou dopravu a potřebnou podporu.</a:t>
            </a:r>
          </a:p>
        </p:txBody>
      </p:sp>
      <p:sp>
        <p:nvSpPr>
          <p:cNvPr id="15" name="text-13">
            <a:extLst xmlns:a="http://schemas.openxmlformats.org/drawingml/2006/main">
              <a:ext uri="{FF2B5EF4-FFF2-40B4-BE49-F238E27FC236}">
                <a16:creationId xmlns:a16="http://schemas.microsoft.com/office/drawing/2014/main" id="{A1B77CC5-33C4-4A4B-8F60-E54F0D826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53125"/>
            <a:ext cx="11096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2677A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2677A"/>
                </a:solidFill>
              </a:defRPr>
            </a:pPr>
            <a:r>
              <a:rPr sz="1350" b="0">
                <a:solidFill>
                  <a:srgbClr val="52677A"/>
                </a:solidFill>
              </a:rPr>
              <a:t>Koordinátor zajišťuje návaznost. Klinická rozhodnutí zůstávají u oprávněného zdravotníka.</a:t>
            </a:r>
          </a:p>
        </p:txBody>
      </p:sp>
      <p:sp>
        <p:nvSpPr>
          <p:cNvPr id="16" name="text-14">
            <a:extLst xmlns:a="http://schemas.openxmlformats.org/drawingml/2006/main">
              <a:ext uri="{FF2B5EF4-FFF2-40B4-BE49-F238E27FC236}">
                <a16:creationId xmlns:a16="http://schemas.microsoft.com/office/drawing/2014/main" id="{597E36AE-6FD6-4FD2-8869-C9FC00597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6419850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2677A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77A"/>
                </a:solidFill>
              </a:defRPr>
            </a:pPr>
            <a:r>
              <a:rPr sz="1275" b="0">
                <a:solidFill>
                  <a:srgbClr val="52677A"/>
                </a:solidFill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712457393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graphicFrame>
        <p:nvGraphicFramePr>
          <p:cNvPr id="4" name="Diagram 3">
            <a:extLst xmlns:a="http://schemas.openxmlformats.org/drawingml/2006/main">
              <a:ext uri="{FF2B5EF4-FFF2-40B4-BE49-F238E27FC236}">
                <a16:creationId xmlns:a16="http://schemas.microsoft.com/office/drawing/2014/main" id="{CF997AAC-3E5E-4447-8F3A-15B6D9224F11}"/>
              </a:ext>
            </a:extLst>
          </p:cNvPr>
          <p:cNvGraphicFramePr/>
          <p:nvPr/>
        </p:nvGraphicFramePr>
        <p:xfrm>
          <a:off xmlns:a="http://schemas.openxmlformats.org/drawingml/2006/main" x="3577348" y="2378231"/>
          <a:ext xmlns:a="http://schemas.openxmlformats.org/drawingml/2006/main" cx="6742454" cy="3217225"/>
        </p:xfrm>
        <a:graphic xmlns:a="http://schemas.openxmlformats.org/drawingml/2006/main">
          <a:graphicData uri="http://schemas.openxmlformats.org/drawingml/2006/diagram">
            <dgm:relIds xmlns:r="http://schemas.openxmlformats.org/officeDocument/2006/relationships" xmlns:dgm="http://schemas.openxmlformats.org/drawingml/2006/diagram" r:dm="R9b4d02551b7a4bf0" r:lo="R4db6e703b0a94955"/>
          </a:graphicData>
        </a:graphic>
      </p:graphicFrame>
      <p:sp>
        <p:nvSpPr>
          <p:cNvPr id="6" name="Šipka: doprava 5">
            <a:extLst xmlns:a="http://schemas.openxmlformats.org/drawingml/2006/main">
              <a:ext uri="{FF2B5EF4-FFF2-40B4-BE49-F238E27FC236}">
                <a16:creationId xmlns:a16="http://schemas.microsoft.com/office/drawing/2014/main" id="{2386F536-9C60-3D6E-CCF6-BC111F501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6590" y="4995185"/>
            <a:ext cx="1584176" cy="396044"/>
          </a:xfrm>
          <a:prstGeom xmlns:a="http://schemas.openxmlformats.org/drawingml/2006/main" prst="rightArrow">
            <a:avLst/>
          </a:prstGeom>
        </p:spPr>
        <p:style>
          <a:lnRef xmlns:a="http://schemas.openxmlformats.org/drawingml/2006/main" idx="2">
            <a:schemeClr val="dk1">
              <a:shade val="15000"/>
            </a:schemeClr>
          </a:lnRef>
          <a:fillRef xmlns:a="http://schemas.openxmlformats.org/drawingml/2006/main" idx="1">
            <a:schemeClr val="dk1"/>
          </a:fillRef>
          <a:effectRef xmlns:a="http://schemas.openxmlformats.org/drawingml/2006/main" idx="0">
            <a:schemeClr val="dk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>ICD</a:t>
            </a:r>
          </a:p>
        </p:txBody>
      </p:sp>
      <p:sp>
        <p:nvSpPr>
          <p:cNvPr id="7" name="Šipka: doprava 6">
            <a:extLst xmlns:a="http://schemas.openxmlformats.org/drawingml/2006/main">
              <a:ext uri="{FF2B5EF4-FFF2-40B4-BE49-F238E27FC236}">
                <a16:creationId xmlns:a16="http://schemas.microsoft.com/office/drawing/2014/main" id="{7EC2CFDC-9824-44FB-503B-36E481FBC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6590" y="3958838"/>
            <a:ext cx="1593020" cy="396044"/>
          </a:xfrm>
          <a:prstGeom xmlns:a="http://schemas.openxmlformats.org/drawingml/2006/main" prst="rightArrow">
            <a:avLst/>
          </a:prstGeom>
        </p:spPr>
        <p:style>
          <a:lnRef xmlns:a="http://schemas.openxmlformats.org/drawingml/2006/main" idx="2">
            <a:schemeClr val="dk1">
              <a:shade val="15000"/>
            </a:schemeClr>
          </a:lnRef>
          <a:fillRef xmlns:a="http://schemas.openxmlformats.org/drawingml/2006/main" idx="1">
            <a:schemeClr val="dk1"/>
          </a:fillRef>
          <a:effectRef xmlns:a="http://schemas.openxmlformats.org/drawingml/2006/main" idx="0">
            <a:schemeClr val="dk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>DRUG</a:t>
            </a:r>
          </a:p>
        </p:txBody>
      </p:sp>
      <p:sp>
        <p:nvSpPr>
          <p:cNvPr id="8" name="Šipka: doprava 7">
            <a:extLst xmlns:a="http://schemas.openxmlformats.org/drawingml/2006/main">
              <a:ext uri="{FF2B5EF4-FFF2-40B4-BE49-F238E27FC236}">
                <a16:creationId xmlns:a16="http://schemas.microsoft.com/office/drawing/2014/main" id="{70E9A773-3995-3074-195B-7B13F5164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6590" y="4471366"/>
            <a:ext cx="1593020" cy="396044"/>
          </a:xfrm>
          <a:prstGeom xmlns:a="http://schemas.openxmlformats.org/drawingml/2006/main" prst="rightArrow">
            <a:avLst/>
          </a:prstGeom>
        </p:spPr>
        <p:style>
          <a:lnRef xmlns:a="http://schemas.openxmlformats.org/drawingml/2006/main" idx="2">
            <a:schemeClr val="dk1">
              <a:shade val="15000"/>
            </a:schemeClr>
          </a:lnRef>
          <a:fillRef xmlns:a="http://schemas.openxmlformats.org/drawingml/2006/main" idx="1">
            <a:schemeClr val="dk1"/>
          </a:fillRef>
          <a:effectRef xmlns:a="http://schemas.openxmlformats.org/drawingml/2006/main" idx="0">
            <a:schemeClr val="dk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>MED.EXAM</a:t>
            </a:r>
          </a:p>
        </p:txBody>
      </p:sp>
      <p:sp>
        <p:nvSpPr>
          <p:cNvPr id="9" name="Šipka: doprava 8">
            <a:extLst xmlns:a="http://schemas.openxmlformats.org/drawingml/2006/main">
              <a:ext uri="{FF2B5EF4-FFF2-40B4-BE49-F238E27FC236}">
                <a16:creationId xmlns:a16="http://schemas.microsoft.com/office/drawing/2014/main" id="{DD259962-0472-6E11-06FA-84174FB1F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6590" y="3447550"/>
            <a:ext cx="1593020" cy="396044"/>
          </a:xfrm>
          <a:prstGeom xmlns:a="http://schemas.openxmlformats.org/drawingml/2006/main" prst="rightArrow">
            <a:avLst/>
          </a:prstGeom>
        </p:spPr>
        <p:style>
          <a:lnRef xmlns:a="http://schemas.openxmlformats.org/drawingml/2006/main" idx="2">
            <a:schemeClr val="dk1">
              <a:shade val="15000"/>
            </a:schemeClr>
          </a:lnRef>
          <a:fillRef xmlns:a="http://schemas.openxmlformats.org/drawingml/2006/main" idx="1">
            <a:schemeClr val="dk1"/>
          </a:fillRef>
          <a:effectRef xmlns:a="http://schemas.openxmlformats.org/drawingml/2006/main" idx="0">
            <a:schemeClr val="dk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>HCP SPEC.</a:t>
            </a:r>
          </a:p>
        </p:txBody>
      </p:sp>
      <p:sp>
        <p:nvSpPr>
          <p:cNvPr id="11" name="Šipka: doprava 10">
            <a:extLst xmlns:a="http://schemas.openxmlformats.org/drawingml/2006/main">
              <a:ext uri="{FF2B5EF4-FFF2-40B4-BE49-F238E27FC236}">
                <a16:creationId xmlns:a16="http://schemas.microsoft.com/office/drawing/2014/main" id="{5EBABDD3-8F8B-6E88-700D-AEE7484C8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6000" y="5812418"/>
            <a:ext cx="7199410" cy="396044"/>
          </a:xfrm>
          <a:prstGeom xmlns:a="http://schemas.openxmlformats.org/drawingml/2006/main" prst="rightArrow">
            <a:avLst/>
          </a:prstGeom>
        </p:spPr>
        <p:style>
          <a:lnRef xmlns:a="http://schemas.openxmlformats.org/drawingml/2006/main" idx="2">
            <a:schemeClr val="dk1">
              <a:shade val="15000"/>
            </a:schemeClr>
          </a:lnRef>
          <a:fillRef xmlns:a="http://schemas.openxmlformats.org/drawingml/2006/main" idx="1">
            <a:schemeClr val="dk1"/>
          </a:fillRef>
          <a:effectRef xmlns:a="http://schemas.openxmlformats.org/drawingml/2006/main" idx="0">
            <a:schemeClr val="dk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>Time</a:t>
            </a:r>
          </a:p>
        </p:txBody>
      </p:sp>
      <p:pic>
        <p:nvPicPr>
          <p:cNvPr id="17" name="Obrázek 16">
            <a:extLst xmlns:a="http://schemas.openxmlformats.org/drawingml/2006/main">
              <a:ext uri="{FF2B5EF4-FFF2-40B4-BE49-F238E27FC236}">
                <a16:creationId xmlns:a16="http://schemas.microsoft.com/office/drawing/2014/main" id="{C47229E0-176E-47C2-9810-41286DFC5C0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e53b531f8a4c2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45264" y="1649352"/>
            <a:ext cx="429964" cy="535692"/>
          </a:xfrm>
          <a:prstGeom xmlns:a="http://schemas.openxmlformats.org/drawingml/2006/main" prst="rect">
            <a:avLst/>
          </a:prstGeom>
        </p:spPr>
      </p:pic>
      <p:pic>
        <p:nvPicPr>
          <p:cNvPr id="19" name="Obrázek 18">
            <a:extLst xmlns:a="http://schemas.openxmlformats.org/drawingml/2006/main">
              <a:ext uri="{FF2B5EF4-FFF2-40B4-BE49-F238E27FC236}">
                <a16:creationId xmlns:a16="http://schemas.microsoft.com/office/drawing/2014/main" id="{8C6FCC9E-E06E-43BB-B2BC-0FC9EAFB160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c2f1acdbee487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68032" y="1619157"/>
            <a:ext cx="552202" cy="594142"/>
          </a:xfrm>
          <a:prstGeom xmlns:a="http://schemas.openxmlformats.org/drawingml/2006/main" prst="rect">
            <a:avLst/>
          </a:prstGeom>
        </p:spPr>
      </p:pic>
      <p:pic>
        <p:nvPicPr>
          <p:cNvPr id="20" name="Obrázek 19">
            <a:extLst xmlns:a="http://schemas.openxmlformats.org/drawingml/2006/main">
              <a:ext uri="{FF2B5EF4-FFF2-40B4-BE49-F238E27FC236}">
                <a16:creationId xmlns:a16="http://schemas.microsoft.com/office/drawing/2014/main" id="{5D20D1E4-7DCD-4E01-A8CD-E4AB29CA7A2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05f13c19f5486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625291" y="1649352"/>
            <a:ext cx="618379" cy="551886"/>
          </a:xfrm>
          <a:prstGeom xmlns:a="http://schemas.openxmlformats.org/drawingml/2006/main" prst="rect">
            <a:avLst/>
          </a:prstGeom>
        </p:spPr>
      </p:pic>
      <p:pic>
        <p:nvPicPr>
          <p:cNvPr id="21" name="Obrázek 20">
            <a:extLst xmlns:a="http://schemas.openxmlformats.org/drawingml/2006/main">
              <a:ext uri="{FF2B5EF4-FFF2-40B4-BE49-F238E27FC236}">
                <a16:creationId xmlns:a16="http://schemas.microsoft.com/office/drawing/2014/main" id="{5C0DAC5D-3EBF-4B40-A533-50BB5FFF29F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c2f1acdbee487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54054" y="1649350"/>
            <a:ext cx="565220" cy="596620"/>
          </a:xfrm>
          <a:prstGeom xmlns:a="http://schemas.openxmlformats.org/drawingml/2006/main" prst="rect">
            <a:avLst/>
          </a:prstGeom>
        </p:spPr>
      </p:pic>
      <p:pic>
        <p:nvPicPr>
          <p:cNvPr id="24" name="Obrázek 23">
            <a:extLst xmlns:a="http://schemas.openxmlformats.org/drawingml/2006/main">
              <a:ext uri="{FF2B5EF4-FFF2-40B4-BE49-F238E27FC236}">
                <a16:creationId xmlns:a16="http://schemas.microsoft.com/office/drawing/2014/main" id="{ABE56FD6-41DC-4B67-966D-9B62069D85E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ae8c7653b94ab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3593" y="1634453"/>
            <a:ext cx="495217" cy="522729"/>
          </a:xfrm>
          <a:prstGeom xmlns:a="http://schemas.openxmlformats.org/drawingml/2006/main" prst="rect">
            <a:avLst/>
          </a:prstGeom>
        </p:spPr>
      </p:pic>
      <p:pic>
        <p:nvPicPr>
          <p:cNvPr id="27" name="Obrázek 26">
            <a:extLst xmlns:a="http://schemas.openxmlformats.org/drawingml/2006/main">
              <a:ext uri="{FF2B5EF4-FFF2-40B4-BE49-F238E27FC236}">
                <a16:creationId xmlns:a16="http://schemas.microsoft.com/office/drawing/2014/main" id="{106E2DD1-CC31-40C4-8679-1434BCEF9A0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6ac18a5b5f48a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23244" y="1634453"/>
            <a:ext cx="512991" cy="496668"/>
          </a:xfrm>
          <a:prstGeom xmlns:a="http://schemas.openxmlformats.org/drawingml/2006/main" prst="rect">
            <a:avLst/>
          </a:prstGeom>
        </p:spPr>
      </p:pic>
      <p:pic>
        <p:nvPicPr>
          <p:cNvPr id="29" name="Obrázek 28">
            <a:extLst xmlns:a="http://schemas.openxmlformats.org/drawingml/2006/main">
              <a:ext uri="{FF2B5EF4-FFF2-40B4-BE49-F238E27FC236}">
                <a16:creationId xmlns:a16="http://schemas.microsoft.com/office/drawing/2014/main" id="{0E4126FC-8781-4882-A013-A9C7A3F703C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7a4a0dca7c4e3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15695" y="1662723"/>
            <a:ext cx="589107" cy="557091"/>
          </a:xfrm>
          <a:prstGeom xmlns:a="http://schemas.openxmlformats.org/drawingml/2006/main" prst="rect">
            <a:avLst/>
          </a:prstGeom>
        </p:spPr>
      </p:pic>
      <p:pic>
        <p:nvPicPr>
          <p:cNvPr id="30" name="Obrázek 29">
            <a:extLst xmlns:a="http://schemas.openxmlformats.org/drawingml/2006/main">
              <a:ext uri="{FF2B5EF4-FFF2-40B4-BE49-F238E27FC236}">
                <a16:creationId xmlns:a16="http://schemas.microsoft.com/office/drawing/2014/main" id="{B66201B1-CFDF-49A1-8904-09FF3969435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05f13c19f5486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59109" y="1632434"/>
            <a:ext cx="618379" cy="551886"/>
          </a:xfrm>
          <a:prstGeom xmlns:a="http://schemas.openxmlformats.org/drawingml/2006/main" prst="rect">
            <a:avLst/>
          </a:prstGeom>
        </p:spPr>
      </p:pic>
      <p:pic>
        <p:nvPicPr>
          <p:cNvPr id="32" name="Obrázek 31">
            <a:extLst xmlns:a="http://schemas.openxmlformats.org/drawingml/2006/main">
              <a:ext uri="{FF2B5EF4-FFF2-40B4-BE49-F238E27FC236}">
                <a16:creationId xmlns:a16="http://schemas.microsoft.com/office/drawing/2014/main" id="{F26BD4D7-FE28-443D-BB4F-2D156242083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8f6706e9b14a4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023870" y="1591538"/>
            <a:ext cx="454199" cy="574936"/>
          </a:xfrm>
          <a:prstGeom xmlns:a="http://schemas.openxmlformats.org/drawingml/2006/main" prst="rect">
            <a:avLst/>
          </a:prstGeom>
        </p:spPr>
      </p:pic>
      <p:sp>
        <p:nvSpPr>
          <p:cNvPr id="33" name="brand-rule">
            <a:extLst xmlns:a="http://schemas.openxmlformats.org/drawingml/2006/main">
              <a:ext uri="{FF2B5EF4-FFF2-40B4-BE49-F238E27FC236}">
                <a16:creationId xmlns:a16="http://schemas.microsoft.com/office/drawing/2014/main" id="{7640DA20-C0CE-49E0-82D1-5DDB49F53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5B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text-6">
            <a:extLst xmlns:a="http://schemas.openxmlformats.org/drawingml/2006/main">
              <a:ext uri="{FF2B5EF4-FFF2-40B4-BE49-F238E27FC236}">
                <a16:creationId xmlns:a16="http://schemas.microsoft.com/office/drawing/2014/main" id="{E8B16579-8E0A-4923-A623-8A0826CEF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4825"/>
            <a:ext cx="11239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00" b="1">
                <a:solidFill>
                  <a:srgbClr val="17324D"/>
                </a:solidFill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Administrativní data plátců popisují příběh cesty pacienta</a:t>
            </a:r>
          </a:p>
        </p:txBody>
      </p:sp>
      <p:pic>
        <p:nvPic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1B816B5-8F21-4CB7-8F3B-10E9DA1B77E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ab9c0e351a4c43">
            <a:extLst>
              <a:ext uri="{96DAC541-7B7A-43D3-8B79-37D633B846F1}">
                <asvg:svgBlip xmlns:asvg="http://schemas.microsoft.com/office/drawing/2016/SVG/main" r:embed="Re1d22a7128114b1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47675" y="6343650"/>
            <a:ext cx="1504950" cy="409575"/>
          </a:xfrm>
          <a:prstGeom xmlns:a="http://schemas.openxmlformats.org/drawingml/2006/main" prst="rect">
            <a:avLst/>
          </a:prstGeom>
        </p:spPr>
      </p:pic>
      <p:sp>
        <p:nvSpPr>
          <p:cNvPr id="36" name="brand-rule">
            <a:extLst xmlns:a="http://schemas.openxmlformats.org/drawingml/2006/main">
              <a:ext uri="{FF2B5EF4-FFF2-40B4-BE49-F238E27FC236}">
                <a16:creationId xmlns:a16="http://schemas.microsoft.com/office/drawing/2014/main" id="{5190C960-DB4A-4124-BD65-E419174D4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6448425"/>
            <a:ext cx="9191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text-8">
            <a:extLst xmlns:a="http://schemas.openxmlformats.org/drawingml/2006/main">
              <a:ext uri="{FF2B5EF4-FFF2-40B4-BE49-F238E27FC236}">
                <a16:creationId xmlns:a16="http://schemas.microsoft.com/office/drawing/2014/main" id="{4AFCA44B-908B-416E-BA89-8B323FB19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6419850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2677A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77A"/>
                </a:solidFill>
              </a:defRPr>
            </a:pPr>
            <a:r>
              <a:rPr sz="1275" b="0">
                <a:solidFill>
                  <a:srgbClr val="52677A"/>
                </a:solidFill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4173691085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" name="Obrázek 2">
            <a:extLst xmlns:a="http://schemas.openxmlformats.org/drawingml/2006/main">
              <a:ext uri="{FF2B5EF4-FFF2-40B4-BE49-F238E27FC236}">
                <a16:creationId xmlns:a16="http://schemas.microsoft.com/office/drawing/2014/main" id="{FC9561C9-1477-4763-A239-F6054747721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0d8590c71248a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932730" y="1531167"/>
            <a:ext cx="7053456" cy="4818833"/>
          </a:xfrm>
          <a:prstGeom xmlns:a="http://schemas.openxmlformats.org/drawingml/2006/main" prst="rect">
            <a:avLst/>
          </a:prstGeom>
        </p:spPr>
      </p:pic>
      <p:sp>
        <p:nvSpPr>
          <p:cNvPr id="4" name="TextovéPole 3">
            <a:extLst xmlns:a="http://schemas.openxmlformats.org/drawingml/2006/main">
              <a:ext uri="{FF2B5EF4-FFF2-40B4-BE49-F238E27FC236}">
                <a16:creationId xmlns:a16="http://schemas.microsoft.com/office/drawing/2014/main" id="{99341826-4BE6-B1FB-49DD-3ABD3A8B5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00250"/>
            <a:ext cx="2857500" cy="19431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2025"/>
            </a:defPPr>
          </a:lstStyle>
          <a:p xmlns:a="http://schemas.openxmlformats.org/drawingml/2006/main">
            <a:r>
              <a:rPr sz="2025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Incidentní pacienti s rakovinou plic</a:t>
            </a:r>
          </a:p>
          <a:p xmlns:a="http://schemas.openxmlformats.org/drawingml/2006/main">
            <a:r>
              <a:rPr sz="2025"/>
              <a:t>definováni jako první bronchoskopie potvrzená histopatologicky</a:t>
            </a:r>
            <a:endParaRPr sz="3600" b="1" kern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brand-rule">
            <a:extLst xmlns:a="http://schemas.openxmlformats.org/drawingml/2006/main">
              <a:ext uri="{FF2B5EF4-FFF2-40B4-BE49-F238E27FC236}">
                <a16:creationId xmlns:a16="http://schemas.microsoft.com/office/drawing/2014/main" id="{0C5B5F26-A426-4BF4-B2F0-D28D2257B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5B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-2">
            <a:extLst xmlns:a="http://schemas.openxmlformats.org/drawingml/2006/main">
              <a:ext uri="{FF2B5EF4-FFF2-40B4-BE49-F238E27FC236}">
                <a16:creationId xmlns:a16="http://schemas.microsoft.com/office/drawing/2014/main" id="{DD2486F5-D5E7-495C-A155-24E18929D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4825"/>
            <a:ext cx="11239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00" b="1">
                <a:solidFill>
                  <a:srgbClr val="17324D"/>
                </a:solidFill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Rozložení podle věku pacientů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959E92-F7C8-4B11-897B-BEF93AB1263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1d0dc7b0094a4a">
            <a:extLst>
              <a:ext uri="{96DAC541-7B7A-43D3-8B79-37D633B846F1}">
                <asvg:svgBlip xmlns:asvg="http://schemas.microsoft.com/office/drawing/2016/SVG/main" r:embed="R6b9d81a84f06478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47675" y="6343650"/>
            <a:ext cx="1504950" cy="409575"/>
          </a:xfrm>
          <a:prstGeom xmlns:a="http://schemas.openxmlformats.org/drawingml/2006/main" prst="rect">
            <a:avLst/>
          </a:prstGeom>
        </p:spPr>
      </p:pic>
      <p:sp>
        <p:nvSpPr>
          <p:cNvPr id="8" name="brand-rule">
            <a:extLst xmlns:a="http://schemas.openxmlformats.org/drawingml/2006/main">
              <a:ext uri="{FF2B5EF4-FFF2-40B4-BE49-F238E27FC236}">
                <a16:creationId xmlns:a16="http://schemas.microsoft.com/office/drawing/2014/main" id="{64836DC5-A7B2-4235-A66C-0B7095CAD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6448425"/>
            <a:ext cx="9191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-4">
            <a:extLst xmlns:a="http://schemas.openxmlformats.org/drawingml/2006/main">
              <a:ext uri="{FF2B5EF4-FFF2-40B4-BE49-F238E27FC236}">
                <a16:creationId xmlns:a16="http://schemas.microsoft.com/office/drawing/2014/main" id="{FFE5C666-DA38-4139-B95A-CCF2EF05C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6419850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2677A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77A"/>
                </a:solidFill>
              </a:defRPr>
            </a:pPr>
            <a:r>
              <a:rPr sz="1275" b="0">
                <a:solidFill>
                  <a:srgbClr val="52677A"/>
                </a:solidFill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2609264890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ovéPole 3">
            <a:extLst xmlns:a="http://schemas.openxmlformats.org/drawingml/2006/main">
              <a:ext uri="{FF2B5EF4-FFF2-40B4-BE49-F238E27FC236}">
                <a16:creationId xmlns:a16="http://schemas.microsoft.com/office/drawing/2014/main" id="{F3E260D5-F89A-C516-6D69-E598098C4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66875"/>
            <a:ext cx="5334000" cy="2996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275"/>
            </a:defPPr>
          </a:lstStyle>
          <a:p xmlns:a="http://schemas.openxmlformats.org/drawingml/2006/main">
            <a:pPr algn="just">
              <a:lnSpc>
                <a:spcPct val="115000"/>
              </a:lnSpc>
              <a:spcAft>
                <a:spcPts val="800"/>
              </a:spcAft>
              <a:buNone/>
            </a:pPr>
            <a:r>
              <a:rPr sz="1275">
                <a:solidFill>
                  <a:srgbClr val="17324D"/>
                </a:solidFill>
                <a:latin typeface="Arial"/>
                <a:ea typeface="Arial"/>
                <a:cs typeface="Arial"/>
              </a:rPr>
              <a:t>Schémata</a:t>
            </a:r>
            <a:r>
              <a:rPr sz="1275">
                <a:solidFill>
                  <a:srgbClr val="17324D"/>
                </a:solidFill>
                <a:latin typeface="Arial"/>
                <a:ea typeface="Arial"/>
                <a:cs typeface="Arial"/>
              </a:rPr>
              <a:t> </a:t>
            </a:r>
            <a:r>
              <a:rPr sz="1275">
                <a:solidFill>
                  <a:srgbClr val="17324D"/>
                </a:solidFill>
                <a:latin typeface="Arial"/>
                <a:ea typeface="Arial"/>
                <a:cs typeface="Arial"/>
              </a:rPr>
              <a:t>ilustrující</a:t>
            </a:r>
            <a:r>
              <a:rPr sz="1275">
                <a:solidFill>
                  <a:srgbClr val="17324D"/>
                </a:solidFill>
                <a:latin typeface="Arial"/>
                <a:ea typeface="Arial"/>
                <a:cs typeface="Arial"/>
              </a:rPr>
              <a:t> </a:t>
            </a:r>
            <a:r>
              <a:rPr sz="1275">
                <a:solidFill>
                  <a:srgbClr val="17324D"/>
                </a:solidFill>
                <a:latin typeface="Arial"/>
                <a:ea typeface="Arial"/>
                <a:cs typeface="Arial"/>
              </a:rPr>
              <a:t>postup</a:t>
            </a:r>
            <a:r>
              <a:rPr sz="1275">
                <a:solidFill>
                  <a:srgbClr val="17324D"/>
                </a:solidFill>
                <a:latin typeface="Arial"/>
                <a:ea typeface="Arial"/>
                <a:cs typeface="Arial"/>
              </a:rPr>
              <a:t> </a:t>
            </a:r>
            <a:r>
              <a:rPr sz="1275">
                <a:solidFill>
                  <a:srgbClr val="17324D"/>
                </a:solidFill>
                <a:latin typeface="Arial"/>
                <a:ea typeface="Arial"/>
                <a:cs typeface="Arial"/>
              </a:rPr>
              <a:t>pacientů</a:t>
            </a:r>
            <a:r>
              <a:rPr sz="1275">
                <a:solidFill>
                  <a:srgbClr val="17324D"/>
                </a:solidFill>
                <a:latin typeface="Arial"/>
                <a:ea typeface="Arial"/>
                <a:cs typeface="Arial"/>
              </a:rPr>
              <a:t> </a:t>
            </a:r>
            <a:r>
              <a:rPr sz="1275">
                <a:solidFill>
                  <a:srgbClr val="17324D"/>
                </a:solidFill>
                <a:latin typeface="Arial"/>
                <a:ea typeface="Arial"/>
                <a:cs typeface="Arial"/>
              </a:rPr>
              <a:t>různými</a:t>
            </a:r>
            <a:r>
              <a:rPr sz="1275">
                <a:solidFill>
                  <a:srgbClr val="17324D"/>
                </a:solidFill>
                <a:latin typeface="Arial"/>
                <a:ea typeface="Arial"/>
                <a:cs typeface="Arial"/>
              </a:rPr>
              <a:t> </a:t>
            </a:r>
            <a:r>
              <a:rPr sz="1275">
                <a:solidFill>
                  <a:srgbClr val="17324D"/>
                </a:solidFill>
                <a:latin typeface="Arial"/>
                <a:ea typeface="Arial"/>
                <a:cs typeface="Arial"/>
              </a:rPr>
              <a:t>stadii</a:t>
            </a:r>
            <a:r>
              <a:rPr sz="1275">
                <a:solidFill>
                  <a:srgbClr val="17324D"/>
                </a:solidFill>
                <a:latin typeface="Arial"/>
                <a:ea typeface="Arial"/>
                <a:cs typeface="Arial"/>
              </a:rPr>
              <a:t> </a:t>
            </a:r>
            <a:r>
              <a:rPr sz="1275">
                <a:solidFill>
                  <a:srgbClr val="17324D"/>
                </a:solidFill>
                <a:latin typeface="Arial"/>
                <a:ea typeface="Arial"/>
                <a:cs typeface="Arial"/>
              </a:rPr>
              <a:t>zdravotního</a:t>
            </a:r>
            <a:r>
              <a:rPr sz="1275">
                <a:solidFill>
                  <a:srgbClr val="17324D"/>
                </a:solidFill>
                <a:latin typeface="Arial"/>
                <a:ea typeface="Arial"/>
                <a:cs typeface="Arial"/>
              </a:rPr>
              <a:t> </a:t>
            </a:r>
            <a:r>
              <a:rPr sz="1275">
                <a:solidFill>
                  <a:srgbClr val="17324D"/>
                </a:solidFill>
                <a:latin typeface="Arial"/>
                <a:ea typeface="Arial"/>
                <a:cs typeface="Arial"/>
              </a:rPr>
              <a:t>systému</a:t>
            </a:r>
            <a:r>
              <a:rPr sz="1275">
                <a:solidFill>
                  <a:srgbClr val="17324D"/>
                </a:solidFill>
                <a:latin typeface="Arial"/>
                <a:ea typeface="Arial"/>
                <a:cs typeface="Arial"/>
              </a:rPr>
              <a:t> po </a:t>
            </a:r>
            <a:r>
              <a:rPr sz="1275">
                <a:solidFill>
                  <a:srgbClr val="17324D"/>
                </a:solidFill>
                <a:latin typeface="Arial"/>
                <a:ea typeface="Arial"/>
                <a:cs typeface="Arial"/>
              </a:rPr>
              <a:t>počáteční</a:t>
            </a:r>
            <a:r>
              <a:rPr sz="1275">
                <a:solidFill>
                  <a:srgbClr val="17324D"/>
                </a:solidFill>
                <a:latin typeface="Arial"/>
                <a:ea typeface="Arial"/>
                <a:cs typeface="Arial"/>
              </a:rPr>
              <a:t> </a:t>
            </a:r>
            <a:r>
              <a:rPr sz="1275">
                <a:solidFill>
                  <a:srgbClr val="17324D"/>
                </a:solidFill>
                <a:latin typeface="Arial"/>
                <a:ea typeface="Arial"/>
                <a:cs typeface="Arial"/>
              </a:rPr>
              <a:t>bronchoskopii</a:t>
            </a:r>
            <a:r>
              <a:rPr sz="1275">
                <a:solidFill>
                  <a:srgbClr val="17324D"/>
                </a:solidFill>
                <a:latin typeface="Arial"/>
                <a:ea typeface="Arial"/>
                <a:cs typeface="Arial"/>
              </a:rPr>
              <a:t> (BX). </a:t>
            </a:r>
            <a:r>
              <a:rPr sz="1275">
                <a:solidFill>
                  <a:srgbClr val="17324D"/>
                </a:solidFill>
                <a:latin typeface="Arial"/>
                <a:ea typeface="Arial"/>
                <a:cs typeface="Arial"/>
              </a:rPr>
              <a:t>Čísla</a:t>
            </a:r>
            <a:r>
              <a:rPr sz="1275">
                <a:solidFill>
                  <a:srgbClr val="17324D"/>
                </a:solidFill>
                <a:latin typeface="Arial"/>
                <a:ea typeface="Arial"/>
                <a:cs typeface="Arial"/>
              </a:rPr>
              <a:t> </a:t>
            </a:r>
            <a:r>
              <a:rPr sz="1275">
                <a:solidFill>
                  <a:srgbClr val="17324D"/>
                </a:solidFill>
                <a:latin typeface="Arial"/>
                <a:ea typeface="Arial"/>
                <a:cs typeface="Arial"/>
              </a:rPr>
              <a:t>ve</a:t>
            </a:r>
            <a:r>
              <a:rPr sz="1275">
                <a:solidFill>
                  <a:srgbClr val="17324D"/>
                </a:solidFill>
                <a:latin typeface="Arial"/>
                <a:ea typeface="Arial"/>
                <a:cs typeface="Arial"/>
              </a:rPr>
              <a:t> </a:t>
            </a:r>
            <a:r>
              <a:rPr sz="1275">
                <a:solidFill>
                  <a:srgbClr val="17324D"/>
                </a:solidFill>
                <a:latin typeface="Arial"/>
                <a:ea typeface="Arial"/>
                <a:cs typeface="Arial"/>
              </a:rPr>
              <a:t>vrcholech</a:t>
            </a:r>
            <a:r>
              <a:rPr sz="1275">
                <a:solidFill>
                  <a:srgbClr val="17324D"/>
                </a:solidFill>
                <a:latin typeface="Arial"/>
                <a:ea typeface="Arial"/>
                <a:cs typeface="Arial"/>
              </a:rPr>
              <a:t> </a:t>
            </a:r>
            <a:r>
              <a:rPr sz="1275">
                <a:solidFill>
                  <a:srgbClr val="17324D"/>
                </a:solidFill>
                <a:latin typeface="Arial"/>
                <a:ea typeface="Arial"/>
                <a:cs typeface="Arial"/>
              </a:rPr>
              <a:t>odpovídají</a:t>
            </a:r>
            <a:r>
              <a:rPr sz="1275">
                <a:solidFill>
                  <a:srgbClr val="17324D"/>
                </a:solidFill>
                <a:latin typeface="Arial"/>
                <a:ea typeface="Arial"/>
                <a:cs typeface="Arial"/>
              </a:rPr>
              <a:t> </a:t>
            </a:r>
            <a:r>
              <a:rPr sz="1275">
                <a:solidFill>
                  <a:srgbClr val="17324D"/>
                </a:solidFill>
                <a:latin typeface="Arial"/>
                <a:ea typeface="Arial"/>
                <a:cs typeface="Arial"/>
              </a:rPr>
              <a:t>relativnímu</a:t>
            </a:r>
            <a:r>
              <a:rPr sz="1275">
                <a:solidFill>
                  <a:srgbClr val="17324D"/>
                </a:solidFill>
                <a:latin typeface="Arial"/>
                <a:ea typeface="Arial"/>
                <a:cs typeface="Arial"/>
              </a:rPr>
              <a:t> a </a:t>
            </a:r>
            <a:r>
              <a:rPr sz="1275">
                <a:solidFill>
                  <a:srgbClr val="17324D"/>
                </a:solidFill>
                <a:latin typeface="Arial"/>
                <a:ea typeface="Arial"/>
                <a:cs typeface="Arial"/>
              </a:rPr>
              <a:t>absolutnímu</a:t>
            </a:r>
            <a:r>
              <a:rPr sz="1275">
                <a:solidFill>
                  <a:srgbClr val="17324D"/>
                </a:solidFill>
                <a:latin typeface="Arial"/>
                <a:ea typeface="Arial"/>
                <a:cs typeface="Arial"/>
              </a:rPr>
              <a:t> </a:t>
            </a:r>
            <a:r>
              <a:rPr sz="1275">
                <a:solidFill>
                  <a:srgbClr val="17324D"/>
                </a:solidFill>
                <a:latin typeface="Arial"/>
                <a:ea typeface="Arial"/>
                <a:cs typeface="Arial"/>
              </a:rPr>
              <a:t>počtu</a:t>
            </a:r>
            <a:r>
              <a:rPr sz="1275">
                <a:solidFill>
                  <a:srgbClr val="17324D"/>
                </a:solidFill>
                <a:latin typeface="Arial"/>
                <a:ea typeface="Arial"/>
                <a:cs typeface="Arial"/>
              </a:rPr>
              <a:t> </a:t>
            </a:r>
            <a:r>
              <a:rPr sz="1275">
                <a:solidFill>
                  <a:srgbClr val="17324D"/>
                </a:solidFill>
                <a:latin typeface="Arial"/>
                <a:ea typeface="Arial"/>
                <a:cs typeface="Arial"/>
              </a:rPr>
              <a:t>pacientů</a:t>
            </a:r>
            <a:r>
              <a:rPr sz="1275">
                <a:solidFill>
                  <a:srgbClr val="17324D"/>
                </a:solidFill>
                <a:latin typeface="Arial"/>
                <a:ea typeface="Arial"/>
                <a:cs typeface="Arial"/>
              </a:rPr>
              <a:t>. </a:t>
            </a:r>
            <a:r>
              <a:rPr sz="1275">
                <a:solidFill>
                  <a:srgbClr val="17324D"/>
                </a:solidFill>
                <a:latin typeface="Arial"/>
                <a:ea typeface="Arial"/>
                <a:cs typeface="Arial"/>
              </a:rPr>
              <a:t>Procenta</a:t>
            </a:r>
            <a:r>
              <a:rPr sz="1275">
                <a:solidFill>
                  <a:srgbClr val="17324D"/>
                </a:solidFill>
                <a:latin typeface="Arial"/>
                <a:ea typeface="Arial"/>
                <a:cs typeface="Arial"/>
              </a:rPr>
              <a:t> </a:t>
            </a:r>
            <a:r>
              <a:rPr sz="1275">
                <a:solidFill>
                  <a:srgbClr val="17324D"/>
                </a:solidFill>
                <a:latin typeface="Arial"/>
                <a:ea typeface="Arial"/>
                <a:cs typeface="Arial"/>
              </a:rPr>
              <a:t>na</a:t>
            </a:r>
            <a:r>
              <a:rPr sz="1275">
                <a:solidFill>
                  <a:srgbClr val="17324D"/>
                </a:solidFill>
                <a:latin typeface="Arial"/>
                <a:ea typeface="Arial"/>
                <a:cs typeface="Arial"/>
              </a:rPr>
              <a:t> </a:t>
            </a:r>
            <a:r>
              <a:rPr sz="1275">
                <a:solidFill>
                  <a:srgbClr val="17324D"/>
                </a:solidFill>
                <a:latin typeface="Arial"/>
                <a:ea typeface="Arial"/>
                <a:cs typeface="Arial"/>
              </a:rPr>
              <a:t>hranách</a:t>
            </a:r>
            <a:r>
              <a:rPr sz="1275">
                <a:solidFill>
                  <a:srgbClr val="17324D"/>
                </a:solidFill>
                <a:latin typeface="Arial"/>
                <a:ea typeface="Arial"/>
                <a:cs typeface="Arial"/>
              </a:rPr>
              <a:t> </a:t>
            </a:r>
            <a:r>
              <a:rPr sz="1275">
                <a:solidFill>
                  <a:srgbClr val="17324D"/>
                </a:solidFill>
                <a:latin typeface="Arial"/>
                <a:ea typeface="Arial"/>
                <a:cs typeface="Arial"/>
              </a:rPr>
              <a:t>představují</a:t>
            </a:r>
            <a:r>
              <a:rPr sz="1275">
                <a:solidFill>
                  <a:srgbClr val="17324D"/>
                </a:solidFill>
                <a:latin typeface="Arial"/>
                <a:ea typeface="Arial"/>
                <a:cs typeface="Arial"/>
              </a:rPr>
              <a:t> </a:t>
            </a:r>
            <a:r>
              <a:rPr sz="1275">
                <a:solidFill>
                  <a:srgbClr val="17324D"/>
                </a:solidFill>
                <a:latin typeface="Arial"/>
                <a:ea typeface="Arial"/>
                <a:cs typeface="Arial"/>
              </a:rPr>
              <a:t>podíl</a:t>
            </a:r>
            <a:r>
              <a:rPr sz="1275">
                <a:solidFill>
                  <a:srgbClr val="17324D"/>
                </a:solidFill>
                <a:latin typeface="Arial"/>
                <a:ea typeface="Arial"/>
                <a:cs typeface="Arial"/>
              </a:rPr>
              <a:t> populace z </a:t>
            </a:r>
            <a:r>
              <a:rPr sz="1275">
                <a:solidFill>
                  <a:srgbClr val="17324D"/>
                </a:solidFill>
                <a:latin typeface="Arial"/>
                <a:ea typeface="Arial"/>
                <a:cs typeface="Arial"/>
              </a:rPr>
              <a:t>předchozího</a:t>
            </a:r>
            <a:r>
              <a:rPr sz="1275">
                <a:solidFill>
                  <a:srgbClr val="17324D"/>
                </a:solidFill>
                <a:latin typeface="Arial"/>
                <a:ea typeface="Arial"/>
                <a:cs typeface="Arial"/>
              </a:rPr>
              <a:t> </a:t>
            </a:r>
            <a:r>
              <a:rPr sz="1275">
                <a:solidFill>
                  <a:srgbClr val="17324D"/>
                </a:solidFill>
                <a:latin typeface="Arial"/>
                <a:ea typeface="Arial"/>
                <a:cs typeface="Arial"/>
              </a:rPr>
              <a:t>vrcholu</a:t>
            </a:r>
            <a:r>
              <a:rPr sz="1275">
                <a:solidFill>
                  <a:srgbClr val="17324D"/>
                </a:solidFill>
                <a:latin typeface="Arial"/>
                <a:ea typeface="Arial"/>
                <a:cs typeface="Arial"/>
              </a:rPr>
              <a:t>. </a:t>
            </a:r>
            <a:r>
              <a:rPr sz="1275">
                <a:solidFill>
                  <a:srgbClr val="17324D"/>
                </a:solidFill>
                <a:latin typeface="Arial"/>
                <a:ea typeface="Arial"/>
                <a:cs typeface="Arial"/>
              </a:rPr>
              <a:t>Počet</a:t>
            </a:r>
            <a:r>
              <a:rPr sz="1275">
                <a:solidFill>
                  <a:srgbClr val="17324D"/>
                </a:solidFill>
                <a:latin typeface="Arial"/>
                <a:ea typeface="Arial"/>
                <a:cs typeface="Arial"/>
              </a:rPr>
              <a:t> </a:t>
            </a:r>
            <a:r>
              <a:rPr sz="1275">
                <a:solidFill>
                  <a:srgbClr val="17324D"/>
                </a:solidFill>
                <a:latin typeface="Arial"/>
                <a:ea typeface="Arial"/>
                <a:cs typeface="Arial"/>
              </a:rPr>
              <a:t>dnů</a:t>
            </a:r>
            <a:r>
              <a:rPr sz="1275">
                <a:solidFill>
                  <a:srgbClr val="17324D"/>
                </a:solidFill>
                <a:latin typeface="Arial"/>
                <a:ea typeface="Arial"/>
                <a:cs typeface="Arial"/>
              </a:rPr>
              <a:t> </a:t>
            </a:r>
            <a:r>
              <a:rPr sz="1275">
                <a:solidFill>
                  <a:srgbClr val="17324D"/>
                </a:solidFill>
                <a:latin typeface="Arial"/>
                <a:ea typeface="Arial"/>
                <a:cs typeface="Arial"/>
              </a:rPr>
              <a:t>na</a:t>
            </a:r>
            <a:r>
              <a:rPr sz="1275">
                <a:solidFill>
                  <a:srgbClr val="17324D"/>
                </a:solidFill>
                <a:latin typeface="Arial"/>
                <a:ea typeface="Arial"/>
                <a:cs typeface="Arial"/>
              </a:rPr>
              <a:t> </a:t>
            </a:r>
            <a:r>
              <a:rPr sz="1275">
                <a:solidFill>
                  <a:srgbClr val="17324D"/>
                </a:solidFill>
                <a:latin typeface="Arial"/>
                <a:ea typeface="Arial"/>
                <a:cs typeface="Arial"/>
              </a:rPr>
              <a:t>hranách</a:t>
            </a:r>
            <a:r>
              <a:rPr sz="1275">
                <a:solidFill>
                  <a:srgbClr val="17324D"/>
                </a:solidFill>
                <a:latin typeface="Arial"/>
                <a:ea typeface="Arial"/>
                <a:cs typeface="Arial"/>
              </a:rPr>
              <a:t> </a:t>
            </a:r>
            <a:r>
              <a:rPr sz="1275">
                <a:solidFill>
                  <a:srgbClr val="17324D"/>
                </a:solidFill>
                <a:latin typeface="Arial"/>
                <a:ea typeface="Arial"/>
                <a:cs typeface="Arial"/>
              </a:rPr>
              <a:t>odpovídá</a:t>
            </a:r>
            <a:r>
              <a:rPr sz="1275">
                <a:solidFill>
                  <a:srgbClr val="17324D"/>
                </a:solidFill>
                <a:latin typeface="Arial"/>
                <a:ea typeface="Arial"/>
                <a:cs typeface="Arial"/>
              </a:rPr>
              <a:t> </a:t>
            </a:r>
            <a:r>
              <a:rPr sz="1275">
                <a:solidFill>
                  <a:srgbClr val="17324D"/>
                </a:solidFill>
                <a:latin typeface="Arial"/>
                <a:ea typeface="Arial"/>
                <a:cs typeface="Arial"/>
              </a:rPr>
              <a:t>mediánu</a:t>
            </a:r>
            <a:r>
              <a:rPr sz="1275">
                <a:solidFill>
                  <a:srgbClr val="17324D"/>
                </a:solidFill>
                <a:latin typeface="Arial"/>
                <a:ea typeface="Arial"/>
                <a:cs typeface="Arial"/>
              </a:rPr>
              <a:t> </a:t>
            </a:r>
            <a:r>
              <a:rPr sz="1275">
                <a:solidFill>
                  <a:srgbClr val="17324D"/>
                </a:solidFill>
                <a:latin typeface="Arial"/>
                <a:ea typeface="Arial"/>
                <a:cs typeface="Arial"/>
              </a:rPr>
              <a:t>rozdílu</a:t>
            </a:r>
            <a:r>
              <a:rPr sz="1275">
                <a:solidFill>
                  <a:srgbClr val="17324D"/>
                </a:solidFill>
                <a:latin typeface="Arial"/>
                <a:ea typeface="Arial"/>
                <a:cs typeface="Arial"/>
              </a:rPr>
              <a:t> </a:t>
            </a:r>
            <a:r>
              <a:rPr sz="1275">
                <a:solidFill>
                  <a:srgbClr val="17324D"/>
                </a:solidFill>
                <a:latin typeface="Arial"/>
                <a:ea typeface="Arial"/>
                <a:cs typeface="Arial"/>
              </a:rPr>
              <a:t>mezi</a:t>
            </a:r>
            <a:r>
              <a:rPr sz="1275">
                <a:solidFill>
                  <a:srgbClr val="17324D"/>
                </a:solidFill>
                <a:latin typeface="Arial"/>
                <a:ea typeface="Arial"/>
                <a:cs typeface="Arial"/>
              </a:rPr>
              <a:t> </a:t>
            </a:r>
            <a:r>
              <a:rPr sz="1275">
                <a:solidFill>
                  <a:srgbClr val="17324D"/>
                </a:solidFill>
                <a:latin typeface="Arial"/>
                <a:ea typeface="Arial"/>
                <a:cs typeface="Arial"/>
              </a:rPr>
              <a:t>začátky</a:t>
            </a:r>
            <a:r>
              <a:rPr sz="1275">
                <a:solidFill>
                  <a:srgbClr val="17324D"/>
                </a:solidFill>
                <a:latin typeface="Arial"/>
                <a:ea typeface="Arial"/>
                <a:cs typeface="Arial"/>
              </a:rPr>
              <a:t> </a:t>
            </a:r>
            <a:r>
              <a:rPr sz="1275">
                <a:solidFill>
                  <a:srgbClr val="17324D"/>
                </a:solidFill>
                <a:latin typeface="Arial"/>
                <a:ea typeface="Arial"/>
                <a:cs typeface="Arial"/>
              </a:rPr>
              <a:t>událostí</a:t>
            </a:r>
            <a:r>
              <a:rPr sz="1275">
                <a:solidFill>
                  <a:srgbClr val="17324D"/>
                </a:solidFill>
                <a:latin typeface="Arial"/>
                <a:ea typeface="Arial"/>
                <a:cs typeface="Arial"/>
              </a:rPr>
              <a:t>. 1A: </a:t>
            </a:r>
            <a:r>
              <a:rPr sz="1275">
                <a:solidFill>
                  <a:srgbClr val="17324D"/>
                </a:solidFill>
                <a:latin typeface="Arial"/>
                <a:ea typeface="Arial"/>
                <a:cs typeface="Arial"/>
              </a:rPr>
              <a:t>Pacienti</a:t>
            </a:r>
            <a:r>
              <a:rPr sz="1275">
                <a:solidFill>
                  <a:srgbClr val="17324D"/>
                </a:solidFill>
                <a:latin typeface="Arial"/>
                <a:ea typeface="Arial"/>
                <a:cs typeface="Arial"/>
              </a:rPr>
              <a:t> </a:t>
            </a:r>
            <a:r>
              <a:rPr sz="1275">
                <a:solidFill>
                  <a:srgbClr val="17324D"/>
                </a:solidFill>
                <a:latin typeface="Arial"/>
                <a:ea typeface="Arial"/>
                <a:cs typeface="Arial"/>
              </a:rPr>
              <a:t>podstupující</a:t>
            </a:r>
            <a:r>
              <a:rPr sz="1275">
                <a:solidFill>
                  <a:srgbClr val="17324D"/>
                </a:solidFill>
                <a:latin typeface="Arial"/>
                <a:ea typeface="Arial"/>
                <a:cs typeface="Arial"/>
              </a:rPr>
              <a:t> BX se </a:t>
            </a:r>
            <a:r>
              <a:rPr sz="1275">
                <a:solidFill>
                  <a:srgbClr val="17324D"/>
                </a:solidFill>
                <a:latin typeface="Arial"/>
                <a:ea typeface="Arial"/>
                <a:cs typeface="Arial"/>
              </a:rPr>
              <a:t>rozcházejí</a:t>
            </a:r>
            <a:r>
              <a:rPr sz="1275">
                <a:solidFill>
                  <a:srgbClr val="17324D"/>
                </a:solidFill>
                <a:latin typeface="Arial"/>
                <a:ea typeface="Arial"/>
                <a:cs typeface="Arial"/>
              </a:rPr>
              <a:t> do </a:t>
            </a:r>
            <a:r>
              <a:rPr sz="1275">
                <a:solidFill>
                  <a:srgbClr val="17324D"/>
                </a:solidFill>
                <a:latin typeface="Arial"/>
                <a:ea typeface="Arial"/>
                <a:cs typeface="Arial"/>
              </a:rPr>
              <a:t>více</a:t>
            </a:r>
            <a:r>
              <a:rPr sz="1275">
                <a:solidFill>
                  <a:srgbClr val="17324D"/>
                </a:solidFill>
                <a:latin typeface="Arial"/>
                <a:ea typeface="Arial"/>
                <a:cs typeface="Arial"/>
              </a:rPr>
              <a:t> </a:t>
            </a:r>
            <a:r>
              <a:rPr sz="1275">
                <a:solidFill>
                  <a:srgbClr val="17324D"/>
                </a:solidFill>
                <a:latin typeface="Arial"/>
                <a:ea typeface="Arial"/>
                <a:cs typeface="Arial"/>
              </a:rPr>
              <a:t>cest</a:t>
            </a:r>
            <a:r>
              <a:rPr sz="1275">
                <a:solidFill>
                  <a:srgbClr val="17324D"/>
                </a:solidFill>
                <a:latin typeface="Arial"/>
                <a:ea typeface="Arial"/>
                <a:cs typeface="Arial"/>
              </a:rPr>
              <a:t>: k </a:t>
            </a:r>
            <a:r>
              <a:rPr sz="1275">
                <a:solidFill>
                  <a:srgbClr val="17324D"/>
                </a:solidFill>
                <a:latin typeface="Arial"/>
                <a:ea typeface="Arial"/>
                <a:cs typeface="Arial"/>
              </a:rPr>
              <a:t>hodnocení</a:t>
            </a:r>
            <a:r>
              <a:rPr sz="1275">
                <a:solidFill>
                  <a:srgbClr val="17324D"/>
                </a:solidFill>
                <a:latin typeface="Arial"/>
                <a:ea typeface="Arial"/>
                <a:cs typeface="Arial"/>
              </a:rPr>
              <a:t> </a:t>
            </a:r>
            <a:r>
              <a:rPr sz="1275">
                <a:solidFill>
                  <a:srgbClr val="17324D"/>
                </a:solidFill>
                <a:latin typeface="Arial"/>
                <a:ea typeface="Arial"/>
                <a:cs typeface="Arial"/>
              </a:rPr>
              <a:t>multidisciplinárním</a:t>
            </a:r>
            <a:r>
              <a:rPr sz="1275">
                <a:solidFill>
                  <a:srgbClr val="17324D"/>
                </a:solidFill>
                <a:latin typeface="Arial"/>
                <a:ea typeface="Arial"/>
                <a:cs typeface="Arial"/>
              </a:rPr>
              <a:t> </a:t>
            </a:r>
            <a:r>
              <a:rPr sz="1275">
                <a:solidFill>
                  <a:srgbClr val="17324D"/>
                </a:solidFill>
                <a:latin typeface="Arial"/>
                <a:ea typeface="Arial"/>
                <a:cs typeface="Arial"/>
              </a:rPr>
              <a:t>týmem</a:t>
            </a:r>
            <a:r>
              <a:rPr sz="1275">
                <a:solidFill>
                  <a:srgbClr val="17324D"/>
                </a:solidFill>
                <a:latin typeface="Arial"/>
                <a:ea typeface="Arial"/>
                <a:cs typeface="Arial"/>
              </a:rPr>
              <a:t> (MDT), k </a:t>
            </a:r>
            <a:r>
              <a:rPr sz="1275">
                <a:solidFill>
                  <a:srgbClr val="17324D"/>
                </a:solidFill>
                <a:latin typeface="Arial"/>
                <a:ea typeface="Arial"/>
                <a:cs typeface="Arial"/>
              </a:rPr>
              <a:t>farmakoterapii</a:t>
            </a:r>
            <a:r>
              <a:rPr sz="1275">
                <a:solidFill>
                  <a:srgbClr val="17324D"/>
                </a:solidFill>
                <a:latin typeface="Arial"/>
                <a:ea typeface="Arial"/>
                <a:cs typeface="Arial"/>
              </a:rPr>
              <a:t> (PHT), </a:t>
            </a:r>
            <a:r>
              <a:rPr sz="1275">
                <a:solidFill>
                  <a:srgbClr val="17324D"/>
                </a:solidFill>
                <a:latin typeface="Arial"/>
                <a:ea typeface="Arial"/>
                <a:cs typeface="Arial"/>
              </a:rPr>
              <a:t>radioterapii</a:t>
            </a:r>
            <a:r>
              <a:rPr sz="1275">
                <a:solidFill>
                  <a:srgbClr val="17324D"/>
                </a:solidFill>
                <a:latin typeface="Arial"/>
                <a:ea typeface="Arial"/>
                <a:cs typeface="Arial"/>
              </a:rPr>
              <a:t> (RT), </a:t>
            </a:r>
            <a:r>
              <a:rPr sz="1275">
                <a:solidFill>
                  <a:srgbClr val="17324D"/>
                </a:solidFill>
                <a:latin typeface="Arial"/>
                <a:ea typeface="Arial"/>
                <a:cs typeface="Arial"/>
              </a:rPr>
              <a:t>nebo</a:t>
            </a:r>
            <a:r>
              <a:rPr sz="1275">
                <a:solidFill>
                  <a:srgbClr val="17324D"/>
                </a:solidFill>
                <a:latin typeface="Arial"/>
                <a:ea typeface="Arial"/>
                <a:cs typeface="Arial"/>
              </a:rPr>
              <a:t> k </a:t>
            </a:r>
            <a:r>
              <a:rPr sz="1275">
                <a:solidFill>
                  <a:srgbClr val="17324D"/>
                </a:solidFill>
                <a:latin typeface="Arial"/>
                <a:ea typeface="Arial"/>
                <a:cs typeface="Arial"/>
              </a:rPr>
              <a:t>chirurgickému</a:t>
            </a:r>
            <a:r>
              <a:rPr sz="1275">
                <a:solidFill>
                  <a:srgbClr val="17324D"/>
                </a:solidFill>
                <a:latin typeface="Arial"/>
                <a:ea typeface="Arial"/>
                <a:cs typeface="Arial"/>
              </a:rPr>
              <a:t> </a:t>
            </a:r>
            <a:r>
              <a:rPr sz="1275">
                <a:solidFill>
                  <a:srgbClr val="17324D"/>
                </a:solidFill>
                <a:latin typeface="Arial"/>
                <a:ea typeface="Arial"/>
                <a:cs typeface="Arial"/>
              </a:rPr>
              <a:t>zákroku</a:t>
            </a:r>
            <a:r>
              <a:rPr sz="1275">
                <a:solidFill>
                  <a:srgbClr val="17324D"/>
                </a:solidFill>
                <a:latin typeface="Arial"/>
                <a:ea typeface="Arial"/>
                <a:cs typeface="Arial"/>
              </a:rPr>
              <a:t> (SX). </a:t>
            </a:r>
            <a:r>
              <a:rPr sz="1275">
                <a:solidFill>
                  <a:srgbClr val="17324D"/>
                </a:solidFill>
                <a:latin typeface="Arial"/>
                <a:ea typeface="Arial"/>
                <a:cs typeface="Arial"/>
              </a:rPr>
              <a:t>Kromě</a:t>
            </a:r>
            <a:r>
              <a:rPr sz="1275">
                <a:solidFill>
                  <a:srgbClr val="17324D"/>
                </a:solidFill>
                <a:latin typeface="Arial"/>
                <a:ea typeface="Arial"/>
                <a:cs typeface="Arial"/>
              </a:rPr>
              <a:t> toho </a:t>
            </a:r>
            <a:r>
              <a:rPr sz="1275">
                <a:solidFill>
                  <a:srgbClr val="17324D"/>
                </a:solidFill>
                <a:latin typeface="Arial"/>
                <a:ea typeface="Arial"/>
                <a:cs typeface="Arial"/>
              </a:rPr>
              <a:t>jsou</a:t>
            </a:r>
            <a:r>
              <a:rPr sz="1275">
                <a:solidFill>
                  <a:srgbClr val="17324D"/>
                </a:solidFill>
                <a:latin typeface="Arial"/>
                <a:ea typeface="Arial"/>
                <a:cs typeface="Arial"/>
              </a:rPr>
              <a:t> </a:t>
            </a:r>
            <a:r>
              <a:rPr sz="1275">
                <a:solidFill>
                  <a:srgbClr val="17324D"/>
                </a:solidFill>
                <a:latin typeface="Arial"/>
                <a:ea typeface="Arial"/>
                <a:cs typeface="Arial"/>
              </a:rPr>
              <a:t>zahrnuty</a:t>
            </a:r>
            <a:r>
              <a:rPr sz="1275">
                <a:solidFill>
                  <a:srgbClr val="17324D"/>
                </a:solidFill>
                <a:latin typeface="Arial"/>
                <a:ea typeface="Arial"/>
                <a:cs typeface="Arial"/>
              </a:rPr>
              <a:t> </a:t>
            </a:r>
            <a:r>
              <a:rPr sz="1275">
                <a:solidFill>
                  <a:srgbClr val="17324D"/>
                </a:solidFill>
                <a:latin typeface="Arial"/>
                <a:ea typeface="Arial"/>
                <a:cs typeface="Arial"/>
              </a:rPr>
              <a:t>údaje</a:t>
            </a:r>
            <a:r>
              <a:rPr sz="1275">
                <a:solidFill>
                  <a:srgbClr val="17324D"/>
                </a:solidFill>
                <a:latin typeface="Arial"/>
                <a:ea typeface="Arial"/>
                <a:cs typeface="Arial"/>
              </a:rPr>
              <a:t> o </a:t>
            </a:r>
            <a:r>
              <a:rPr sz="1275">
                <a:solidFill>
                  <a:srgbClr val="17324D"/>
                </a:solidFill>
                <a:latin typeface="Arial"/>
                <a:ea typeface="Arial"/>
                <a:cs typeface="Arial"/>
              </a:rPr>
              <a:t>pacientech</a:t>
            </a:r>
            <a:r>
              <a:rPr sz="1275">
                <a:solidFill>
                  <a:srgbClr val="17324D"/>
                </a:solidFill>
                <a:latin typeface="Arial"/>
                <a:ea typeface="Arial"/>
                <a:cs typeface="Arial"/>
              </a:rPr>
              <a:t>, </a:t>
            </a:r>
            <a:r>
              <a:rPr sz="1275">
                <a:solidFill>
                  <a:srgbClr val="17324D"/>
                </a:solidFill>
                <a:latin typeface="Arial"/>
                <a:ea typeface="Arial"/>
                <a:cs typeface="Arial"/>
              </a:rPr>
              <a:t>kteří</a:t>
            </a:r>
            <a:r>
              <a:rPr sz="1275">
                <a:solidFill>
                  <a:srgbClr val="17324D"/>
                </a:solidFill>
                <a:latin typeface="Arial"/>
                <a:ea typeface="Arial"/>
                <a:cs typeface="Arial"/>
              </a:rPr>
              <a:t> </a:t>
            </a:r>
            <a:r>
              <a:rPr sz="1275">
                <a:solidFill>
                  <a:srgbClr val="17324D"/>
                </a:solidFill>
                <a:latin typeface="Arial"/>
                <a:ea typeface="Arial"/>
                <a:cs typeface="Arial"/>
              </a:rPr>
              <a:t>nemohli</a:t>
            </a:r>
            <a:r>
              <a:rPr sz="1275">
                <a:solidFill>
                  <a:srgbClr val="17324D"/>
                </a:solidFill>
                <a:latin typeface="Arial"/>
                <a:ea typeface="Arial"/>
                <a:cs typeface="Arial"/>
              </a:rPr>
              <a:t> </a:t>
            </a:r>
            <a:r>
              <a:rPr sz="1275">
                <a:solidFill>
                  <a:srgbClr val="17324D"/>
                </a:solidFill>
                <a:latin typeface="Arial"/>
                <a:ea typeface="Arial"/>
                <a:cs typeface="Arial"/>
              </a:rPr>
              <a:t>být</a:t>
            </a:r>
            <a:r>
              <a:rPr sz="1275">
                <a:solidFill>
                  <a:srgbClr val="17324D"/>
                </a:solidFill>
                <a:latin typeface="Arial"/>
                <a:ea typeface="Arial"/>
                <a:cs typeface="Arial"/>
              </a:rPr>
              <a:t> </a:t>
            </a:r>
            <a:r>
              <a:rPr sz="1275">
                <a:solidFill>
                  <a:srgbClr val="17324D"/>
                </a:solidFill>
                <a:latin typeface="Arial"/>
                <a:ea typeface="Arial"/>
                <a:cs typeface="Arial"/>
              </a:rPr>
              <a:t>sledováni</a:t>
            </a:r>
            <a:r>
              <a:rPr sz="1275">
                <a:solidFill>
                  <a:srgbClr val="17324D"/>
                </a:solidFill>
                <a:latin typeface="Arial"/>
                <a:ea typeface="Arial"/>
                <a:cs typeface="Arial"/>
              </a:rPr>
              <a:t> </a:t>
            </a:r>
            <a:r>
              <a:rPr sz="1275">
                <a:solidFill>
                  <a:srgbClr val="17324D"/>
                </a:solidFill>
                <a:latin typeface="Arial"/>
                <a:ea typeface="Arial"/>
                <a:cs typeface="Arial"/>
              </a:rPr>
              <a:t>kvůli</a:t>
            </a:r>
            <a:r>
              <a:rPr sz="1275">
                <a:solidFill>
                  <a:srgbClr val="17324D"/>
                </a:solidFill>
                <a:latin typeface="Arial"/>
                <a:ea typeface="Arial"/>
                <a:cs typeface="Arial"/>
              </a:rPr>
              <a:t> </a:t>
            </a:r>
            <a:r>
              <a:rPr sz="1275">
                <a:solidFill>
                  <a:srgbClr val="17324D"/>
                </a:solidFill>
                <a:latin typeface="Arial"/>
                <a:ea typeface="Arial"/>
                <a:cs typeface="Arial"/>
              </a:rPr>
              <a:t>chybějícím</a:t>
            </a:r>
            <a:r>
              <a:rPr sz="1275">
                <a:solidFill>
                  <a:srgbClr val="17324D"/>
                </a:solidFill>
                <a:latin typeface="Arial"/>
                <a:ea typeface="Arial"/>
                <a:cs typeface="Arial"/>
              </a:rPr>
              <a:t> </a:t>
            </a:r>
            <a:r>
              <a:rPr sz="1275">
                <a:solidFill>
                  <a:srgbClr val="17324D"/>
                </a:solidFill>
                <a:latin typeface="Arial"/>
                <a:ea typeface="Arial"/>
                <a:cs typeface="Arial"/>
              </a:rPr>
              <a:t>datům</a:t>
            </a:r>
            <a:r>
              <a:rPr sz="1275">
                <a:solidFill>
                  <a:srgbClr val="17324D"/>
                </a:solidFill>
                <a:latin typeface="Arial"/>
                <a:ea typeface="Arial"/>
                <a:cs typeface="Arial"/>
              </a:rPr>
              <a:t> o </a:t>
            </a:r>
            <a:r>
              <a:rPr sz="1275">
                <a:solidFill>
                  <a:srgbClr val="17324D"/>
                </a:solidFill>
                <a:latin typeface="Arial"/>
                <a:ea typeface="Arial"/>
                <a:cs typeface="Arial"/>
              </a:rPr>
              <a:t>výsledku</a:t>
            </a:r>
            <a:r>
              <a:rPr sz="1275">
                <a:solidFill>
                  <a:srgbClr val="17324D"/>
                </a:solidFill>
                <a:latin typeface="Arial"/>
                <a:ea typeface="Arial"/>
                <a:cs typeface="Arial"/>
              </a:rPr>
              <a:t>, a </a:t>
            </a:r>
            <a:r>
              <a:rPr sz="1275">
                <a:solidFill>
                  <a:srgbClr val="17324D"/>
                </a:solidFill>
                <a:latin typeface="Arial"/>
                <a:ea typeface="Arial"/>
                <a:cs typeface="Arial"/>
              </a:rPr>
              <a:t>těch</a:t>
            </a:r>
            <a:r>
              <a:rPr sz="1275">
                <a:solidFill>
                  <a:srgbClr val="17324D"/>
                </a:solidFill>
                <a:latin typeface="Arial"/>
                <a:ea typeface="Arial"/>
                <a:cs typeface="Arial"/>
              </a:rPr>
              <a:t>, </a:t>
            </a:r>
            <a:r>
              <a:rPr sz="1275">
                <a:solidFill>
                  <a:srgbClr val="17324D"/>
                </a:solidFill>
                <a:latin typeface="Arial"/>
                <a:ea typeface="Arial"/>
                <a:cs typeface="Arial"/>
              </a:rPr>
              <a:t>kteří</a:t>
            </a:r>
            <a:r>
              <a:rPr sz="1275">
                <a:solidFill>
                  <a:srgbClr val="17324D"/>
                </a:solidFill>
                <a:latin typeface="Arial"/>
                <a:ea typeface="Arial"/>
                <a:cs typeface="Arial"/>
              </a:rPr>
              <a:t> </a:t>
            </a:r>
            <a:r>
              <a:rPr sz="1275">
                <a:solidFill>
                  <a:srgbClr val="17324D"/>
                </a:solidFill>
                <a:latin typeface="Arial"/>
                <a:ea typeface="Arial"/>
                <a:cs typeface="Arial"/>
              </a:rPr>
              <a:t>zemřeli</a:t>
            </a:r>
            <a:r>
              <a:rPr sz="1275">
                <a:solidFill>
                  <a:srgbClr val="17324D"/>
                </a:solidFill>
                <a:latin typeface="Arial"/>
                <a:ea typeface="Arial"/>
                <a:cs typeface="Arial"/>
              </a:rPr>
              <a:t> </a:t>
            </a:r>
            <a:r>
              <a:rPr sz="1275">
                <a:solidFill>
                  <a:srgbClr val="17324D"/>
                </a:solidFill>
                <a:latin typeface="Arial"/>
                <a:ea typeface="Arial"/>
                <a:cs typeface="Arial"/>
              </a:rPr>
              <a:t>během</a:t>
            </a:r>
            <a:r>
              <a:rPr sz="1275">
                <a:solidFill>
                  <a:srgbClr val="17324D"/>
                </a:solidFill>
                <a:latin typeface="Arial"/>
                <a:ea typeface="Arial"/>
                <a:cs typeface="Arial"/>
              </a:rPr>
              <a:t> </a:t>
            </a:r>
            <a:r>
              <a:rPr sz="1275">
                <a:solidFill>
                  <a:srgbClr val="17324D"/>
                </a:solidFill>
                <a:latin typeface="Arial"/>
                <a:ea typeface="Arial"/>
                <a:cs typeface="Arial"/>
              </a:rPr>
              <a:t>dostupného</a:t>
            </a:r>
            <a:r>
              <a:rPr sz="1275">
                <a:solidFill>
                  <a:srgbClr val="17324D"/>
                </a:solidFill>
                <a:latin typeface="Arial"/>
                <a:ea typeface="Arial"/>
                <a:cs typeface="Arial"/>
              </a:rPr>
              <a:t> </a:t>
            </a:r>
            <a:r>
              <a:rPr sz="1275">
                <a:solidFill>
                  <a:srgbClr val="17324D"/>
                </a:solidFill>
                <a:latin typeface="Arial"/>
                <a:ea typeface="Arial"/>
                <a:cs typeface="Arial"/>
              </a:rPr>
              <a:t>období</a:t>
            </a:r>
            <a:r>
              <a:rPr sz="1275">
                <a:solidFill>
                  <a:srgbClr val="17324D"/>
                </a:solidFill>
                <a:latin typeface="Arial"/>
                <a:ea typeface="Arial"/>
                <a:cs typeface="Arial"/>
              </a:rPr>
              <a:t>. 1B: </a:t>
            </a:r>
            <a:r>
              <a:rPr sz="1275">
                <a:solidFill>
                  <a:srgbClr val="17324D"/>
                </a:solidFill>
                <a:latin typeface="Arial"/>
                <a:ea typeface="Arial"/>
                <a:cs typeface="Arial"/>
              </a:rPr>
              <a:t>Ukazuje</a:t>
            </a:r>
            <a:r>
              <a:rPr sz="1275">
                <a:solidFill>
                  <a:srgbClr val="17324D"/>
                </a:solidFill>
                <a:latin typeface="Arial"/>
                <a:ea typeface="Arial"/>
                <a:cs typeface="Arial"/>
              </a:rPr>
              <a:t> </a:t>
            </a:r>
            <a:r>
              <a:rPr sz="1275">
                <a:solidFill>
                  <a:srgbClr val="17324D"/>
                </a:solidFill>
                <a:latin typeface="Arial"/>
                <a:ea typeface="Arial"/>
                <a:cs typeface="Arial"/>
              </a:rPr>
              <a:t>filtrovaný</a:t>
            </a:r>
            <a:r>
              <a:rPr sz="1275">
                <a:solidFill>
                  <a:srgbClr val="17324D"/>
                </a:solidFill>
                <a:latin typeface="Arial"/>
                <a:ea typeface="Arial"/>
                <a:cs typeface="Arial"/>
              </a:rPr>
              <a:t> </a:t>
            </a:r>
            <a:r>
              <a:rPr sz="1275">
                <a:solidFill>
                  <a:srgbClr val="17324D"/>
                </a:solidFill>
                <a:latin typeface="Arial"/>
                <a:ea typeface="Arial"/>
                <a:cs typeface="Arial"/>
              </a:rPr>
              <a:t>soubor</a:t>
            </a:r>
            <a:r>
              <a:rPr sz="1275">
                <a:solidFill>
                  <a:srgbClr val="17324D"/>
                </a:solidFill>
                <a:latin typeface="Arial"/>
                <a:ea typeface="Arial"/>
                <a:cs typeface="Arial"/>
              </a:rPr>
              <a:t> </a:t>
            </a:r>
            <a:r>
              <a:rPr sz="1275">
                <a:solidFill>
                  <a:srgbClr val="17324D"/>
                </a:solidFill>
                <a:latin typeface="Arial"/>
                <a:ea typeface="Arial"/>
                <a:cs typeface="Arial"/>
              </a:rPr>
              <a:t>pacientů</a:t>
            </a:r>
            <a:r>
              <a:rPr sz="1275">
                <a:solidFill>
                  <a:srgbClr val="17324D"/>
                </a:solidFill>
                <a:latin typeface="Arial"/>
                <a:ea typeface="Arial"/>
                <a:cs typeface="Arial"/>
              </a:rPr>
              <a:t>, </a:t>
            </a:r>
            <a:r>
              <a:rPr sz="1275">
                <a:solidFill>
                  <a:srgbClr val="17324D"/>
                </a:solidFill>
                <a:latin typeface="Arial"/>
                <a:ea typeface="Arial"/>
                <a:cs typeface="Arial"/>
              </a:rPr>
              <a:t>kteří</a:t>
            </a:r>
            <a:r>
              <a:rPr sz="1275">
                <a:solidFill>
                  <a:srgbClr val="17324D"/>
                </a:solidFill>
                <a:latin typeface="Arial"/>
                <a:ea typeface="Arial"/>
                <a:cs typeface="Arial"/>
              </a:rPr>
              <a:t> </a:t>
            </a:r>
            <a:r>
              <a:rPr sz="1275">
                <a:solidFill>
                  <a:srgbClr val="17324D"/>
                </a:solidFill>
                <a:latin typeface="Arial"/>
                <a:ea typeface="Arial"/>
                <a:cs typeface="Arial"/>
              </a:rPr>
              <a:t>obdrželi</a:t>
            </a:r>
            <a:r>
              <a:rPr sz="1275">
                <a:solidFill>
                  <a:srgbClr val="17324D"/>
                </a:solidFill>
                <a:latin typeface="Arial"/>
                <a:ea typeface="Arial"/>
                <a:cs typeface="Arial"/>
              </a:rPr>
              <a:t> </a:t>
            </a:r>
            <a:r>
              <a:rPr sz="1275">
                <a:solidFill>
                  <a:srgbClr val="17324D"/>
                </a:solidFill>
                <a:latin typeface="Arial"/>
                <a:ea typeface="Arial"/>
                <a:cs typeface="Arial"/>
              </a:rPr>
              <a:t>první</a:t>
            </a:r>
            <a:r>
              <a:rPr sz="1275">
                <a:solidFill>
                  <a:srgbClr val="17324D"/>
                </a:solidFill>
                <a:latin typeface="Arial"/>
                <a:ea typeface="Arial"/>
                <a:cs typeface="Arial"/>
              </a:rPr>
              <a:t> </a:t>
            </a:r>
            <a:r>
              <a:rPr sz="1275">
                <a:solidFill>
                  <a:srgbClr val="17324D"/>
                </a:solidFill>
                <a:latin typeface="Arial"/>
                <a:ea typeface="Arial"/>
                <a:cs typeface="Arial"/>
              </a:rPr>
              <a:t>linii</a:t>
            </a:r>
            <a:r>
              <a:rPr sz="1275">
                <a:solidFill>
                  <a:srgbClr val="17324D"/>
                </a:solidFill>
                <a:latin typeface="Arial"/>
                <a:ea typeface="Arial"/>
                <a:cs typeface="Arial"/>
              </a:rPr>
              <a:t> </a:t>
            </a:r>
            <a:r>
              <a:rPr sz="1275">
                <a:solidFill>
                  <a:srgbClr val="17324D"/>
                </a:solidFill>
                <a:latin typeface="Arial"/>
                <a:ea typeface="Arial"/>
                <a:cs typeface="Arial"/>
              </a:rPr>
              <a:t>léčby</a:t>
            </a:r>
            <a:r>
              <a:rPr sz="1275">
                <a:solidFill>
                  <a:srgbClr val="17324D"/>
                </a:solidFill>
                <a:latin typeface="Arial"/>
                <a:ea typeface="Arial"/>
                <a:cs typeface="Arial"/>
              </a:rPr>
              <a:t> (FLT) po BX. 1C: </a:t>
            </a:r>
            <a:r>
              <a:rPr sz="1275">
                <a:solidFill>
                  <a:srgbClr val="17324D"/>
                </a:solidFill>
                <a:latin typeface="Arial"/>
                <a:ea typeface="Arial"/>
                <a:cs typeface="Arial"/>
              </a:rPr>
              <a:t>Zobrazuje</a:t>
            </a:r>
            <a:r>
              <a:rPr sz="1275">
                <a:solidFill>
                  <a:srgbClr val="17324D"/>
                </a:solidFill>
                <a:latin typeface="Arial"/>
                <a:ea typeface="Arial"/>
                <a:cs typeface="Arial"/>
              </a:rPr>
              <a:t> </a:t>
            </a:r>
            <a:r>
              <a:rPr sz="1275">
                <a:solidFill>
                  <a:srgbClr val="17324D"/>
                </a:solidFill>
                <a:latin typeface="Arial"/>
                <a:ea typeface="Arial"/>
                <a:cs typeface="Arial"/>
              </a:rPr>
              <a:t>podmnožinu</a:t>
            </a:r>
            <a:r>
              <a:rPr sz="1275">
                <a:solidFill>
                  <a:srgbClr val="17324D"/>
                </a:solidFill>
                <a:latin typeface="Arial"/>
                <a:ea typeface="Arial"/>
                <a:cs typeface="Arial"/>
              </a:rPr>
              <a:t> </a:t>
            </a:r>
            <a:r>
              <a:rPr sz="1275">
                <a:solidFill>
                  <a:srgbClr val="17324D"/>
                </a:solidFill>
                <a:latin typeface="Arial"/>
                <a:ea typeface="Arial"/>
                <a:cs typeface="Arial"/>
              </a:rPr>
              <a:t>pacientů</a:t>
            </a:r>
            <a:r>
              <a:rPr sz="1275">
                <a:solidFill>
                  <a:srgbClr val="17324D"/>
                </a:solidFill>
                <a:latin typeface="Arial"/>
                <a:ea typeface="Arial"/>
                <a:cs typeface="Arial"/>
              </a:rPr>
              <a:t>, </a:t>
            </a:r>
            <a:r>
              <a:rPr sz="1275">
                <a:solidFill>
                  <a:srgbClr val="17324D"/>
                </a:solidFill>
                <a:latin typeface="Arial"/>
                <a:ea typeface="Arial"/>
                <a:cs typeface="Arial"/>
              </a:rPr>
              <a:t>kteří</a:t>
            </a:r>
            <a:r>
              <a:rPr sz="1275">
                <a:solidFill>
                  <a:srgbClr val="17324D"/>
                </a:solidFill>
                <a:latin typeface="Arial"/>
                <a:ea typeface="Arial"/>
                <a:cs typeface="Arial"/>
              </a:rPr>
              <a:t> </a:t>
            </a:r>
            <a:r>
              <a:rPr sz="1275">
                <a:solidFill>
                  <a:srgbClr val="17324D"/>
                </a:solidFill>
                <a:latin typeface="Arial"/>
                <a:ea typeface="Arial"/>
                <a:cs typeface="Arial"/>
              </a:rPr>
              <a:t>obdrželi</a:t>
            </a:r>
            <a:r>
              <a:rPr sz="1275">
                <a:solidFill>
                  <a:srgbClr val="17324D"/>
                </a:solidFill>
                <a:latin typeface="Arial"/>
                <a:ea typeface="Arial"/>
                <a:cs typeface="Arial"/>
              </a:rPr>
              <a:t> FLT a </a:t>
            </a:r>
            <a:r>
              <a:rPr sz="1275">
                <a:solidFill>
                  <a:srgbClr val="17324D"/>
                </a:solidFill>
                <a:latin typeface="Arial"/>
                <a:ea typeface="Arial"/>
                <a:cs typeface="Arial"/>
              </a:rPr>
              <a:t>následně</a:t>
            </a:r>
            <a:r>
              <a:rPr sz="1275">
                <a:solidFill>
                  <a:srgbClr val="17324D"/>
                </a:solidFill>
                <a:latin typeface="Arial"/>
                <a:ea typeface="Arial"/>
                <a:cs typeface="Arial"/>
              </a:rPr>
              <a:t> </a:t>
            </a:r>
            <a:r>
              <a:rPr sz="1275">
                <a:solidFill>
                  <a:srgbClr val="17324D"/>
                </a:solidFill>
                <a:latin typeface="Arial"/>
                <a:ea typeface="Arial"/>
                <a:cs typeface="Arial"/>
              </a:rPr>
              <a:t>podstoupili</a:t>
            </a:r>
            <a:r>
              <a:rPr sz="1275">
                <a:solidFill>
                  <a:srgbClr val="17324D"/>
                </a:solidFill>
                <a:latin typeface="Arial"/>
                <a:ea typeface="Arial"/>
                <a:cs typeface="Arial"/>
              </a:rPr>
              <a:t> </a:t>
            </a:r>
            <a:r>
              <a:rPr sz="1275">
                <a:solidFill>
                  <a:srgbClr val="17324D"/>
                </a:solidFill>
                <a:latin typeface="Arial"/>
                <a:ea typeface="Arial"/>
                <a:cs typeface="Arial"/>
              </a:rPr>
              <a:t>různé</a:t>
            </a:r>
            <a:r>
              <a:rPr sz="1275">
                <a:solidFill>
                  <a:srgbClr val="17324D"/>
                </a:solidFill>
                <a:latin typeface="Arial"/>
                <a:ea typeface="Arial"/>
                <a:cs typeface="Arial"/>
              </a:rPr>
              <a:t> </a:t>
            </a:r>
            <a:r>
              <a:rPr sz="1275">
                <a:solidFill>
                  <a:srgbClr val="17324D"/>
                </a:solidFill>
                <a:latin typeface="Arial"/>
                <a:ea typeface="Arial"/>
                <a:cs typeface="Arial"/>
              </a:rPr>
              <a:t>formy</a:t>
            </a:r>
            <a:r>
              <a:rPr sz="1275">
                <a:solidFill>
                  <a:srgbClr val="17324D"/>
                </a:solidFill>
                <a:latin typeface="Arial"/>
                <a:ea typeface="Arial"/>
                <a:cs typeface="Arial"/>
              </a:rPr>
              <a:t> </a:t>
            </a:r>
            <a:r>
              <a:rPr sz="1275">
                <a:solidFill>
                  <a:srgbClr val="17324D"/>
                </a:solidFill>
                <a:latin typeface="Arial"/>
                <a:ea typeface="Arial"/>
                <a:cs typeface="Arial"/>
              </a:rPr>
              <a:t>léčby</a:t>
            </a:r>
            <a:r>
              <a:rPr sz="1275">
                <a:solidFill>
                  <a:srgbClr val="17324D"/>
                </a:solidFill>
                <a:latin typeface="Arial"/>
                <a:ea typeface="Arial"/>
                <a:cs typeface="Arial"/>
              </a:rPr>
              <a:t>.</a:t>
            </a:r>
            <a:endParaRPr sz="1000">
              <a:solidFill>
                <a:srgbClr val="333333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5" name="Obrázek 4">
            <a:extLst xmlns:a="http://schemas.openxmlformats.org/drawingml/2006/main">
              <a:ext uri="{FF2B5EF4-FFF2-40B4-BE49-F238E27FC236}">
                <a16:creationId xmlns:a16="http://schemas.microsoft.com/office/drawing/2014/main" id="{19989CD1-2C1B-49C7-8EE8-C07A1327834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4105c18f3e4c7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43000" y="1657350"/>
            <a:ext cx="3838575" cy="4429125"/>
          </a:xfrm>
          <a:prstGeom xmlns:a="http://schemas.openxmlformats.org/drawingml/2006/main" prst="rect">
            <a:avLst/>
          </a:prstGeom>
        </p:spPr>
      </p:pic>
      <p:sp>
        <p:nvSpPr>
          <p:cNvPr id="7" name="Obdélník 6">
            <a:extLst xmlns:a="http://schemas.openxmlformats.org/drawingml/2006/main">
              <a:ext uri="{FF2B5EF4-FFF2-40B4-BE49-F238E27FC236}">
                <a16:creationId xmlns:a16="http://schemas.microsoft.com/office/drawing/2014/main" id="{167E90D1-3F69-591F-46D7-D326DDE1A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9823" y="1561417"/>
            <a:ext cx="636565" cy="35665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brand-rule">
            <a:extLst xmlns:a="http://schemas.openxmlformats.org/drawingml/2006/main">
              <a:ext uri="{FF2B5EF4-FFF2-40B4-BE49-F238E27FC236}">
                <a16:creationId xmlns:a16="http://schemas.microsoft.com/office/drawing/2014/main" id="{F4FCD8CD-243D-43C1-9339-DE628A7F6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5B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-3">
            <a:extLst xmlns:a="http://schemas.openxmlformats.org/drawingml/2006/main">
              <a:ext uri="{FF2B5EF4-FFF2-40B4-BE49-F238E27FC236}">
                <a16:creationId xmlns:a16="http://schemas.microsoft.com/office/drawing/2014/main" id="{E944AD51-4579-490C-9FBC-25E20A00C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4825"/>
            <a:ext cx="11239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00" b="1">
                <a:solidFill>
                  <a:srgbClr val="17324D"/>
                </a:solidFill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Diagramy cesty pacienta od první bronchoskopie do první linie léčby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8ECA84-08A1-4AD5-B9FE-6D013C4275F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917a277cf14134">
            <a:extLst>
              <a:ext uri="{96DAC541-7B7A-43D3-8B79-37D633B846F1}">
                <asvg:svgBlip xmlns:asvg="http://schemas.microsoft.com/office/drawing/2016/SVG/main" r:embed="R243c2ab925b5433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47675" y="6343650"/>
            <a:ext cx="1504950" cy="409575"/>
          </a:xfrm>
          <a:prstGeom xmlns:a="http://schemas.openxmlformats.org/drawingml/2006/main" prst="rect">
            <a:avLst/>
          </a:prstGeom>
        </p:spPr>
      </p:pic>
      <p:sp>
        <p:nvSpPr>
          <p:cNvPr id="11" name="brand-rule">
            <a:extLst xmlns:a="http://schemas.openxmlformats.org/drawingml/2006/main">
              <a:ext uri="{FF2B5EF4-FFF2-40B4-BE49-F238E27FC236}">
                <a16:creationId xmlns:a16="http://schemas.microsoft.com/office/drawing/2014/main" id="{48087E22-9CA0-461F-9C5E-BF798484D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6448425"/>
            <a:ext cx="9191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-5">
            <a:extLst xmlns:a="http://schemas.openxmlformats.org/drawingml/2006/main">
              <a:ext uri="{FF2B5EF4-FFF2-40B4-BE49-F238E27FC236}">
                <a16:creationId xmlns:a16="http://schemas.microsoft.com/office/drawing/2014/main" id="{0AA3B2BA-A13A-4092-A088-52B7DAFFF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6419850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2677A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77A"/>
                </a:solidFill>
              </a:defRPr>
            </a:pPr>
            <a:r>
              <a:rPr sz="1275" b="0">
                <a:solidFill>
                  <a:srgbClr val="52677A"/>
                </a:solidFill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4267179579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BD35BBA4-4B30-09EF-A439-8C0C6669F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705" y="1580904"/>
            <a:ext cx="11124590" cy="463819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800" i="1"/>
              <a:t>Hanna TP et al., BMJ 2020: Systematický přehled s metaanalýzou </a:t>
            </a:r>
            <a:r>
              <a:rPr sz="2800" b="1"/>
              <a:t>34 observačních studií</a:t>
            </a:r>
            <a:r>
              <a:rPr sz="2800"/>
              <a:t>, více než </a:t>
            </a:r>
            <a:r>
              <a:rPr sz="2800" b="1"/>
              <a:t>1,2 milionu pacientů</a:t>
            </a:r>
            <a:endParaRPr sz="2800" i="1"/>
          </a:p>
          <a:p xmlns:a="http://schemas.openxmlformats.org/drawingml/2006/main">
            <a:r>
              <a:rPr sz="3600">
                <a:solidFill>
                  <a:srgbClr val="17324D"/>
                </a:solidFill>
              </a:rPr>
              <a:t>Každé </a:t>
            </a:r>
            <a:r>
              <a:rPr sz="3600" b="1">
                <a:solidFill>
                  <a:srgbClr val="17324D"/>
                </a:solidFill>
              </a:rPr>
              <a:t>zpoždění zahájení léčby o 4 týdny</a:t>
            </a:r>
            <a:r>
              <a:rPr sz="3600">
                <a:solidFill>
                  <a:srgbClr val="17324D"/>
                </a:solidFill>
              </a:rPr>
              <a:t> je spojeno s </a:t>
            </a:r>
            <a:r>
              <a:rPr sz="3600" b="1">
                <a:solidFill>
                  <a:srgbClr val="17324D"/>
                </a:solidFill>
              </a:rPr>
              <a:t>nárůstem mortality</a:t>
            </a:r>
          </a:p>
          <a:p xmlns:a="http://schemas.openxmlformats.org/drawingml/2006/main">
            <a:pPr marL="342900" indent="-342900">
              <a:buFont typeface="Arial"/>
              <a:buChar char="•"/>
            </a:pPr>
            <a:r>
              <a:rPr sz="2800"/>
              <a:t>Platí konzistentně pro chirurgickou léčbu, systémovou léčbu, radioterapii</a:t>
            </a:r>
          </a:p>
          <a:p xmlns:a="http://schemas.openxmlformats.org/drawingml/2006/main">
            <a:pPr marL="342900" indent="-342900">
              <a:buFont typeface="Arial"/>
              <a:buChar char="•"/>
            </a:pPr>
            <a:r>
              <a:rPr sz="2800"/>
              <a:t>Efekt je </a:t>
            </a:r>
            <a:r>
              <a:rPr sz="2800" b="1"/>
              <a:t>lineární</a:t>
            </a:r>
            <a:r>
              <a:rPr sz="2800"/>
              <a:t> – riziko roste s každým dalším obdobím odkladu</a:t>
            </a:r>
          </a:p>
          <a:p xmlns:a="http://schemas.openxmlformats.org/drawingml/2006/main">
            <a:pPr marL="342900" indent="-342900">
              <a:buFont typeface="Arial"/>
              <a:buChar char="•"/>
            </a:pPr>
            <a:r>
              <a:rPr sz="2800" b="1"/>
              <a:t>Zpoždění v řádu týdnů může změnit prognózu pacienta</a:t>
            </a:r>
            <a:endParaRPr sz="2800"/>
          </a:p>
          <a:p xmlns:a="http://schemas.openxmlformats.org/drawingml/2006/main">
            <a:pPr marL="342900" indent="-342900">
              <a:buFont typeface="Arial"/>
              <a:buChar char="•"/>
            </a:pPr>
            <a:r>
              <a:rPr sz="2800"/>
              <a:t>Zrychlení procesu o 1–3 týdny má </a:t>
            </a:r>
            <a:r>
              <a:rPr sz="2800" b="1"/>
              <a:t>klinický význam</a:t>
            </a:r>
            <a:endParaRPr sz="2800"/>
          </a:p>
        </p:txBody>
      </p:sp>
      <p:sp>
        <p:nvSpPr>
          <p:cNvPr id="4" name="brand-rule">
            <a:extLst xmlns:a="http://schemas.openxmlformats.org/drawingml/2006/main">
              <a:ext uri="{FF2B5EF4-FFF2-40B4-BE49-F238E27FC236}">
                <a16:creationId xmlns:a16="http://schemas.microsoft.com/office/drawing/2014/main" id="{92A7B074-840D-4AAE-813B-B5025463A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5B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-2">
            <a:extLst xmlns:a="http://schemas.openxmlformats.org/drawingml/2006/main">
              <a:ext uri="{FF2B5EF4-FFF2-40B4-BE49-F238E27FC236}">
                <a16:creationId xmlns:a16="http://schemas.microsoft.com/office/drawing/2014/main" id="{CB2213F8-C16F-4387-98DB-E39D74320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4825"/>
            <a:ext cx="11239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00" b="1">
                <a:solidFill>
                  <a:srgbClr val="17324D"/>
                </a:solidFill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Jaký vliv má zpoždění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280BC1-41A5-4066-90BF-307797FA91B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5ee80331544381">
            <a:extLst>
              <a:ext uri="{96DAC541-7B7A-43D3-8B79-37D633B846F1}">
                <asvg:svgBlip xmlns:asvg="http://schemas.microsoft.com/office/drawing/2016/SVG/main" r:embed="Rc2b3f04fb2f14c1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47675" y="6343650"/>
            <a:ext cx="1504950" cy="409575"/>
          </a:xfrm>
          <a:prstGeom xmlns:a="http://schemas.openxmlformats.org/drawingml/2006/main" prst="rect">
            <a:avLst/>
          </a:prstGeom>
        </p:spPr>
      </p:pic>
      <p:sp>
        <p:nvSpPr>
          <p:cNvPr id="7" name="brand-rule">
            <a:extLst xmlns:a="http://schemas.openxmlformats.org/drawingml/2006/main">
              <a:ext uri="{FF2B5EF4-FFF2-40B4-BE49-F238E27FC236}">
                <a16:creationId xmlns:a16="http://schemas.microsoft.com/office/drawing/2014/main" id="{CF646B6D-E1B1-4CA7-ACFF-0E6AE3356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6448425"/>
            <a:ext cx="9191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-4">
            <a:extLst xmlns:a="http://schemas.openxmlformats.org/drawingml/2006/main">
              <a:ext uri="{FF2B5EF4-FFF2-40B4-BE49-F238E27FC236}">
                <a16:creationId xmlns:a16="http://schemas.microsoft.com/office/drawing/2014/main" id="{8F590B16-E406-40D3-9178-0E5E9D3A3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6419850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2677A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77A"/>
                </a:solidFill>
              </a:defRPr>
            </a:pPr>
            <a:r>
              <a:rPr sz="1275" b="0">
                <a:solidFill>
                  <a:srgbClr val="52677A"/>
                </a:solidFill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657298892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brand-rule">
            <a:extLst xmlns:a="http://schemas.openxmlformats.org/drawingml/2006/main">
              <a:ext uri="{FF2B5EF4-FFF2-40B4-BE49-F238E27FC236}">
                <a16:creationId xmlns:a16="http://schemas.microsoft.com/office/drawing/2014/main" id="{E8064596-112F-40AE-84C2-182FCE9DD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5B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09BA4361-96D7-407E-8645-91E0843C9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0"/>
            <a:ext cx="10191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4350" b="1">
                <a:solidFill>
                  <a:srgbClr val="17324D"/>
                </a:solidFill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7324D"/>
                </a:solidFill>
              </a:defRPr>
            </a:pPr>
            <a:r>
              <a:rPr sz="4350" b="1">
                <a:solidFill>
                  <a:srgbClr val="17324D"/>
                </a:solidFill>
              </a:rPr>
              <a:t>Co říkají čísla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72AF56-7840-4C6F-B6F7-C65408931F8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52e2119a4647b2">
            <a:extLst>
              <a:ext uri="{96DAC541-7B7A-43D3-8B79-37D633B846F1}">
                <asvg:svgBlip xmlns:asvg="http://schemas.microsoft.com/office/drawing/2016/SVG/main" r:embed="R91a078b3bf764bb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47675" y="6343650"/>
            <a:ext cx="1504950" cy="409575"/>
          </a:xfrm>
          <a:prstGeom xmlns:a="http://schemas.openxmlformats.org/drawingml/2006/main" prst="rect">
            <a:avLst/>
          </a:prstGeom>
        </p:spPr>
      </p:pic>
      <p:sp>
        <p:nvSpPr>
          <p:cNvPr id="4" name="brand-rule">
            <a:extLst xmlns:a="http://schemas.openxmlformats.org/drawingml/2006/main">
              <a:ext uri="{FF2B5EF4-FFF2-40B4-BE49-F238E27FC236}">
                <a16:creationId xmlns:a16="http://schemas.microsoft.com/office/drawing/2014/main" id="{CF32675E-E1F3-4A75-82D3-E344EF793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6448425"/>
            <a:ext cx="9191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E7BA4C6E-510E-4A20-AE8C-960E496D9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6419850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2677A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77A"/>
                </a:solidFill>
              </a:defRPr>
            </a:pPr>
            <a:r>
              <a:rPr sz="1275" b="0">
                <a:solidFill>
                  <a:srgbClr val="52677A"/>
                </a:solidFill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487096864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" name="Obrázek 2">
            <a:extLst xmlns:a="http://schemas.openxmlformats.org/drawingml/2006/main">
              <a:ext uri="{FF2B5EF4-FFF2-40B4-BE49-F238E27FC236}">
                <a16:creationId xmlns:a16="http://schemas.microsoft.com/office/drawing/2014/main" id="{B1FBBECE-7B25-4176-9CB1-31BADB39C27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ef5d0e0a074bf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90213" y="2653056"/>
            <a:ext cx="5373828" cy="3696944"/>
          </a:xfrm>
          <a:prstGeom xmlns:a="http://schemas.openxmlformats.org/drawingml/2006/main" prst="rect">
            <a:avLst/>
          </a:prstGeom>
        </p:spPr>
      </p:pic>
      <p:pic>
        <p:nvPicPr>
          <p:cNvPr id="6" name="Obrázek 5">
            <a:extLst xmlns:a="http://schemas.openxmlformats.org/drawingml/2006/main">
              <a:ext uri="{FF2B5EF4-FFF2-40B4-BE49-F238E27FC236}">
                <a16:creationId xmlns:a16="http://schemas.microsoft.com/office/drawing/2014/main" id="{27A8105E-5190-4377-901A-DF0E35F02E4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5ff35cb50b40e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64042" y="2653056"/>
            <a:ext cx="3072988" cy="3579952"/>
          </a:xfrm>
          <a:prstGeom xmlns:a="http://schemas.openxmlformats.org/drawingml/2006/main" prst="rect">
            <a:avLst/>
          </a:prstGeom>
        </p:spPr>
      </p:pic>
      <p:sp>
        <p:nvSpPr>
          <p:cNvPr id="7" name="TextovéPole 6">
            <a:extLst xmlns:a="http://schemas.openxmlformats.org/drawingml/2006/main">
              <a:ext uri="{FF2B5EF4-FFF2-40B4-BE49-F238E27FC236}">
                <a16:creationId xmlns:a16="http://schemas.microsoft.com/office/drawing/2014/main" id="{CAA1C40A-2860-10D0-FB28-3AEA58708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1524000"/>
            <a:ext cx="457200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2100"/>
            </a:defPPr>
          </a:lstStyle>
          <a:p xmlns:a="http://schemas.openxmlformats.org/drawingml/2006/main">
            <a:r>
              <a:rPr sz="210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Časy mezi první a dalšími bronchoskopiemi</a:t>
            </a:r>
          </a:p>
        </p:txBody>
      </p:sp>
      <p:sp>
        <p:nvSpPr>
          <p:cNvPr id="8" name="brand-rule">
            <a:extLst xmlns:a="http://schemas.openxmlformats.org/drawingml/2006/main">
              <a:ext uri="{FF2B5EF4-FFF2-40B4-BE49-F238E27FC236}">
                <a16:creationId xmlns:a16="http://schemas.microsoft.com/office/drawing/2014/main" id="{89441E91-3A3F-4B64-9776-6CE16D073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5B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-2">
            <a:extLst xmlns:a="http://schemas.openxmlformats.org/drawingml/2006/main">
              <a:ext uri="{FF2B5EF4-FFF2-40B4-BE49-F238E27FC236}">
                <a16:creationId xmlns:a16="http://schemas.microsoft.com/office/drawing/2014/main" id="{D332A458-FA0D-4B54-8439-294A20D50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4825"/>
            <a:ext cx="11239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00" b="1">
                <a:solidFill>
                  <a:srgbClr val="17324D"/>
                </a:solidFill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Počty bronchoskopií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539E15-F267-411A-BD13-2736B8BEA26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8ee665da2c4cb6">
            <a:extLst>
              <a:ext uri="{96DAC541-7B7A-43D3-8B79-37D633B846F1}">
                <asvg:svgBlip xmlns:asvg="http://schemas.microsoft.com/office/drawing/2016/SVG/main" r:embed="Rc7874d0b4e0243d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47675" y="6343650"/>
            <a:ext cx="1504950" cy="409575"/>
          </a:xfrm>
          <a:prstGeom xmlns:a="http://schemas.openxmlformats.org/drawingml/2006/main" prst="rect">
            <a:avLst/>
          </a:prstGeom>
        </p:spPr>
      </p:pic>
      <p:sp>
        <p:nvSpPr>
          <p:cNvPr id="11" name="brand-rule">
            <a:extLst xmlns:a="http://schemas.openxmlformats.org/drawingml/2006/main">
              <a:ext uri="{FF2B5EF4-FFF2-40B4-BE49-F238E27FC236}">
                <a16:creationId xmlns:a16="http://schemas.microsoft.com/office/drawing/2014/main" id="{A080F8B8-FD2A-4258-82EB-654DF69D9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6448425"/>
            <a:ext cx="9191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-4">
            <a:extLst xmlns:a="http://schemas.openxmlformats.org/drawingml/2006/main">
              <a:ext uri="{FF2B5EF4-FFF2-40B4-BE49-F238E27FC236}">
                <a16:creationId xmlns:a16="http://schemas.microsoft.com/office/drawing/2014/main" id="{659AAE70-3FBA-4C8C-BD24-9A6941CA1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6419850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2677A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77A"/>
                </a:solidFill>
              </a:defRPr>
            </a:pPr>
            <a:r>
              <a:rPr sz="1275" b="0">
                <a:solidFill>
                  <a:srgbClr val="52677A"/>
                </a:solidFill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3298848010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" name="Obrázek 2">
            <a:extLst xmlns:a="http://schemas.openxmlformats.org/drawingml/2006/main">
              <a:ext uri="{FF2B5EF4-FFF2-40B4-BE49-F238E27FC236}">
                <a16:creationId xmlns:a16="http://schemas.microsoft.com/office/drawing/2014/main" id="{F79A3B16-ABD3-4B70-94DD-A084C8B3873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abc14ce80c4e0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17387" y="1450000"/>
            <a:ext cx="6703120" cy="4107248"/>
          </a:xfrm>
          <a:prstGeom xmlns:a="http://schemas.openxmlformats.org/drawingml/2006/main" prst="rect">
            <a:avLst/>
          </a:prstGeom>
        </p:spPr>
      </p:pic>
      <p:sp>
        <p:nvSpPr>
          <p:cNvPr id="10" name="Přímá spojnice 9">
            <a:extLst xmlns:a="http://schemas.openxmlformats.org/drawingml/2006/main">
              <a:ext uri="{FF2B5EF4-FFF2-40B4-BE49-F238E27FC236}">
                <a16:creationId xmlns:a16="http://schemas.microsoft.com/office/drawing/2014/main" id="{8207BED0-8C52-4F32-B9EC-D9B88B5E1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6018" y="1492397"/>
            <a:ext cx="0" cy="3824242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rgbClr val="FF0000"/>
            </a:solidFill>
          </a:ln>
        </p:spPr>
        <p:style>
          <a:lnRef xmlns:a="http://schemas.openxmlformats.org/drawingml/2006/main" idx="3">
            <a:schemeClr val="accent2"/>
          </a:lnRef>
          <a:fillRef xmlns:a="http://schemas.openxmlformats.org/drawingml/2006/main" idx="0">
            <a:schemeClr val="accent2"/>
          </a:fillRef>
          <a:effectRef xmlns:a="http://schemas.openxmlformats.org/drawingml/2006/main" idx="2">
            <a:schemeClr val="accent2"/>
          </a:effectRef>
          <a:fontRef xmlns:a="http://schemas.openxmlformats.org/drawingml/2006/main" idx="minor">
            <a:schemeClr val="tx1"/>
          </a:fontRef>
        </p:style>
      </p:sp>
      <p:sp>
        <p:nvSpPr>
          <p:cNvPr id="11" name="TextovéPole 10">
            <a:extLst xmlns:a="http://schemas.openxmlformats.org/drawingml/2006/main">
              <a:ext uri="{FF2B5EF4-FFF2-40B4-BE49-F238E27FC236}">
                <a16:creationId xmlns:a16="http://schemas.microsoft.com/office/drawing/2014/main" id="{09E7DD3C-6EAE-AA8B-FDE3-557E71F0C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678161">
            <a:off x="5392293" y="5602327"/>
            <a:ext cx="1246481" cy="25401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400">
                <a:solidFill>
                  <a:srgbClr val="17324D"/>
                </a:solidFill>
                <a:latin typeface="Arial"/>
                <a:ea typeface="Arial"/>
                <a:cs typeface="Arial"/>
              </a:rPr>
              <a:t>4 weeks</a:t>
            </a:r>
          </a:p>
        </p:txBody>
      </p:sp>
      <p:sp>
        <p:nvSpPr>
          <p:cNvPr id="13" name="TextovéPole 12">
            <a:extLst xmlns:a="http://schemas.openxmlformats.org/drawingml/2006/main">
              <a:ext uri="{FF2B5EF4-FFF2-40B4-BE49-F238E27FC236}">
                <a16:creationId xmlns:a16="http://schemas.microsoft.com/office/drawing/2014/main" id="{E7DCB5BC-6728-7E4E-5403-F66FA7112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5657850"/>
            <a:ext cx="9525000" cy="8458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650"/>
            </a:defPPr>
          </a:lstStyle>
          <a:p xmlns:a="http://schemas.openxmlformats.org/drawingml/2006/main">
            <a:r>
              <a:rPr sz="165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Doporučení operovat do 4 týdnů</a:t>
            </a:r>
          </a:p>
          <a:p xmlns:a="http://schemas.openxmlformats.org/drawingml/2006/main">
            <a:r>
              <a:rPr sz="1650" i="1">
                <a:solidFill>
                  <a:srgbClr val="17324D"/>
                </a:solidFill>
                <a:latin typeface="Arial"/>
                <a:ea typeface="Arial"/>
                <a:cs typeface="Arial"/>
              </a:rPr>
              <a:t>Banks KC, </a:t>
            </a:r>
            <a:r>
              <a:rPr sz="1650" i="1">
                <a:solidFill>
                  <a:srgbClr val="17324D"/>
                </a:solidFill>
                <a:latin typeface="Arial"/>
                <a:ea typeface="Arial"/>
                <a:cs typeface="Arial"/>
              </a:rPr>
              <a:t>Dusendang</a:t>
            </a:r>
            <a:r>
              <a:rPr sz="1650" i="1">
                <a:solidFill>
                  <a:srgbClr val="17324D"/>
                </a:solidFill>
                <a:latin typeface="Arial"/>
                <a:ea typeface="Arial"/>
                <a:cs typeface="Arial"/>
              </a:rPr>
              <a:t> JR, </a:t>
            </a:r>
            <a:r>
              <a:rPr sz="1650" i="1">
                <a:solidFill>
                  <a:srgbClr val="17324D"/>
                </a:solidFill>
                <a:latin typeface="Arial"/>
                <a:ea typeface="Arial"/>
                <a:cs typeface="Arial"/>
              </a:rPr>
              <a:t>Schmittdiel</a:t>
            </a:r>
            <a:r>
              <a:rPr sz="1650" i="1">
                <a:solidFill>
                  <a:srgbClr val="17324D"/>
                </a:solidFill>
                <a:latin typeface="Arial"/>
                <a:ea typeface="Arial"/>
                <a:cs typeface="Arial"/>
              </a:rPr>
              <a:t> JA, et al. </a:t>
            </a:r>
            <a:r>
              <a:rPr sz="1650" i="1">
                <a:solidFill>
                  <a:srgbClr val="17324D"/>
                </a:solidFill>
                <a:latin typeface="Arial"/>
                <a:ea typeface="Arial"/>
                <a:cs typeface="Arial"/>
              </a:rPr>
              <a:t>Association of Surgical Timing with Outcomes in Early Stage Lung Cancer. World J Surg. 2023;47.</a:t>
            </a:r>
            <a:endParaRPr sz="1400" i="1"/>
          </a:p>
        </p:txBody>
      </p:sp>
      <p:sp>
        <p:nvSpPr>
          <p:cNvPr id="14" name="TextovéPole 13">
            <a:extLst xmlns:a="http://schemas.openxmlformats.org/drawingml/2006/main">
              <a:ext uri="{FF2B5EF4-FFF2-40B4-BE49-F238E27FC236}">
                <a16:creationId xmlns:a16="http://schemas.microsoft.com/office/drawing/2014/main" id="{9A470F3F-4ABE-B122-37D8-304B8F86C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7534" y="2078283"/>
            <a:ext cx="2782679" cy="25401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400">
                <a:solidFill>
                  <a:srgbClr val="17324D"/>
                </a:solidFill>
                <a:latin typeface="Arial"/>
                <a:ea typeface="Arial"/>
                <a:cs typeface="Arial"/>
              </a:rPr>
              <a:t>58</a:t>
            </a:r>
            <a:r>
              <a:rPr sz="1400">
                <a:solidFill>
                  <a:srgbClr val="17324D"/>
                </a:solidFill>
                <a:latin typeface="Arial"/>
                <a:ea typeface="Arial"/>
                <a:cs typeface="Arial"/>
              </a:rPr>
              <a:t>%</a:t>
            </a:r>
            <a:r>
              <a:rPr sz="1400">
                <a:solidFill>
                  <a:srgbClr val="17324D"/>
                </a:solidFill>
                <a:latin typeface="Arial"/>
                <a:ea typeface="Arial"/>
                <a:cs typeface="Arial"/>
              </a:rPr>
              <a:t> čeká</a:t>
            </a:r>
            <a:r>
              <a:rPr sz="1400">
                <a:solidFill>
                  <a:srgbClr val="17324D"/>
                </a:solidFill>
                <a:latin typeface="Arial"/>
                <a:ea typeface="Arial"/>
                <a:cs typeface="Arial"/>
              </a:rPr>
              <a:t> </a:t>
            </a:r>
            <a:r>
              <a:rPr sz="1400">
                <a:solidFill>
                  <a:srgbClr val="17324D"/>
                </a:solidFill>
                <a:latin typeface="Arial"/>
                <a:ea typeface="Arial"/>
                <a:cs typeface="Arial"/>
              </a:rPr>
              <a:t>na operaci déle než</a:t>
            </a:r>
            <a:r>
              <a:rPr sz="1400">
                <a:solidFill>
                  <a:srgbClr val="17324D"/>
                </a:solidFill>
                <a:latin typeface="Arial"/>
                <a:ea typeface="Arial"/>
                <a:cs typeface="Arial"/>
              </a:rPr>
              <a:t> 6 </a:t>
            </a:r>
            <a:r>
              <a:rPr sz="1400">
                <a:solidFill>
                  <a:srgbClr val="17324D"/>
                </a:solidFill>
                <a:latin typeface="Arial"/>
                <a:ea typeface="Arial"/>
                <a:cs typeface="Arial"/>
              </a:rPr>
              <a:t>týdnů</a:t>
            </a:r>
            <a:r>
              <a:rPr sz="1400">
                <a:solidFill>
                  <a:srgbClr val="17324D"/>
                </a:solidFill>
                <a:latin typeface="Arial"/>
                <a:ea typeface="Arial"/>
                <a:cs typeface="Arial"/>
              </a:rPr>
              <a:t>!</a:t>
            </a:r>
            <a:endParaRPr sz="1400"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" name="TextovéPole 14">
            <a:extLst xmlns:a="http://schemas.openxmlformats.org/drawingml/2006/main">
              <a:ext uri="{FF2B5EF4-FFF2-40B4-BE49-F238E27FC236}">
                <a16:creationId xmlns:a16="http://schemas.microsoft.com/office/drawing/2014/main" id="{FA73E924-59E2-A530-AB35-F856BCDA8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7534" y="1581322"/>
            <a:ext cx="3232092" cy="25401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400">
                <a:solidFill>
                  <a:srgbClr val="17324D"/>
                </a:solidFill>
                <a:latin typeface="Arial"/>
                <a:ea typeface="Arial"/>
                <a:cs typeface="Arial"/>
              </a:rPr>
              <a:t>64</a:t>
            </a:r>
            <a:r>
              <a:rPr sz="1400">
                <a:solidFill>
                  <a:srgbClr val="17324D"/>
                </a:solidFill>
                <a:latin typeface="Arial"/>
                <a:ea typeface="Arial"/>
                <a:cs typeface="Arial"/>
              </a:rPr>
              <a:t>%</a:t>
            </a:r>
            <a:r>
              <a:rPr sz="1400">
                <a:solidFill>
                  <a:srgbClr val="17324D"/>
                </a:solidFill>
                <a:latin typeface="Arial"/>
                <a:ea typeface="Arial"/>
                <a:cs typeface="Arial"/>
              </a:rPr>
              <a:t> čeká</a:t>
            </a:r>
            <a:r>
              <a:rPr sz="1400">
                <a:solidFill>
                  <a:srgbClr val="17324D"/>
                </a:solidFill>
                <a:latin typeface="Arial"/>
                <a:ea typeface="Arial"/>
                <a:cs typeface="Arial"/>
              </a:rPr>
              <a:t> </a:t>
            </a:r>
            <a:r>
              <a:rPr sz="1400">
                <a:solidFill>
                  <a:srgbClr val="17324D"/>
                </a:solidFill>
                <a:latin typeface="Arial"/>
                <a:ea typeface="Arial"/>
                <a:cs typeface="Arial"/>
              </a:rPr>
              <a:t>na radioterapii déle než</a:t>
            </a:r>
            <a:r>
              <a:rPr sz="1400">
                <a:solidFill>
                  <a:srgbClr val="17324D"/>
                </a:solidFill>
                <a:latin typeface="Arial"/>
                <a:ea typeface="Arial"/>
                <a:cs typeface="Arial"/>
              </a:rPr>
              <a:t> 6 </a:t>
            </a:r>
            <a:r>
              <a:rPr sz="1400">
                <a:solidFill>
                  <a:srgbClr val="17324D"/>
                </a:solidFill>
                <a:latin typeface="Arial"/>
                <a:ea typeface="Arial"/>
                <a:cs typeface="Arial"/>
              </a:rPr>
              <a:t>týdnů</a:t>
            </a:r>
            <a:r>
              <a:rPr sz="1400">
                <a:solidFill>
                  <a:srgbClr val="17324D"/>
                </a:solidFill>
                <a:latin typeface="Arial"/>
                <a:ea typeface="Arial"/>
                <a:cs typeface="Arial"/>
              </a:rPr>
              <a:t>!</a:t>
            </a:r>
            <a:endParaRPr sz="1400"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" name="TextovéPole 15">
            <a:extLst xmlns:a="http://schemas.openxmlformats.org/drawingml/2006/main">
              <a:ext uri="{FF2B5EF4-FFF2-40B4-BE49-F238E27FC236}">
                <a16:creationId xmlns:a16="http://schemas.microsoft.com/office/drawing/2014/main" id="{6C53D3B5-BF13-95D4-9B8E-F20E47CC8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7534" y="3072204"/>
            <a:ext cx="3232092" cy="25401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400">
                <a:solidFill>
                  <a:srgbClr val="17324D"/>
                </a:solidFill>
                <a:latin typeface="Arial"/>
                <a:ea typeface="Arial"/>
                <a:cs typeface="Arial"/>
              </a:rPr>
              <a:t>4</a:t>
            </a:r>
            <a:r>
              <a:rPr sz="1400">
                <a:solidFill>
                  <a:srgbClr val="17324D"/>
                </a:solidFill>
                <a:latin typeface="Arial"/>
                <a:ea typeface="Arial"/>
                <a:cs typeface="Arial"/>
              </a:rPr>
              <a:t>7</a:t>
            </a:r>
            <a:r>
              <a:rPr sz="1400">
                <a:solidFill>
                  <a:srgbClr val="17324D"/>
                </a:solidFill>
                <a:latin typeface="Arial"/>
                <a:ea typeface="Arial"/>
                <a:cs typeface="Arial"/>
              </a:rPr>
              <a:t>%</a:t>
            </a:r>
            <a:r>
              <a:rPr sz="1400">
                <a:solidFill>
                  <a:srgbClr val="17324D"/>
                </a:solidFill>
                <a:latin typeface="Arial"/>
                <a:ea typeface="Arial"/>
                <a:cs typeface="Arial"/>
              </a:rPr>
              <a:t> čeká</a:t>
            </a:r>
            <a:r>
              <a:rPr sz="1400">
                <a:solidFill>
                  <a:srgbClr val="17324D"/>
                </a:solidFill>
                <a:latin typeface="Arial"/>
                <a:ea typeface="Arial"/>
                <a:cs typeface="Arial"/>
              </a:rPr>
              <a:t> </a:t>
            </a:r>
            <a:r>
              <a:rPr sz="1400">
                <a:solidFill>
                  <a:srgbClr val="17324D"/>
                </a:solidFill>
                <a:latin typeface="Arial"/>
                <a:ea typeface="Arial"/>
                <a:cs typeface="Arial"/>
              </a:rPr>
              <a:t>na farmakoterapii déle než</a:t>
            </a:r>
            <a:r>
              <a:rPr sz="1400">
                <a:solidFill>
                  <a:srgbClr val="17324D"/>
                </a:solidFill>
                <a:latin typeface="Arial"/>
                <a:ea typeface="Arial"/>
                <a:cs typeface="Arial"/>
              </a:rPr>
              <a:t> 6 </a:t>
            </a:r>
            <a:r>
              <a:rPr sz="1400">
                <a:solidFill>
                  <a:srgbClr val="17324D"/>
                </a:solidFill>
                <a:latin typeface="Arial"/>
                <a:ea typeface="Arial"/>
                <a:cs typeface="Arial"/>
              </a:rPr>
              <a:t>týdnů</a:t>
            </a:r>
            <a:r>
              <a:rPr sz="1400">
                <a:solidFill>
                  <a:srgbClr val="17324D"/>
                </a:solidFill>
                <a:latin typeface="Arial"/>
                <a:ea typeface="Arial"/>
                <a:cs typeface="Arial"/>
              </a:rPr>
              <a:t>!</a:t>
            </a:r>
            <a:endParaRPr sz="1400"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2" name="Obrázek 11">
            <a:extLst xmlns:a="http://schemas.openxmlformats.org/drawingml/2006/main">
              <a:ext uri="{FF2B5EF4-FFF2-40B4-BE49-F238E27FC236}">
                <a16:creationId xmlns:a16="http://schemas.microsoft.com/office/drawing/2014/main" id="{54FF78D0-CE58-414A-951D-2D12134A0D4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a2da03d59f4e2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422751" y="3186501"/>
            <a:ext cx="2678179" cy="2237930"/>
          </a:xfrm>
          <a:prstGeom xmlns:a="http://schemas.openxmlformats.org/drawingml/2006/main" prst="rect">
            <a:avLst/>
          </a:prstGeom>
        </p:spPr>
      </p:pic>
      <p:sp>
        <p:nvSpPr>
          <p:cNvPr id="17" name="TextovéPole 16">
            <a:extLst xmlns:a="http://schemas.openxmlformats.org/drawingml/2006/main">
              <a:ext uri="{FF2B5EF4-FFF2-40B4-BE49-F238E27FC236}">
                <a16:creationId xmlns:a16="http://schemas.microsoft.com/office/drawing/2014/main" id="{D0944C0A-F259-FCFD-30C4-BD0046853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836" y="1768097"/>
            <a:ext cx="2257659" cy="5334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80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Měřeno od první bronchoskopie</a:t>
            </a:r>
            <a:endParaRPr sz="1800"/>
          </a:p>
        </p:txBody>
      </p:sp>
      <p:sp>
        <p:nvSpPr>
          <p:cNvPr id="18" name="Přímá spojnice 17">
            <a:extLst xmlns:a="http://schemas.openxmlformats.org/drawingml/2006/main">
              <a:ext uri="{FF2B5EF4-FFF2-40B4-BE49-F238E27FC236}">
                <a16:creationId xmlns:a16="http://schemas.microsoft.com/office/drawing/2014/main" id="{51AA01E2-CBD7-421B-8A80-CB7771965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562" y="1476551"/>
            <a:ext cx="0" cy="3824242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rgbClr val="FF0000"/>
            </a:solidFill>
          </a:ln>
        </p:spPr>
        <p:style>
          <a:lnRef xmlns:a="http://schemas.openxmlformats.org/drawingml/2006/main" idx="3">
            <a:schemeClr val="accent2"/>
          </a:lnRef>
          <a:fillRef xmlns:a="http://schemas.openxmlformats.org/drawingml/2006/main" idx="0">
            <a:schemeClr val="accent2"/>
          </a:fillRef>
          <a:effectRef xmlns:a="http://schemas.openxmlformats.org/drawingml/2006/main" idx="2">
            <a:schemeClr val="accent2"/>
          </a:effectRef>
          <a:fontRef xmlns:a="http://schemas.openxmlformats.org/drawingml/2006/main" idx="minor">
            <a:schemeClr val="tx1"/>
          </a:fontRef>
        </p:style>
      </p:sp>
      <p:sp>
        <p:nvSpPr>
          <p:cNvPr id="19" name="TextovéPole 18">
            <a:extLst xmlns:a="http://schemas.openxmlformats.org/drawingml/2006/main">
              <a:ext uri="{FF2B5EF4-FFF2-40B4-BE49-F238E27FC236}">
                <a16:creationId xmlns:a16="http://schemas.microsoft.com/office/drawing/2014/main" id="{F38A8015-DF6C-F5DC-7661-71A23832A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678161">
            <a:off x="5654333" y="5570883"/>
            <a:ext cx="1246481" cy="25401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400">
                <a:solidFill>
                  <a:srgbClr val="17324D"/>
                </a:solidFill>
                <a:latin typeface="Arial"/>
                <a:ea typeface="Arial"/>
                <a:cs typeface="Arial"/>
              </a:rPr>
              <a:t>6 weeks</a:t>
            </a:r>
          </a:p>
        </p:txBody>
      </p:sp>
      <p:sp>
        <p:nvSpPr>
          <p:cNvPr id="20" name="brand-rule">
            <a:extLst xmlns:a="http://schemas.openxmlformats.org/drawingml/2006/main">
              <a:ext uri="{FF2B5EF4-FFF2-40B4-BE49-F238E27FC236}">
                <a16:creationId xmlns:a16="http://schemas.microsoft.com/office/drawing/2014/main" id="{9CA6EC9E-C4DC-4281-86AB-85F93171F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5B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-10">
            <a:extLst xmlns:a="http://schemas.openxmlformats.org/drawingml/2006/main">
              <a:ext uri="{FF2B5EF4-FFF2-40B4-BE49-F238E27FC236}">
                <a16:creationId xmlns:a16="http://schemas.microsoft.com/office/drawing/2014/main" id="{727FFF10-D917-436A-9A99-FB1E42639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4825"/>
            <a:ext cx="11239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00" b="1">
                <a:solidFill>
                  <a:srgbClr val="17324D"/>
                </a:solidFill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Čekání na léćbu</a:t>
            </a:r>
          </a:p>
        </p:txBody>
      </p:sp>
      <p:pic>
        <p:nvPic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1D4BA22-2601-4ED9-B3F0-51EDA63F8A7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078d6fe41742c5">
            <a:extLst>
              <a:ext uri="{96DAC541-7B7A-43D3-8B79-37D633B846F1}">
                <asvg:svgBlip xmlns:asvg="http://schemas.microsoft.com/office/drawing/2016/SVG/main" r:embed="Re9ebecd5d73a4b9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47675" y="6343650"/>
            <a:ext cx="1504950" cy="409575"/>
          </a:xfrm>
          <a:prstGeom xmlns:a="http://schemas.openxmlformats.org/drawingml/2006/main" prst="rect">
            <a:avLst/>
          </a:prstGeom>
        </p:spPr>
      </p:pic>
      <p:sp>
        <p:nvSpPr>
          <p:cNvPr id="23" name="brand-rule">
            <a:extLst xmlns:a="http://schemas.openxmlformats.org/drawingml/2006/main">
              <a:ext uri="{FF2B5EF4-FFF2-40B4-BE49-F238E27FC236}">
                <a16:creationId xmlns:a16="http://schemas.microsoft.com/office/drawing/2014/main" id="{B8CD365C-F87B-4009-BA2D-0EC28B607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6448425"/>
            <a:ext cx="9191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-12">
            <a:extLst xmlns:a="http://schemas.openxmlformats.org/drawingml/2006/main">
              <a:ext uri="{FF2B5EF4-FFF2-40B4-BE49-F238E27FC236}">
                <a16:creationId xmlns:a16="http://schemas.microsoft.com/office/drawing/2014/main" id="{F2F54639-B284-4649-B0A4-6DF39F385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6419850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2677A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77A"/>
                </a:solidFill>
              </a:defRPr>
            </a:pPr>
            <a:r>
              <a:rPr sz="1275" b="0">
                <a:solidFill>
                  <a:srgbClr val="52677A"/>
                </a:solidFill>
              </a:rPr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4277243441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Obdélník 7">
            <a:extLst xmlns:a="http://schemas.openxmlformats.org/drawingml/2006/main">
              <a:ext uri="{FF2B5EF4-FFF2-40B4-BE49-F238E27FC236}">
                <a16:creationId xmlns:a16="http://schemas.microsoft.com/office/drawing/2014/main" id="{5ABF63C1-1D2B-7DC5-C534-CC741D8CD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853" y="4222377"/>
            <a:ext cx="1350833" cy="1226524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57150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n w="76200">
                <a:solidFill>
                  <a:schemeClr val="tx1"/>
                </a:solidFill>
              </a:ln>
            </a:endParaRPr>
          </a:p>
        </p:txBody>
      </p:sp>
      <p:sp>
        <p:nvSpPr>
          <p:cNvPr id="5" name="TextovéPole 4">
            <a:extLst xmlns:a="http://schemas.openxmlformats.org/drawingml/2006/main">
              <a:ext uri="{FF2B5EF4-FFF2-40B4-BE49-F238E27FC236}">
                <a16:creationId xmlns:a16="http://schemas.microsoft.com/office/drawing/2014/main" id="{21E4ED54-64CC-EAD9-2F07-14421F83F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8394" y="3552333"/>
            <a:ext cx="2153649" cy="5088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80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Díváme se, kde pacient chodí k praktikovi.</a:t>
            </a:r>
            <a:endParaRPr sz="1800"/>
          </a:p>
        </p:txBody>
      </p:sp>
      <p:pic>
        <p:nvPicPr>
          <p:cNvPr id="3" name="Obrázek 2">
            <a:extLst xmlns:a="http://schemas.openxmlformats.org/drawingml/2006/main">
              <a:ext uri="{FF2B5EF4-FFF2-40B4-BE49-F238E27FC236}">
                <a16:creationId xmlns:a16="http://schemas.microsoft.com/office/drawing/2014/main" id="{86164DB1-3BCF-41FB-B70C-3F666F1E3ED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5ebfcf68d94c6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07382" y="1450000"/>
            <a:ext cx="5406225" cy="4900000"/>
          </a:xfrm>
          <a:prstGeom xmlns:a="http://schemas.openxmlformats.org/drawingml/2006/main" prst="rect">
            <a:avLst/>
          </a:prstGeom>
        </p:spPr>
      </p:pic>
      <p:sp>
        <p:nvSpPr>
          <p:cNvPr id="6" name="Obdélník 5">
            <a:extLst xmlns:a="http://schemas.openxmlformats.org/drawingml/2006/main">
              <a:ext uri="{FF2B5EF4-FFF2-40B4-BE49-F238E27FC236}">
                <a16:creationId xmlns:a16="http://schemas.microsoft.com/office/drawing/2014/main" id="{C879FF61-6E4A-12C0-46E5-DEB677012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3588" y="2581888"/>
            <a:ext cx="1277350" cy="13181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FF0000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n w="76200">
                <a:solidFill>
                  <a:schemeClr val="tx1"/>
                </a:solidFill>
              </a:ln>
            </a:endParaRPr>
          </a:p>
        </p:txBody>
      </p:sp>
      <p:sp>
        <p:nvSpPr>
          <p:cNvPr id="7" name="Obdélník 6">
            <a:extLst xmlns:a="http://schemas.openxmlformats.org/drawingml/2006/main">
              <a:ext uri="{FF2B5EF4-FFF2-40B4-BE49-F238E27FC236}">
                <a16:creationId xmlns:a16="http://schemas.microsoft.com/office/drawing/2014/main" id="{7C3AE9DF-6B02-F9C2-C929-CDF3EB616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6577" y="2581888"/>
            <a:ext cx="1277350" cy="12625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FF0000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n w="76200">
                <a:solidFill>
                  <a:schemeClr val="tx1"/>
                </a:solidFill>
              </a:ln>
            </a:endParaRPr>
          </a:p>
        </p:txBody>
      </p:sp>
      <p:sp>
        <p:nvSpPr>
          <p:cNvPr id="9" name="brand-rule">
            <a:extLst xmlns:a="http://schemas.openxmlformats.org/drawingml/2006/main">
              <a:ext uri="{FF2B5EF4-FFF2-40B4-BE49-F238E27FC236}">
                <a16:creationId xmlns:a16="http://schemas.microsoft.com/office/drawing/2014/main" id="{2B5A0BF1-6F8F-4D75-9BDB-21CE04604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5B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-5">
            <a:extLst xmlns:a="http://schemas.openxmlformats.org/drawingml/2006/main">
              <a:ext uri="{FF2B5EF4-FFF2-40B4-BE49-F238E27FC236}">
                <a16:creationId xmlns:a16="http://schemas.microsoft.com/office/drawing/2014/main" id="{42DAA0E2-E7F0-45A6-B834-258B723C4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4825"/>
            <a:ext cx="11239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00" b="1">
                <a:solidFill>
                  <a:srgbClr val="17324D"/>
                </a:solidFill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Vykazování péče podle domovského regionu pacienta</a:t>
            </a:r>
          </a:p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8C8169-6126-4057-B2C4-F2DD66B33BC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926bf5c3034b9c">
            <a:extLst>
              <a:ext uri="{96DAC541-7B7A-43D3-8B79-37D633B846F1}">
                <asvg:svgBlip xmlns:asvg="http://schemas.microsoft.com/office/drawing/2016/SVG/main" r:embed="R88c73af7a4e246d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47675" y="6343650"/>
            <a:ext cx="1504950" cy="409575"/>
          </a:xfrm>
          <a:prstGeom xmlns:a="http://schemas.openxmlformats.org/drawingml/2006/main" prst="rect">
            <a:avLst/>
          </a:prstGeom>
        </p:spPr>
      </p:pic>
      <p:sp>
        <p:nvSpPr>
          <p:cNvPr id="12" name="brand-rule">
            <a:extLst xmlns:a="http://schemas.openxmlformats.org/drawingml/2006/main">
              <a:ext uri="{FF2B5EF4-FFF2-40B4-BE49-F238E27FC236}">
                <a16:creationId xmlns:a16="http://schemas.microsoft.com/office/drawing/2014/main" id="{BED42449-C2F1-453D-967E-96A154A49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6448425"/>
            <a:ext cx="9191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-7">
            <a:extLst xmlns:a="http://schemas.openxmlformats.org/drawingml/2006/main">
              <a:ext uri="{FF2B5EF4-FFF2-40B4-BE49-F238E27FC236}">
                <a16:creationId xmlns:a16="http://schemas.microsoft.com/office/drawing/2014/main" id="{37AE4605-0062-4CFE-B879-249BCA77B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6419850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2677A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77A"/>
                </a:solidFill>
              </a:defRPr>
            </a:pPr>
            <a:r>
              <a:rPr sz="1275" b="0">
                <a:solidFill>
                  <a:srgbClr val="52677A"/>
                </a:solidFill>
              </a:rPr>
              <a:t>28</a:t>
            </a:r>
          </a:p>
        </p:txBody>
      </p:sp>
    </p:spTree>
    <p:extLst>
      <p:ext uri="{BB962C8B-B14F-4D97-AF65-F5344CB8AC3E}">
        <p14:creationId xmlns:p14="http://schemas.microsoft.com/office/powerpoint/2010/main" val="2004238058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ovéPole 4">
            <a:extLst xmlns:a="http://schemas.openxmlformats.org/drawingml/2006/main">
              <a:ext uri="{FF2B5EF4-FFF2-40B4-BE49-F238E27FC236}">
                <a16:creationId xmlns:a16="http://schemas.microsoft.com/office/drawing/2014/main" id="{21E4ED54-64CC-EAD9-2F07-14421F83F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0946" y="3515807"/>
            <a:ext cx="2014668" cy="47601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80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Díváme se, kde byl pacient léčen.</a:t>
            </a:r>
            <a:endParaRPr sz="1800"/>
          </a:p>
        </p:txBody>
      </p:sp>
      <p:pic>
        <p:nvPicPr>
          <p:cNvPr id="6" name="Obrázek 5">
            <a:extLst xmlns:a="http://schemas.openxmlformats.org/drawingml/2006/main">
              <a:ext uri="{FF2B5EF4-FFF2-40B4-BE49-F238E27FC236}">
                <a16:creationId xmlns:a16="http://schemas.microsoft.com/office/drawing/2014/main" id="{99A035FC-8AA4-4A36-ADB0-D4640AB7A09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9bf8b50f37490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84032" y="1522669"/>
            <a:ext cx="5147021" cy="4827331"/>
          </a:xfrm>
          <a:prstGeom xmlns:a="http://schemas.openxmlformats.org/drawingml/2006/main" prst="rect">
            <a:avLst/>
          </a:prstGeom>
        </p:spPr>
      </p:pic>
      <p:sp>
        <p:nvSpPr>
          <p:cNvPr id="8" name="Obdélník 7">
            <a:extLst xmlns:a="http://schemas.openxmlformats.org/drawingml/2006/main">
              <a:ext uri="{FF2B5EF4-FFF2-40B4-BE49-F238E27FC236}">
                <a16:creationId xmlns:a16="http://schemas.microsoft.com/office/drawing/2014/main" id="{0A036905-7DC3-0AF9-A52F-2E6583AB7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2439" y="4967946"/>
            <a:ext cx="1263660" cy="12863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FF0000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n w="76200">
                <a:solidFill>
                  <a:schemeClr val="tx1"/>
                </a:solidFill>
              </a:ln>
            </a:endParaRPr>
          </a:p>
        </p:txBody>
      </p:sp>
      <p:sp>
        <p:nvSpPr>
          <p:cNvPr id="9" name="Obdélník 8">
            <a:extLst xmlns:a="http://schemas.openxmlformats.org/drawingml/2006/main">
              <a:ext uri="{FF2B5EF4-FFF2-40B4-BE49-F238E27FC236}">
                <a16:creationId xmlns:a16="http://schemas.microsoft.com/office/drawing/2014/main" id="{91233FEB-A012-3B02-ECB3-DA01345DB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7157" y="1450000"/>
            <a:ext cx="1263660" cy="12863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FF0000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n w="76200">
                <a:solidFill>
                  <a:schemeClr val="tx1"/>
                </a:solidFill>
              </a:ln>
            </a:endParaRPr>
          </a:p>
        </p:txBody>
      </p:sp>
      <p:sp>
        <p:nvSpPr>
          <p:cNvPr id="10" name="brand-rule">
            <a:extLst xmlns:a="http://schemas.openxmlformats.org/drawingml/2006/main">
              <a:ext uri="{FF2B5EF4-FFF2-40B4-BE49-F238E27FC236}">
                <a16:creationId xmlns:a16="http://schemas.microsoft.com/office/drawing/2014/main" id="{1D793109-7F9F-44B3-B277-89BD8E107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5B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-4">
            <a:extLst xmlns:a="http://schemas.openxmlformats.org/drawingml/2006/main">
              <a:ext uri="{FF2B5EF4-FFF2-40B4-BE49-F238E27FC236}">
                <a16:creationId xmlns:a16="http://schemas.microsoft.com/office/drawing/2014/main" id="{5EF75D78-29DF-43AD-96DB-10E7068CB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4825"/>
            <a:ext cx="11239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00" b="1">
                <a:solidFill>
                  <a:srgbClr val="17324D"/>
                </a:solidFill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Vykazování péče podle regionu poskytovatele</a:t>
            </a:r>
          </a:p>
        </p:txBody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0BB156-83AE-4952-9428-8BE7067ACB1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31f40734f34d84">
            <a:extLst>
              <a:ext uri="{96DAC541-7B7A-43D3-8B79-37D633B846F1}">
                <asvg:svgBlip xmlns:asvg="http://schemas.microsoft.com/office/drawing/2016/SVG/main" r:embed="R8ba37d2e2d3f436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47675" y="6343650"/>
            <a:ext cx="1504950" cy="409575"/>
          </a:xfrm>
          <a:prstGeom xmlns:a="http://schemas.openxmlformats.org/drawingml/2006/main" prst="rect">
            <a:avLst/>
          </a:prstGeom>
        </p:spPr>
      </p:pic>
      <p:sp>
        <p:nvSpPr>
          <p:cNvPr id="13" name="brand-rule">
            <a:extLst xmlns:a="http://schemas.openxmlformats.org/drawingml/2006/main">
              <a:ext uri="{FF2B5EF4-FFF2-40B4-BE49-F238E27FC236}">
                <a16:creationId xmlns:a16="http://schemas.microsoft.com/office/drawing/2014/main" id="{473DA6B2-55B3-48FF-A32F-2C979569A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6448425"/>
            <a:ext cx="9191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-6">
            <a:extLst xmlns:a="http://schemas.openxmlformats.org/drawingml/2006/main">
              <a:ext uri="{FF2B5EF4-FFF2-40B4-BE49-F238E27FC236}">
                <a16:creationId xmlns:a16="http://schemas.microsoft.com/office/drawing/2014/main" id="{9EF04A0E-42BD-47A5-B236-9354BF925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6419850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2677A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77A"/>
                </a:solidFill>
              </a:defRPr>
            </a:pPr>
            <a:r>
              <a:rPr sz="1275" b="0">
                <a:solidFill>
                  <a:srgbClr val="52677A"/>
                </a:solidFill>
              </a:rPr>
              <a:t>29</a:t>
            </a:r>
          </a:p>
        </p:txBody>
      </p:sp>
    </p:spTree>
    <p:extLst>
      <p:ext uri="{BB962C8B-B14F-4D97-AF65-F5344CB8AC3E}">
        <p14:creationId xmlns:p14="http://schemas.microsoft.com/office/powerpoint/2010/main" val="4286092701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 3">
            <a:extLst xmlns:a="http://schemas.openxmlformats.org/drawingml/2006/main">
              <a:ext uri="{FF2B5EF4-FFF2-40B4-BE49-F238E27FC236}">
                <a16:creationId xmlns:a16="http://schemas.microsoft.com/office/drawing/2014/main" id="{F685DF58-75F0-6D55-D20C-1199343DD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9481" y="1895968"/>
            <a:ext cx="5215419" cy="65883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2800" kern="2800" baseline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3" name="Title 3">
            <a:extLst xmlns:a="http://schemas.openxmlformats.org/drawingml/2006/main">
              <a:ext uri="{FF2B5EF4-FFF2-40B4-BE49-F238E27FC236}">
                <a16:creationId xmlns:a16="http://schemas.microsoft.com/office/drawing/2014/main" id="{B708A476-DF96-5882-9AFD-45B1606AE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4228" y="1450000"/>
            <a:ext cx="5117407" cy="65883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 fontScale="97500"/>
          </a:bodyPr>
          <a:lstStyle xmlns:a="http://schemas.openxmlformats.org/drawingml/2006/main"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2800" kern="2800" baseline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endParaRPr/>
          </a:p>
        </p:txBody>
      </p:sp>
      <p:pic>
        <p:nvPicPr>
          <p:cNvPr id="2050" name="Picture 2">
            <a:extLst xmlns:a="http://schemas.openxmlformats.org/drawingml/2006/main">
              <a:ext uri="{FF2B5EF4-FFF2-40B4-BE49-F238E27FC236}">
                <a16:creationId xmlns:a16="http://schemas.microsoft.com/office/drawing/2014/main" id="{6E060C77-4970-4F16-9666-5202E0F8B0D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6590396ac1435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84883" y="2108831"/>
            <a:ext cx="5937636" cy="4241169"/>
          </a:xfrm>
          <a:prstGeom xmlns:a="http://schemas.openxmlformats.org/drawingml/2006/main" prst="rect">
            <a:avLst/>
          </a:prstGeom>
        </p:spPr>
      </p:pic>
      <p:sp>
        <p:nvSpPr>
          <p:cNvPr id="2051" name="brand-rule">
            <a:extLst xmlns:a="http://schemas.openxmlformats.org/drawingml/2006/main">
              <a:ext uri="{FF2B5EF4-FFF2-40B4-BE49-F238E27FC236}">
                <a16:creationId xmlns:a16="http://schemas.microsoft.com/office/drawing/2014/main" id="{CA5931D0-3397-43A1-AF73-153310A83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5B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52" name="text-3">
            <a:extLst xmlns:a="http://schemas.openxmlformats.org/drawingml/2006/main">
              <a:ext uri="{FF2B5EF4-FFF2-40B4-BE49-F238E27FC236}">
                <a16:creationId xmlns:a16="http://schemas.microsoft.com/office/drawing/2014/main" id="{62EB705C-D46D-47CB-B1B6-DF2F91BCF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4825"/>
            <a:ext cx="11239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00" b="1">
                <a:solidFill>
                  <a:srgbClr val="17324D"/>
                </a:solidFill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Karcinom prsu: Časy do léčby</a:t>
            </a:r>
          </a:p>
        </p:txBody>
      </p:sp>
      <p:pic>
        <p:nvPicPr>
          <p:cNvPr id="2053" name="">
            <a:extLst xmlns:a="http://schemas.openxmlformats.org/drawingml/2006/main">
              <a:ext uri="{FF2B5EF4-FFF2-40B4-BE49-F238E27FC236}">
                <a16:creationId xmlns:a16="http://schemas.microsoft.com/office/drawing/2014/main" id="{E2F3CDB6-488A-4910-840C-5103FAF92BC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fca236cc5a4817">
            <a:extLst>
              <a:ext uri="{96DAC541-7B7A-43D3-8B79-37D633B846F1}">
                <asvg:svgBlip xmlns:asvg="http://schemas.microsoft.com/office/drawing/2016/SVG/main" r:embed="R4fd21b8e7746453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47675" y="6343650"/>
            <a:ext cx="1504950" cy="409575"/>
          </a:xfrm>
          <a:prstGeom xmlns:a="http://schemas.openxmlformats.org/drawingml/2006/main" prst="rect">
            <a:avLst/>
          </a:prstGeom>
        </p:spPr>
      </p:pic>
      <p:sp>
        <p:nvSpPr>
          <p:cNvPr id="2054" name="brand-rule">
            <a:extLst xmlns:a="http://schemas.openxmlformats.org/drawingml/2006/main">
              <a:ext uri="{FF2B5EF4-FFF2-40B4-BE49-F238E27FC236}">
                <a16:creationId xmlns:a16="http://schemas.microsoft.com/office/drawing/2014/main" id="{DC4C3827-20A1-4CD9-ABA2-D40C4B992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6448425"/>
            <a:ext cx="9191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55" name="text-5">
            <a:extLst xmlns:a="http://schemas.openxmlformats.org/drawingml/2006/main">
              <a:ext uri="{FF2B5EF4-FFF2-40B4-BE49-F238E27FC236}">
                <a16:creationId xmlns:a16="http://schemas.microsoft.com/office/drawing/2014/main" id="{3DE2E28F-2947-4BA0-A2DA-EBA31088B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6419850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2677A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77A"/>
                </a:solidFill>
              </a:defRPr>
            </a:pPr>
            <a:r>
              <a:rPr sz="1275" b="0">
                <a:solidFill>
                  <a:srgbClr val="52677A"/>
                </a:solidFill>
              </a:rPr>
              <a:t>30</a:t>
            </a:r>
          </a:p>
        </p:txBody>
      </p:sp>
    </p:spTree>
    <p:extLst>
      <p:ext uri="{BB962C8B-B14F-4D97-AF65-F5344CB8AC3E}">
        <p14:creationId xmlns:p14="http://schemas.microsoft.com/office/powerpoint/2010/main" val="425311958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Obrázek 5">
            <a:extLst xmlns:a="http://schemas.openxmlformats.org/drawingml/2006/main">
              <a:ext uri="{FF2B5EF4-FFF2-40B4-BE49-F238E27FC236}">
                <a16:creationId xmlns:a16="http://schemas.microsoft.com/office/drawing/2014/main" id="{091E33B3-DE87-4B58-9AA5-CAA656F87EF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1c05ec40cf4f1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1000" y="1891144"/>
            <a:ext cx="5626592" cy="3948486"/>
          </a:xfrm>
          <a:prstGeom xmlns:a="http://schemas.openxmlformats.org/drawingml/2006/main" prst="rect">
            <a:avLst/>
          </a:prstGeom>
        </p:spPr>
      </p:pic>
      <p:pic>
        <p:nvPicPr>
          <p:cNvPr id="3" name="Obrázek 2">
            <a:extLst xmlns:a="http://schemas.openxmlformats.org/drawingml/2006/main">
              <a:ext uri="{FF2B5EF4-FFF2-40B4-BE49-F238E27FC236}">
                <a16:creationId xmlns:a16="http://schemas.microsoft.com/office/drawing/2014/main" id="{C607DF87-D0E2-429A-8FEF-CABA2C3CA5D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8c9f2604d44fd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16320" y="1960370"/>
            <a:ext cx="7354680" cy="3064450"/>
          </a:xfrm>
          <a:prstGeom xmlns:a="http://schemas.openxmlformats.org/drawingml/2006/main" prst="rect">
            <a:avLst/>
          </a:prstGeom>
        </p:spPr>
      </p:pic>
      <p:pic>
        <p:nvPicPr>
          <p:cNvPr id="5" name="Obrázek 4">
            <a:extLst xmlns:a="http://schemas.openxmlformats.org/drawingml/2006/main">
              <a:ext uri="{FF2B5EF4-FFF2-40B4-BE49-F238E27FC236}">
                <a16:creationId xmlns:a16="http://schemas.microsoft.com/office/drawing/2014/main" id="{C4FEFC88-3306-4220-9397-F9FBBB8B187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9c81ed259f47c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82380" y="5141016"/>
            <a:ext cx="1565212" cy="767840"/>
          </a:xfrm>
          <a:prstGeom xmlns:a="http://schemas.openxmlformats.org/drawingml/2006/main" prst="rect">
            <a:avLst/>
          </a:prstGeom>
        </p:spPr>
      </p:pic>
      <p:sp>
        <p:nvSpPr>
          <p:cNvPr id="7" name="brand-rule">
            <a:extLst xmlns:a="http://schemas.openxmlformats.org/drawingml/2006/main">
              <a:ext uri="{FF2B5EF4-FFF2-40B4-BE49-F238E27FC236}">
                <a16:creationId xmlns:a16="http://schemas.microsoft.com/office/drawing/2014/main" id="{39865C4A-19EF-4EC8-A4F2-E64F7E426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5B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-1">
            <a:extLst xmlns:a="http://schemas.openxmlformats.org/drawingml/2006/main">
              <a:ext uri="{FF2B5EF4-FFF2-40B4-BE49-F238E27FC236}">
                <a16:creationId xmlns:a16="http://schemas.microsoft.com/office/drawing/2014/main" id="{EB18E982-AF0D-4EC7-8EE5-3A7B4D85F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4825"/>
            <a:ext cx="11239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00" b="1">
                <a:solidFill>
                  <a:srgbClr val="17324D"/>
                </a:solidFill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PDL-1 testováni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0C2247-5176-4A9D-A72D-22D5AB26B11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a376593e964dd2">
            <a:extLst>
              <a:ext uri="{96DAC541-7B7A-43D3-8B79-37D633B846F1}">
                <asvg:svgBlip xmlns:asvg="http://schemas.microsoft.com/office/drawing/2016/SVG/main" r:embed="R87c814267b80499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47675" y="6343650"/>
            <a:ext cx="1504950" cy="409575"/>
          </a:xfrm>
          <a:prstGeom xmlns:a="http://schemas.openxmlformats.org/drawingml/2006/main" prst="rect">
            <a:avLst/>
          </a:prstGeom>
        </p:spPr>
      </p:pic>
      <p:sp>
        <p:nvSpPr>
          <p:cNvPr id="10" name="brand-rule">
            <a:extLst xmlns:a="http://schemas.openxmlformats.org/drawingml/2006/main">
              <a:ext uri="{FF2B5EF4-FFF2-40B4-BE49-F238E27FC236}">
                <a16:creationId xmlns:a16="http://schemas.microsoft.com/office/drawing/2014/main" id="{F8F9BE2F-8C20-4398-9FD7-74E86BB37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6448425"/>
            <a:ext cx="9191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-3">
            <a:extLst xmlns:a="http://schemas.openxmlformats.org/drawingml/2006/main">
              <a:ext uri="{FF2B5EF4-FFF2-40B4-BE49-F238E27FC236}">
                <a16:creationId xmlns:a16="http://schemas.microsoft.com/office/drawing/2014/main" id="{933393E0-C735-4B61-BEC9-C22D3E1C8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6419850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2677A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77A"/>
                </a:solidFill>
              </a:defRPr>
            </a:pPr>
            <a:r>
              <a:rPr sz="1275" b="0">
                <a:solidFill>
                  <a:srgbClr val="52677A"/>
                </a:solidFill>
              </a:rPr>
              <a:t>31</a:t>
            </a:r>
          </a:p>
        </p:txBody>
      </p:sp>
    </p:spTree>
    <p:extLst>
      <p:ext uri="{BB962C8B-B14F-4D97-AF65-F5344CB8AC3E}">
        <p14:creationId xmlns:p14="http://schemas.microsoft.com/office/powerpoint/2010/main" val="934242941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Picture 5">
            <a:extLst xmlns:a="http://schemas.openxmlformats.org/drawingml/2006/main">
              <a:ext uri="{FF2B5EF4-FFF2-40B4-BE49-F238E27FC236}">
                <a16:creationId xmlns:a16="http://schemas.microsoft.com/office/drawing/2014/main" id="{62C81561-552D-4091-A7F6-378F5AC7B86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74794acf58415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1000" y="2689053"/>
            <a:ext cx="11150000" cy="3539682"/>
          </a:xfrm>
          <a:prstGeom xmlns:a="http://schemas.openxmlformats.org/drawingml/2006/main" prst="rect">
            <a:avLst/>
          </a:prstGeom>
        </p:spPr>
      </p:pic>
      <p:sp>
        <p:nvSpPr>
          <p:cNvPr id="7" name="Title 3">
            <a:extLst xmlns:a="http://schemas.openxmlformats.org/drawingml/2006/main">
              <a:ext uri="{FF2B5EF4-FFF2-40B4-BE49-F238E27FC236}">
                <a16:creationId xmlns:a16="http://schemas.microsoft.com/office/drawing/2014/main" id="{46D9C68C-E8D2-7561-3713-2043192FE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81125"/>
            <a:ext cx="104775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 fontScale="100000"/>
          </a:bodyPr>
          <a:lstStyle xmlns:a="http://schemas.openxmlformats.org/drawingml/2006/main">
            <a:defPPr>
              <a:defRPr sz="2025"/>
            </a:defPPr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2800" kern="2800" baseline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r>
              <a:rPr sz="2025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Implementované jako léčebné plány do NIS</a:t>
            </a:r>
          </a:p>
        </p:txBody>
      </p:sp>
      <p:sp>
        <p:nvSpPr>
          <p:cNvPr id="8" name="brand-rule">
            <a:extLst xmlns:a="http://schemas.openxmlformats.org/drawingml/2006/main">
              <a:ext uri="{FF2B5EF4-FFF2-40B4-BE49-F238E27FC236}">
                <a16:creationId xmlns:a16="http://schemas.microsoft.com/office/drawing/2014/main" id="{8CDF5C5A-227F-41A1-9889-C3C481326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5B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-2">
            <a:extLst xmlns:a="http://schemas.openxmlformats.org/drawingml/2006/main">
              <a:ext uri="{FF2B5EF4-FFF2-40B4-BE49-F238E27FC236}">
                <a16:creationId xmlns:a16="http://schemas.microsoft.com/office/drawing/2014/main" id="{A792F42E-8A5D-4EEF-B4EB-1C10AF7FB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4825"/>
            <a:ext cx="11239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00" b="1">
                <a:solidFill>
                  <a:srgbClr val="17324D"/>
                </a:solidFill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Mohou pomoci algoritmy péče?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C0F10B-ABE4-4D5C-B8EE-760A0440FB9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03ffbcf023419b">
            <a:extLst>
              <a:ext uri="{96DAC541-7B7A-43D3-8B79-37D633B846F1}">
                <asvg:svgBlip xmlns:asvg="http://schemas.microsoft.com/office/drawing/2016/SVG/main" r:embed="R7551e8b42a3744f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47675" y="6343650"/>
            <a:ext cx="1504950" cy="409575"/>
          </a:xfrm>
          <a:prstGeom xmlns:a="http://schemas.openxmlformats.org/drawingml/2006/main" prst="rect">
            <a:avLst/>
          </a:prstGeom>
        </p:spPr>
      </p:pic>
      <p:sp>
        <p:nvSpPr>
          <p:cNvPr id="11" name="brand-rule">
            <a:extLst xmlns:a="http://schemas.openxmlformats.org/drawingml/2006/main">
              <a:ext uri="{FF2B5EF4-FFF2-40B4-BE49-F238E27FC236}">
                <a16:creationId xmlns:a16="http://schemas.microsoft.com/office/drawing/2014/main" id="{D0066465-72F4-4429-8A5A-F69010323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6448425"/>
            <a:ext cx="9191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-4">
            <a:extLst xmlns:a="http://schemas.openxmlformats.org/drawingml/2006/main">
              <a:ext uri="{FF2B5EF4-FFF2-40B4-BE49-F238E27FC236}">
                <a16:creationId xmlns:a16="http://schemas.microsoft.com/office/drawing/2014/main" id="{A2D9C7C4-03DA-4953-8821-611478FC5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6419850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2677A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77A"/>
                </a:solidFill>
              </a:defRPr>
            </a:pPr>
            <a:r>
              <a:rPr sz="1275" b="0">
                <a:solidFill>
                  <a:srgbClr val="52677A"/>
                </a:solidFill>
              </a:rPr>
              <a:t>32</a:t>
            </a:r>
          </a:p>
        </p:txBody>
      </p:sp>
    </p:spTree>
    <p:extLst>
      <p:ext uri="{BB962C8B-B14F-4D97-AF65-F5344CB8AC3E}">
        <p14:creationId xmlns:p14="http://schemas.microsoft.com/office/powerpoint/2010/main" val="3103356536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brand-rule">
            <a:extLst xmlns:a="http://schemas.openxmlformats.org/drawingml/2006/main">
              <a:ext uri="{FF2B5EF4-FFF2-40B4-BE49-F238E27FC236}">
                <a16:creationId xmlns:a16="http://schemas.microsoft.com/office/drawing/2014/main" id="{602FB95C-279D-4528-BC8D-D1B3EDC2B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5B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5007B5A9-DC0D-496B-BF4B-66B94CB68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4825"/>
            <a:ext cx="11239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00" b="1">
                <a:solidFill>
                  <a:srgbClr val="17324D"/>
                </a:solidFill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Která část péče potřebuje centrum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FA8B19-AE5A-44C0-93AC-1D4EAFF014F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6a38f270944caa">
            <a:extLst>
              <a:ext uri="{96DAC541-7B7A-43D3-8B79-37D633B846F1}">
                <asvg:svgBlip xmlns:asvg="http://schemas.microsoft.com/office/drawing/2016/SVG/main" r:embed="R8d5a1bd999c2448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47675" y="6343650"/>
            <a:ext cx="1504950" cy="409575"/>
          </a:xfrm>
          <a:prstGeom xmlns:a="http://schemas.openxmlformats.org/drawingml/2006/main" prst="rect">
            <a:avLst/>
          </a:prstGeom>
        </p:spPr>
      </p:pic>
      <p:sp>
        <p:nvSpPr>
          <p:cNvPr id="4" name="brand-rule">
            <a:extLst xmlns:a="http://schemas.openxmlformats.org/drawingml/2006/main">
              <a:ext uri="{FF2B5EF4-FFF2-40B4-BE49-F238E27FC236}">
                <a16:creationId xmlns:a16="http://schemas.microsoft.com/office/drawing/2014/main" id="{EEE675C1-6F14-4F34-86DB-1C36E9507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6448425"/>
            <a:ext cx="9191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ABB4D524-4453-4CD3-8864-21BC7F5BF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90675"/>
            <a:ext cx="5334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1">
                <a:solidFill>
                  <a:srgbClr val="0065BD"/>
                </a:solidFill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0065BD"/>
                </a:solidFill>
              </a:defRPr>
            </a:pPr>
            <a:r>
              <a:rPr sz="2175" b="1">
                <a:solidFill>
                  <a:srgbClr val="0065BD"/>
                </a:solidFill>
              </a:rPr>
              <a:t>KOC</a:t>
            </a:r>
          </a:p>
        </p:txBody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49310517-DBE2-4BA8-B4B7-008BFCECD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190750"/>
            <a:ext cx="5286375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17324D"/>
                </a:solidFill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7324D"/>
                </a:solidFill>
              </a:defRPr>
            </a:pPr>
            <a:r>
              <a:rPr sz="1875" b="0">
                <a:solidFill>
                  <a:srgbClr val="17324D"/>
                </a:solidFill>
              </a:rPr>
              <a:t>Složitá diagnostika a odborné rozhodování.</a:t>
            </a:r>
          </a:p>
        </p:txBody>
      </p:sp>
      <p:sp>
        <p:nvSpPr>
          <p:cNvPr id="7" name="text-5">
            <a:extLst xmlns:a="http://schemas.openxmlformats.org/drawingml/2006/main">
              <a:ext uri="{FF2B5EF4-FFF2-40B4-BE49-F238E27FC236}">
                <a16:creationId xmlns:a16="http://schemas.microsoft.com/office/drawing/2014/main" id="{E854A69D-C0CF-4D35-AFF8-8EEFDA1DE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33750"/>
            <a:ext cx="5286375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17324D"/>
                </a:solidFill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7324D"/>
                </a:solidFill>
              </a:defRPr>
            </a:pPr>
            <a:r>
              <a:rPr sz="1875" b="0">
                <a:solidFill>
                  <a:srgbClr val="17324D"/>
                </a:solidFill>
              </a:rPr>
              <a:t>Vysoce specializované výkony a léčba vyžadující vybavení či zkušenost centra.</a:t>
            </a:r>
          </a:p>
        </p:txBody>
      </p:sp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F209FCE3-462E-44A7-96E8-087D87755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476750"/>
            <a:ext cx="5286375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17324D"/>
                </a:solidFill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7324D"/>
                </a:solidFill>
              </a:defRPr>
            </a:pPr>
            <a:r>
              <a:rPr sz="1875" b="0">
                <a:solidFill>
                  <a:srgbClr val="17324D"/>
                </a:solidFill>
              </a:rPr>
              <a:t>Řešení situací, které přesahují možnosti regionu.</a:t>
            </a:r>
          </a:p>
        </p:txBody>
      </p:sp>
      <p:sp>
        <p:nvSpPr>
          <p:cNvPr id="9" name="text-7">
            <a:extLst xmlns:a="http://schemas.openxmlformats.org/drawingml/2006/main">
              <a:ext uri="{FF2B5EF4-FFF2-40B4-BE49-F238E27FC236}">
                <a16:creationId xmlns:a16="http://schemas.microsoft.com/office/drawing/2014/main" id="{D878BA2A-3E15-48BA-AA98-D3BBD5B84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590675"/>
            <a:ext cx="5334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1">
                <a:solidFill>
                  <a:srgbClr val="0065BD"/>
                </a:solidFill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0065BD"/>
                </a:solidFill>
              </a:defRPr>
            </a:pPr>
            <a:r>
              <a:rPr sz="2175" b="1">
                <a:solidFill>
                  <a:srgbClr val="0065BD"/>
                </a:solidFill>
              </a:rPr>
              <a:t>Regionální péče</a:t>
            </a:r>
          </a:p>
        </p:txBody>
      </p:sp>
      <p:sp>
        <p:nvSpPr>
          <p:cNvPr id="10" name="text-8">
            <a:extLst xmlns:a="http://schemas.openxmlformats.org/drawingml/2006/main">
              <a:ext uri="{FF2B5EF4-FFF2-40B4-BE49-F238E27FC236}">
                <a16:creationId xmlns:a16="http://schemas.microsoft.com/office/drawing/2014/main" id="{8A9745EB-D67E-4608-9ACA-29FF464BD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190750"/>
            <a:ext cx="5286375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17324D"/>
                </a:solidFill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7324D"/>
                </a:solidFill>
              </a:defRPr>
            </a:pPr>
            <a:r>
              <a:rPr sz="1875" b="0">
                <a:solidFill>
                  <a:srgbClr val="17324D"/>
                </a:solidFill>
              </a:rPr>
              <a:t>Kontroly a dlouhodobé sledování vhodných pacientů.</a:t>
            </a:r>
          </a:p>
        </p:txBody>
      </p:sp>
      <p:sp>
        <p:nvSpPr>
          <p:cNvPr id="11" name="text-9">
            <a:extLst xmlns:a="http://schemas.openxmlformats.org/drawingml/2006/main">
              <a:ext uri="{FF2B5EF4-FFF2-40B4-BE49-F238E27FC236}">
                <a16:creationId xmlns:a16="http://schemas.microsoft.com/office/drawing/2014/main" id="{46FF5839-4BD2-40EA-A6BA-AB30C0C1C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333750"/>
            <a:ext cx="5286375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17324D"/>
                </a:solidFill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7324D"/>
                </a:solidFill>
              </a:defRPr>
            </a:pPr>
            <a:r>
              <a:rPr sz="1875" b="0">
                <a:solidFill>
                  <a:srgbClr val="17324D"/>
                </a:solidFill>
              </a:rPr>
              <a:t>Vybrané části léčby a preskripce v rozsahu oprávnění a dohod.</a:t>
            </a:r>
          </a:p>
        </p:txBody>
      </p:sp>
      <p:sp>
        <p:nvSpPr>
          <p:cNvPr id="12" name="text-10">
            <a:extLst xmlns:a="http://schemas.openxmlformats.org/drawingml/2006/main">
              <a:ext uri="{FF2B5EF4-FFF2-40B4-BE49-F238E27FC236}">
                <a16:creationId xmlns:a16="http://schemas.microsoft.com/office/drawing/2014/main" id="{E3BF96A1-C903-4024-84C7-EBE20C20A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476750"/>
            <a:ext cx="5286375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17324D"/>
                </a:solidFill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7324D"/>
                </a:solidFill>
              </a:defRPr>
            </a:pPr>
            <a:r>
              <a:rPr sz="1875" b="0">
                <a:solidFill>
                  <a:srgbClr val="17324D"/>
                </a:solidFill>
              </a:rPr>
              <a:t>Péče blíže bydlišti s dostupnou konzultací centra.</a:t>
            </a:r>
          </a:p>
        </p:txBody>
      </p:sp>
      <p:sp>
        <p:nvSpPr>
          <p:cNvPr id="13" name="text-11">
            <a:extLst xmlns:a="http://schemas.openxmlformats.org/drawingml/2006/main">
              <a:ext uri="{FF2B5EF4-FFF2-40B4-BE49-F238E27FC236}">
                <a16:creationId xmlns:a16="http://schemas.microsoft.com/office/drawing/2014/main" id="{F61A3F10-C317-4049-A79A-8A123946D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810250"/>
            <a:ext cx="11144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0">
                <a:solidFill>
                  <a:srgbClr val="52677A"/>
                </a:solidFill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52677A"/>
                </a:solidFill>
              </a:defRPr>
            </a:pPr>
            <a:r>
              <a:rPr sz="1500" b="0">
                <a:solidFill>
                  <a:srgbClr val="52677A"/>
                </a:solidFill>
              </a:rPr>
              <a:t>Místo péče se posuzuje pro konkrétní výkon a fázi onemocnění. Rozhoduje klinický tým spolu s pacientem.</a:t>
            </a:r>
          </a:p>
        </p:txBody>
      </p:sp>
      <p:sp>
        <p:nvSpPr>
          <p:cNvPr id="14" name="text-12">
            <a:extLst xmlns:a="http://schemas.openxmlformats.org/drawingml/2006/main">
              <a:ext uri="{FF2B5EF4-FFF2-40B4-BE49-F238E27FC236}">
                <a16:creationId xmlns:a16="http://schemas.microsoft.com/office/drawing/2014/main" id="{7ED8B370-8185-493A-B5A3-A6E418470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6419850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2677A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77A"/>
                </a:solidFill>
              </a:defRPr>
            </a:pPr>
            <a:r>
              <a:rPr sz="1275" b="0">
                <a:solidFill>
                  <a:srgbClr val="52677A"/>
                </a:solidFill>
              </a:rPr>
              <a:t>33</a:t>
            </a:r>
          </a:p>
        </p:txBody>
      </p:sp>
    </p:spTree>
    <p:extLst>
      <p:ext uri="{BB962C8B-B14F-4D97-AF65-F5344CB8AC3E}">
        <p14:creationId xmlns:p14="http://schemas.microsoft.com/office/powerpoint/2010/main" val="456137308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brand-rule">
            <a:extLst xmlns:a="http://schemas.openxmlformats.org/drawingml/2006/main">
              <a:ext uri="{FF2B5EF4-FFF2-40B4-BE49-F238E27FC236}">
                <a16:creationId xmlns:a16="http://schemas.microsoft.com/office/drawing/2014/main" id="{2B7B3A0D-4E5E-4236-8B03-F95B5EA12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5B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DEF30DA0-CFAE-4DED-9B37-96C9C6CD4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4825"/>
            <a:ext cx="11239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00" b="1">
                <a:solidFill>
                  <a:srgbClr val="17324D"/>
                </a:solidFill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Bezpečné předání mezi KOC a regionem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9A174E-DEB1-4856-888E-FF9EE391169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33765a1fe54a87">
            <a:extLst>
              <a:ext uri="{96DAC541-7B7A-43D3-8B79-37D633B846F1}">
                <asvg:svgBlip xmlns:asvg="http://schemas.microsoft.com/office/drawing/2016/SVG/main" r:embed="Ra30fa7695cbb473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47675" y="6343650"/>
            <a:ext cx="1504950" cy="409575"/>
          </a:xfrm>
          <a:prstGeom xmlns:a="http://schemas.openxmlformats.org/drawingml/2006/main" prst="rect">
            <a:avLst/>
          </a:prstGeom>
        </p:spPr>
      </p:pic>
      <p:sp>
        <p:nvSpPr>
          <p:cNvPr id="4" name="brand-rule">
            <a:extLst xmlns:a="http://schemas.openxmlformats.org/drawingml/2006/main">
              <a:ext uri="{FF2B5EF4-FFF2-40B4-BE49-F238E27FC236}">
                <a16:creationId xmlns:a16="http://schemas.microsoft.com/office/drawing/2014/main" id="{8A677FFB-C2B3-459F-8811-485BD8F9F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6448425"/>
            <a:ext cx="9191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DAD2C879-2E23-4A75-9719-E2B0A18C5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19250"/>
            <a:ext cx="2571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4800" b="1">
                <a:solidFill>
                  <a:srgbClr val="0065BD"/>
                </a:solidFill>
              </a:defRPr>
            </a:defPPr>
          </a:lstStyle>
          <a:p xmlns:a="http://schemas.openxmlformats.org/drawingml/2006/main">
            <a:pPr>
              <a:defRPr sz="4800" b="1">
                <a:solidFill>
                  <a:srgbClr val="0065BD"/>
                </a:solidFill>
              </a:defRPr>
            </a:pPr>
            <a:r>
              <a:rPr sz="4800" b="1">
                <a:solidFill>
                  <a:srgbClr val="0065BD"/>
                </a:solidFill>
              </a:rPr>
              <a:t>01</a:t>
            </a:r>
          </a:p>
        </p:txBody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EDBC060A-6762-42CA-8830-E6449F055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19375"/>
            <a:ext cx="26003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17324D"/>
                </a:solidFill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7324D"/>
                </a:solidFill>
              </a:defRPr>
            </a:pPr>
            <a:r>
              <a:rPr sz="2100" b="1">
                <a:solidFill>
                  <a:srgbClr val="17324D"/>
                </a:solidFill>
              </a:rPr>
              <a:t>Posouzení</a:t>
            </a:r>
          </a:p>
        </p:txBody>
      </p:sp>
      <p:sp>
        <p:nvSpPr>
          <p:cNvPr id="7" name="text-5">
            <a:extLst xmlns:a="http://schemas.openxmlformats.org/drawingml/2006/main">
              <a:ext uri="{FF2B5EF4-FFF2-40B4-BE49-F238E27FC236}">
                <a16:creationId xmlns:a16="http://schemas.microsoft.com/office/drawing/2014/main" id="{ACD019A5-9B1A-496B-9994-024EA482F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19500"/>
            <a:ext cx="25717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17324D"/>
                </a:solidFill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7324D"/>
                </a:solidFill>
              </a:defRPr>
            </a:pPr>
            <a:r>
              <a:rPr sz="1800" b="0">
                <a:solidFill>
                  <a:srgbClr val="17324D"/>
                </a:solidFill>
              </a:rPr>
              <a:t>Lékař určí vhodnou část péče a podmínky předání.</a:t>
            </a:r>
          </a:p>
        </p:txBody>
      </p:sp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68B2414D-AD07-483E-BAC0-54745FA4D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1619250"/>
            <a:ext cx="2571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4800" b="1">
                <a:solidFill>
                  <a:srgbClr val="0065BD"/>
                </a:solidFill>
              </a:defRPr>
            </a:defPPr>
          </a:lstStyle>
          <a:p xmlns:a="http://schemas.openxmlformats.org/drawingml/2006/main">
            <a:pPr>
              <a:defRPr sz="4800" b="1">
                <a:solidFill>
                  <a:srgbClr val="0065BD"/>
                </a:solidFill>
              </a:defRPr>
            </a:pPr>
            <a:r>
              <a:rPr sz="4800" b="1">
                <a:solidFill>
                  <a:srgbClr val="0065BD"/>
                </a:solidFill>
              </a:rPr>
              <a:t>02</a:t>
            </a:r>
          </a:p>
        </p:txBody>
      </p:sp>
      <p:sp>
        <p:nvSpPr>
          <p:cNvPr id="9" name="text-7">
            <a:extLst xmlns:a="http://schemas.openxmlformats.org/drawingml/2006/main">
              <a:ext uri="{FF2B5EF4-FFF2-40B4-BE49-F238E27FC236}">
                <a16:creationId xmlns:a16="http://schemas.microsoft.com/office/drawing/2014/main" id="{8D9B2333-F81C-4D77-A9C2-2906D2F32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2619375"/>
            <a:ext cx="26003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17324D"/>
                </a:solidFill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7324D"/>
                </a:solidFill>
              </a:defRPr>
            </a:pPr>
            <a:r>
              <a:rPr sz="2100" b="1">
                <a:solidFill>
                  <a:srgbClr val="17324D"/>
                </a:solidFill>
              </a:rPr>
              <a:t>Převzetí</a:t>
            </a:r>
          </a:p>
        </p:txBody>
      </p:sp>
      <p:sp>
        <p:nvSpPr>
          <p:cNvPr id="10" name="text-8">
            <a:extLst xmlns:a="http://schemas.openxmlformats.org/drawingml/2006/main">
              <a:ext uri="{FF2B5EF4-FFF2-40B4-BE49-F238E27FC236}">
                <a16:creationId xmlns:a16="http://schemas.microsoft.com/office/drawing/2014/main" id="{38226CFF-9F13-43E4-9CA1-356A46135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3619500"/>
            <a:ext cx="25717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17324D"/>
                </a:solidFill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7324D"/>
                </a:solidFill>
              </a:defRPr>
            </a:pPr>
            <a:r>
              <a:rPr sz="1800" b="0">
                <a:solidFill>
                  <a:srgbClr val="17324D"/>
                </a:solidFill>
              </a:rPr>
              <a:t>Region potvrdí kapacitu, kompetenci a termín.</a:t>
            </a:r>
          </a:p>
        </p:txBody>
      </p:sp>
      <p:sp>
        <p:nvSpPr>
          <p:cNvPr id="11" name="text-9">
            <a:extLst xmlns:a="http://schemas.openxmlformats.org/drawingml/2006/main">
              <a:ext uri="{FF2B5EF4-FFF2-40B4-BE49-F238E27FC236}">
                <a16:creationId xmlns:a16="http://schemas.microsoft.com/office/drawing/2014/main" id="{2D7AC145-1842-4663-842C-44922E9B9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619250"/>
            <a:ext cx="2571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4800" b="1">
                <a:solidFill>
                  <a:srgbClr val="0065BD"/>
                </a:solidFill>
              </a:defRPr>
            </a:defPPr>
          </a:lstStyle>
          <a:p xmlns:a="http://schemas.openxmlformats.org/drawingml/2006/main">
            <a:pPr>
              <a:defRPr sz="4800" b="1">
                <a:solidFill>
                  <a:srgbClr val="0065BD"/>
                </a:solidFill>
              </a:defRPr>
            </a:pPr>
            <a:r>
              <a:rPr sz="4800" b="1">
                <a:solidFill>
                  <a:srgbClr val="0065BD"/>
                </a:solidFill>
              </a:rPr>
              <a:t>03</a:t>
            </a:r>
          </a:p>
        </p:txBody>
      </p:sp>
      <p:sp>
        <p:nvSpPr>
          <p:cNvPr id="12" name="text-10">
            <a:extLst xmlns:a="http://schemas.openxmlformats.org/drawingml/2006/main">
              <a:ext uri="{FF2B5EF4-FFF2-40B4-BE49-F238E27FC236}">
                <a16:creationId xmlns:a16="http://schemas.microsoft.com/office/drawing/2014/main" id="{D468FFB8-AE98-4410-8347-5883EA7E5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619375"/>
            <a:ext cx="26003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17324D"/>
                </a:solidFill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7324D"/>
                </a:solidFill>
              </a:defRPr>
            </a:pPr>
            <a:r>
              <a:rPr sz="2100" b="1">
                <a:solidFill>
                  <a:srgbClr val="17324D"/>
                </a:solidFill>
              </a:rPr>
              <a:t>Společný plán</a:t>
            </a:r>
          </a:p>
        </p:txBody>
      </p:sp>
      <p:sp>
        <p:nvSpPr>
          <p:cNvPr id="13" name="text-11">
            <a:extLst xmlns:a="http://schemas.openxmlformats.org/drawingml/2006/main">
              <a:ext uri="{FF2B5EF4-FFF2-40B4-BE49-F238E27FC236}">
                <a16:creationId xmlns:a16="http://schemas.microsoft.com/office/drawing/2014/main" id="{55CC0BAF-67F4-44DF-949A-CF7668B9A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619500"/>
            <a:ext cx="25717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17324D"/>
                </a:solidFill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7324D"/>
                </a:solidFill>
              </a:defRPr>
            </a:pPr>
            <a:r>
              <a:rPr sz="1800" b="0">
                <a:solidFill>
                  <a:srgbClr val="17324D"/>
                </a:solidFill>
              </a:rPr>
              <a:t>Jasná odpovědnost, kontroly a dostupné podklady.</a:t>
            </a:r>
          </a:p>
        </p:txBody>
      </p:sp>
      <p:sp>
        <p:nvSpPr>
          <p:cNvPr id="14" name="text-12">
            <a:extLst xmlns:a="http://schemas.openxmlformats.org/drawingml/2006/main">
              <a:ext uri="{FF2B5EF4-FFF2-40B4-BE49-F238E27FC236}">
                <a16:creationId xmlns:a16="http://schemas.microsoft.com/office/drawing/2014/main" id="{FEBD54E7-8F15-4953-A1C5-276600DBA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1619250"/>
            <a:ext cx="2571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4800" b="1">
                <a:solidFill>
                  <a:srgbClr val="0065BD"/>
                </a:solidFill>
              </a:defRPr>
            </a:defPPr>
          </a:lstStyle>
          <a:p xmlns:a="http://schemas.openxmlformats.org/drawingml/2006/main">
            <a:pPr>
              <a:defRPr sz="4800" b="1">
                <a:solidFill>
                  <a:srgbClr val="0065BD"/>
                </a:solidFill>
              </a:defRPr>
            </a:pPr>
            <a:r>
              <a:rPr sz="4800" b="1">
                <a:solidFill>
                  <a:srgbClr val="0065BD"/>
                </a:solidFill>
              </a:rPr>
              <a:t>04</a:t>
            </a:r>
          </a:p>
        </p:txBody>
      </p:sp>
      <p:sp>
        <p:nvSpPr>
          <p:cNvPr id="15" name="text-13">
            <a:extLst xmlns:a="http://schemas.openxmlformats.org/drawingml/2006/main">
              <a:ext uri="{FF2B5EF4-FFF2-40B4-BE49-F238E27FC236}">
                <a16:creationId xmlns:a16="http://schemas.microsoft.com/office/drawing/2014/main" id="{55CD1EFC-E1B6-4471-8788-ACF9A4E54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2619375"/>
            <a:ext cx="26003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17324D"/>
                </a:solidFill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7324D"/>
                </a:solidFill>
              </a:defRPr>
            </a:pPr>
            <a:r>
              <a:rPr sz="2100" b="1">
                <a:solidFill>
                  <a:srgbClr val="17324D"/>
                </a:solidFill>
              </a:rPr>
              <a:t>Návrat do KOC</a:t>
            </a:r>
          </a:p>
        </p:txBody>
      </p:sp>
      <p:sp>
        <p:nvSpPr>
          <p:cNvPr id="16" name="text-14">
            <a:extLst xmlns:a="http://schemas.openxmlformats.org/drawingml/2006/main">
              <a:ext uri="{FF2B5EF4-FFF2-40B4-BE49-F238E27FC236}">
                <a16:creationId xmlns:a16="http://schemas.microsoft.com/office/drawing/2014/main" id="{BB87A6E6-3D20-4BF5-B2EB-C2457EE6D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3619500"/>
            <a:ext cx="25717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17324D"/>
                </a:solidFill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7324D"/>
                </a:solidFill>
              </a:defRPr>
            </a:pPr>
            <a:r>
              <a:rPr sz="1800" b="0">
                <a:solidFill>
                  <a:srgbClr val="17324D"/>
                </a:solidFill>
              </a:rPr>
              <a:t>Předem určené spouštěče a kontakt pro konzultaci.</a:t>
            </a:r>
          </a:p>
        </p:txBody>
      </p:sp>
      <p:sp>
        <p:nvSpPr>
          <p:cNvPr id="17" name="text-15">
            <a:extLst xmlns:a="http://schemas.openxmlformats.org/drawingml/2006/main">
              <a:ext uri="{FF2B5EF4-FFF2-40B4-BE49-F238E27FC236}">
                <a16:creationId xmlns:a16="http://schemas.microsoft.com/office/drawing/2014/main" id="{8B2BD104-A909-4015-9E3F-BE00E06A1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629275"/>
            <a:ext cx="111252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52677A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2677A"/>
                </a:solidFill>
              </a:defRPr>
            </a:pPr>
            <a:r>
              <a:rPr sz="1650" b="0">
                <a:solidFill>
                  <a:srgbClr val="52677A"/>
                </a:solidFill>
              </a:rPr>
              <a:t>Do potvrzeného převzetí zůstává další krok přidělený konkrétnímu vlastníkovi. Pacient dostane srozumitelné vysvětlení.</a:t>
            </a:r>
          </a:p>
        </p:txBody>
      </p:sp>
      <p:sp>
        <p:nvSpPr>
          <p:cNvPr id="18" name="text-16">
            <a:extLst xmlns:a="http://schemas.openxmlformats.org/drawingml/2006/main">
              <a:ext uri="{FF2B5EF4-FFF2-40B4-BE49-F238E27FC236}">
                <a16:creationId xmlns:a16="http://schemas.microsoft.com/office/drawing/2014/main" id="{DDAC5257-0894-43DB-A486-043A8BE11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6419850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2677A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77A"/>
                </a:solidFill>
              </a:defRPr>
            </a:pPr>
            <a:r>
              <a:rPr sz="1275" b="0">
                <a:solidFill>
                  <a:srgbClr val="52677A"/>
                </a:solidFill>
              </a:rPr>
              <a:t>34</a:t>
            </a:r>
          </a:p>
        </p:txBody>
      </p:sp>
    </p:spTree>
    <p:extLst>
      <p:ext uri="{BB962C8B-B14F-4D97-AF65-F5344CB8AC3E}">
        <p14:creationId xmlns:p14="http://schemas.microsoft.com/office/powerpoint/2010/main" val="1875346364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extovéPole 12">
            <a:extLst xmlns:a="http://schemas.openxmlformats.org/drawingml/2006/main">
              <a:ext uri="{FF2B5EF4-FFF2-40B4-BE49-F238E27FC236}">
                <a16:creationId xmlns:a16="http://schemas.microsoft.com/office/drawing/2014/main" id="{E7DCB5BC-6728-7E4E-5403-F66FA7112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5657850"/>
            <a:ext cx="9525000" cy="8458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650"/>
            </a:defPPr>
          </a:lstStyle>
          <a:p xmlns:a="http://schemas.openxmlformats.org/drawingml/2006/main">
            <a:r>
              <a:rPr sz="165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Doporučení operovat do 4 týdnů</a:t>
            </a:r>
          </a:p>
          <a:p xmlns:a="http://schemas.openxmlformats.org/drawingml/2006/main">
            <a:r>
              <a:rPr sz="1650" i="1">
                <a:solidFill>
                  <a:srgbClr val="17324D"/>
                </a:solidFill>
                <a:latin typeface="Arial"/>
                <a:ea typeface="Arial"/>
                <a:cs typeface="Arial"/>
              </a:rPr>
              <a:t>Banks KC, </a:t>
            </a:r>
            <a:r>
              <a:rPr sz="1650" i="1">
                <a:solidFill>
                  <a:srgbClr val="17324D"/>
                </a:solidFill>
                <a:latin typeface="Arial"/>
                <a:ea typeface="Arial"/>
                <a:cs typeface="Arial"/>
              </a:rPr>
              <a:t>Dusendang</a:t>
            </a:r>
            <a:r>
              <a:rPr sz="1650" i="1">
                <a:solidFill>
                  <a:srgbClr val="17324D"/>
                </a:solidFill>
                <a:latin typeface="Arial"/>
                <a:ea typeface="Arial"/>
                <a:cs typeface="Arial"/>
              </a:rPr>
              <a:t> JR, </a:t>
            </a:r>
            <a:r>
              <a:rPr sz="1650" i="1">
                <a:solidFill>
                  <a:srgbClr val="17324D"/>
                </a:solidFill>
                <a:latin typeface="Arial"/>
                <a:ea typeface="Arial"/>
                <a:cs typeface="Arial"/>
              </a:rPr>
              <a:t>Schmittdiel</a:t>
            </a:r>
            <a:r>
              <a:rPr sz="1650" i="1">
                <a:solidFill>
                  <a:srgbClr val="17324D"/>
                </a:solidFill>
                <a:latin typeface="Arial"/>
                <a:ea typeface="Arial"/>
                <a:cs typeface="Arial"/>
              </a:rPr>
              <a:t> JA, et al. </a:t>
            </a:r>
            <a:r>
              <a:rPr sz="1650" i="1">
                <a:solidFill>
                  <a:srgbClr val="17324D"/>
                </a:solidFill>
                <a:latin typeface="Arial"/>
                <a:ea typeface="Arial"/>
                <a:cs typeface="Arial"/>
              </a:rPr>
              <a:t>Association of Surgical Timing with Outcomes in Early Stage Lung Cancer. World J Surg. 2023;47.</a:t>
            </a:r>
            <a:endParaRPr sz="1400" i="1"/>
          </a:p>
        </p:txBody>
      </p:sp>
      <p:pic>
        <p:nvPicPr>
          <p:cNvPr id="12" name="Obrázek 11">
            <a:extLst xmlns:a="http://schemas.openxmlformats.org/drawingml/2006/main">
              <a:ext uri="{FF2B5EF4-FFF2-40B4-BE49-F238E27FC236}">
                <a16:creationId xmlns:a16="http://schemas.microsoft.com/office/drawing/2014/main" id="{D83EF0ED-2650-4DCA-840F-B22D48DB8F5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ec833a8f994b0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32012" y="1450000"/>
            <a:ext cx="4901822" cy="4096042"/>
          </a:xfrm>
          <a:prstGeom xmlns:a="http://schemas.openxmlformats.org/drawingml/2006/main" prst="rect">
            <a:avLst/>
          </a:prstGeom>
        </p:spPr>
      </p:pic>
      <p:sp>
        <p:nvSpPr>
          <p:cNvPr id="17" name="TextovéPole 16">
            <a:extLst xmlns:a="http://schemas.openxmlformats.org/drawingml/2006/main">
              <a:ext uri="{FF2B5EF4-FFF2-40B4-BE49-F238E27FC236}">
                <a16:creationId xmlns:a16="http://schemas.microsoft.com/office/drawing/2014/main" id="{D0944C0A-F259-FCFD-30C4-BD0046853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5289" y="1612882"/>
            <a:ext cx="2334138" cy="551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80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Měřeno od první bronchoskopie</a:t>
            </a:r>
            <a:endParaRPr sz="1800">
              <a:solidFill>
                <a:srgbClr val="0065BD"/>
              </a:solidFill>
            </a:endParaRPr>
          </a:p>
        </p:txBody>
      </p:sp>
      <p:sp>
        <p:nvSpPr>
          <p:cNvPr id="18" name="brand-rule">
            <a:extLst xmlns:a="http://schemas.openxmlformats.org/drawingml/2006/main">
              <a:ext uri="{FF2B5EF4-FFF2-40B4-BE49-F238E27FC236}">
                <a16:creationId xmlns:a16="http://schemas.microsoft.com/office/drawing/2014/main" id="{BC25CC1C-4704-4976-A349-7B01F6851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5B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ext-3">
            <a:extLst xmlns:a="http://schemas.openxmlformats.org/drawingml/2006/main">
              <a:ext uri="{FF2B5EF4-FFF2-40B4-BE49-F238E27FC236}">
                <a16:creationId xmlns:a16="http://schemas.microsoft.com/office/drawing/2014/main" id="{AE0046A2-CEB8-443F-9FC8-8F684E9A6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4825"/>
            <a:ext cx="11239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00" b="1">
                <a:solidFill>
                  <a:srgbClr val="17324D"/>
                </a:solidFill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Čekání na léčbu</a:t>
            </a:r>
          </a:p>
        </p:txBody>
      </p:sp>
      <p:pic>
        <p:nvPic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AD0C449-3D77-4C22-A1B4-B69ECA2847A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c62cbb42c64367">
            <a:extLst>
              <a:ext uri="{96DAC541-7B7A-43D3-8B79-37D633B846F1}">
                <asvg:svgBlip xmlns:asvg="http://schemas.microsoft.com/office/drawing/2016/SVG/main" r:embed="Re94f29dccfb443f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47675" y="6343650"/>
            <a:ext cx="1504950" cy="409575"/>
          </a:xfrm>
          <a:prstGeom xmlns:a="http://schemas.openxmlformats.org/drawingml/2006/main" prst="rect">
            <a:avLst/>
          </a:prstGeom>
        </p:spPr>
      </p:pic>
      <p:sp>
        <p:nvSpPr>
          <p:cNvPr id="21" name="brand-rule">
            <a:extLst xmlns:a="http://schemas.openxmlformats.org/drawingml/2006/main">
              <a:ext uri="{FF2B5EF4-FFF2-40B4-BE49-F238E27FC236}">
                <a16:creationId xmlns:a16="http://schemas.microsoft.com/office/drawing/2014/main" id="{0BA2E04C-6A27-49E2-8D5D-FA185C137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6448425"/>
            <a:ext cx="9191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ext-5">
            <a:extLst xmlns:a="http://schemas.openxmlformats.org/drawingml/2006/main">
              <a:ext uri="{FF2B5EF4-FFF2-40B4-BE49-F238E27FC236}">
                <a16:creationId xmlns:a16="http://schemas.microsoft.com/office/drawing/2014/main" id="{24259DB2-25BD-4DEF-A3CF-5116C226D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6419850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2677A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77A"/>
                </a:solidFill>
              </a:defRPr>
            </a:pPr>
            <a:r>
              <a:rPr sz="1275" b="0">
                <a:solidFill>
                  <a:srgbClr val="52677A"/>
                </a:solidFill>
              </a:rPr>
              <a:t>35</a:t>
            </a:r>
          </a:p>
        </p:txBody>
      </p:sp>
    </p:spTree>
    <p:extLst>
      <p:ext uri="{BB962C8B-B14F-4D97-AF65-F5344CB8AC3E}">
        <p14:creationId xmlns:p14="http://schemas.microsoft.com/office/powerpoint/2010/main" val="1920325750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" name="Obrázek 2">
            <a:extLst xmlns:a="http://schemas.openxmlformats.org/drawingml/2006/main">
              <a:ext uri="{FF2B5EF4-FFF2-40B4-BE49-F238E27FC236}">
                <a16:creationId xmlns:a16="http://schemas.microsoft.com/office/drawing/2014/main" id="{9F8B1009-9EE5-47DC-AE6C-6F75900260B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20e06b035e477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1000" y="1526026"/>
            <a:ext cx="6957913" cy="4786720"/>
          </a:xfrm>
          <a:prstGeom xmlns:a="http://schemas.openxmlformats.org/drawingml/2006/main" prst="rect">
            <a:avLst/>
          </a:prstGeom>
        </p:spPr>
      </p:pic>
      <p:pic>
        <p:nvPicPr>
          <p:cNvPr id="2" name="Obrázek 5">
            <a:extLst xmlns:a="http://schemas.openxmlformats.org/drawingml/2006/main">
              <a:ext uri="{FF2B5EF4-FFF2-40B4-BE49-F238E27FC236}">
                <a16:creationId xmlns:a16="http://schemas.microsoft.com/office/drawing/2014/main" id="{6FC25A49-6A5D-4E2A-89E7-6B16FD7EF0D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6616627edb4ab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92164" y="1487253"/>
            <a:ext cx="3978836" cy="4635242"/>
          </a:xfrm>
          <a:prstGeom xmlns:a="http://schemas.openxmlformats.org/drawingml/2006/main" prst="rect">
            <a:avLst/>
          </a:prstGeom>
        </p:spPr>
      </p:pic>
      <p:sp>
        <p:nvSpPr>
          <p:cNvPr id="4" name="brand-rule">
            <a:extLst xmlns:a="http://schemas.openxmlformats.org/drawingml/2006/main">
              <a:ext uri="{FF2B5EF4-FFF2-40B4-BE49-F238E27FC236}">
                <a16:creationId xmlns:a16="http://schemas.microsoft.com/office/drawing/2014/main" id="{BAA5B120-244F-4BC2-B8C3-D794C2A8F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5B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-1">
            <a:extLst xmlns:a="http://schemas.openxmlformats.org/drawingml/2006/main">
              <a:ext uri="{FF2B5EF4-FFF2-40B4-BE49-F238E27FC236}">
                <a16:creationId xmlns:a16="http://schemas.microsoft.com/office/drawing/2014/main" id="{C04F8FA3-D84B-4158-B253-2CFCB7BF1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4825"/>
            <a:ext cx="11239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00" b="1">
                <a:solidFill>
                  <a:srgbClr val="17324D"/>
                </a:solidFill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Počty bronchoskopií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C8B218-9FF3-4EB9-9625-337E57039CE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805eb7fbc54582">
            <a:extLst>
              <a:ext uri="{96DAC541-7B7A-43D3-8B79-37D633B846F1}">
                <asvg:svgBlip xmlns:asvg="http://schemas.microsoft.com/office/drawing/2016/SVG/main" r:embed="R11b21a06bbbb4b4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47675" y="6343650"/>
            <a:ext cx="1504950" cy="409575"/>
          </a:xfrm>
          <a:prstGeom xmlns:a="http://schemas.openxmlformats.org/drawingml/2006/main" prst="rect">
            <a:avLst/>
          </a:prstGeom>
        </p:spPr>
      </p:pic>
      <p:sp>
        <p:nvSpPr>
          <p:cNvPr id="7" name="brand-rule">
            <a:extLst xmlns:a="http://schemas.openxmlformats.org/drawingml/2006/main">
              <a:ext uri="{FF2B5EF4-FFF2-40B4-BE49-F238E27FC236}">
                <a16:creationId xmlns:a16="http://schemas.microsoft.com/office/drawing/2014/main" id="{1D4AD135-E2F7-401C-9184-C7626E020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6448425"/>
            <a:ext cx="9191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-3">
            <a:extLst xmlns:a="http://schemas.openxmlformats.org/drawingml/2006/main">
              <a:ext uri="{FF2B5EF4-FFF2-40B4-BE49-F238E27FC236}">
                <a16:creationId xmlns:a16="http://schemas.microsoft.com/office/drawing/2014/main" id="{8C7804F8-EF69-4A66-ADC7-4D39D3AFB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6419850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2677A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77A"/>
                </a:solidFill>
              </a:defRPr>
            </a:pPr>
            <a:r>
              <a:rPr sz="1275" b="0">
                <a:solidFill>
                  <a:srgbClr val="52677A"/>
                </a:solidFill>
              </a:rPr>
              <a:t>36</a:t>
            </a:r>
          </a:p>
        </p:txBody>
      </p:sp>
    </p:spTree>
    <p:extLst>
      <p:ext uri="{BB962C8B-B14F-4D97-AF65-F5344CB8AC3E}">
        <p14:creationId xmlns:p14="http://schemas.microsoft.com/office/powerpoint/2010/main" val="4183994274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ovéPole 4">
            <a:extLst xmlns:a="http://schemas.openxmlformats.org/drawingml/2006/main">
              <a:ext uri="{FF2B5EF4-FFF2-40B4-BE49-F238E27FC236}">
                <a16:creationId xmlns:a16="http://schemas.microsoft.com/office/drawing/2014/main" id="{21E4ED54-64CC-EAD9-2F07-14421F83F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0946" y="3515807"/>
            <a:ext cx="2014668" cy="47601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80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Díváme se, kde byl pacient léčen.</a:t>
            </a:r>
            <a:endParaRPr sz="1800"/>
          </a:p>
        </p:txBody>
      </p:sp>
      <p:pic>
        <p:nvPicPr>
          <p:cNvPr id="6" name="Obrázek 5">
            <a:extLst xmlns:a="http://schemas.openxmlformats.org/drawingml/2006/main">
              <a:ext uri="{FF2B5EF4-FFF2-40B4-BE49-F238E27FC236}">
                <a16:creationId xmlns:a16="http://schemas.microsoft.com/office/drawing/2014/main" id="{D36FA486-5051-4D17-9CF8-33830E7FC1B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1eea647364483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84032" y="1522669"/>
            <a:ext cx="5147021" cy="4827331"/>
          </a:xfrm>
          <a:prstGeom xmlns:a="http://schemas.openxmlformats.org/drawingml/2006/main" prst="rect">
            <a:avLst/>
          </a:prstGeom>
        </p:spPr>
      </p:pic>
      <p:sp>
        <p:nvSpPr>
          <p:cNvPr id="8" name="Obdélník 7">
            <a:extLst xmlns:a="http://schemas.openxmlformats.org/drawingml/2006/main">
              <a:ext uri="{FF2B5EF4-FFF2-40B4-BE49-F238E27FC236}">
                <a16:creationId xmlns:a16="http://schemas.microsoft.com/office/drawing/2014/main" id="{0A036905-7DC3-0AF9-A52F-2E6583AB7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2439" y="4967946"/>
            <a:ext cx="1263660" cy="12863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FF0000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n w="76200">
                <a:solidFill>
                  <a:schemeClr val="tx1"/>
                </a:solidFill>
              </a:ln>
            </a:endParaRPr>
          </a:p>
        </p:txBody>
      </p:sp>
      <p:sp>
        <p:nvSpPr>
          <p:cNvPr id="9" name="Obdélník 8">
            <a:extLst xmlns:a="http://schemas.openxmlformats.org/drawingml/2006/main">
              <a:ext uri="{FF2B5EF4-FFF2-40B4-BE49-F238E27FC236}">
                <a16:creationId xmlns:a16="http://schemas.microsoft.com/office/drawing/2014/main" id="{91233FEB-A012-3B02-ECB3-DA01345DB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7157" y="1450000"/>
            <a:ext cx="1263660" cy="12863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FF0000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n w="76200">
                <a:solidFill>
                  <a:schemeClr val="tx1"/>
                </a:solidFill>
              </a:ln>
            </a:endParaRPr>
          </a:p>
        </p:txBody>
      </p:sp>
      <p:sp>
        <p:nvSpPr>
          <p:cNvPr id="10" name="brand-rule">
            <a:extLst xmlns:a="http://schemas.openxmlformats.org/drawingml/2006/main">
              <a:ext uri="{FF2B5EF4-FFF2-40B4-BE49-F238E27FC236}">
                <a16:creationId xmlns:a16="http://schemas.microsoft.com/office/drawing/2014/main" id="{FE264ECF-63FC-405A-837E-126D4AE14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5B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-4">
            <a:extLst xmlns:a="http://schemas.openxmlformats.org/drawingml/2006/main">
              <a:ext uri="{FF2B5EF4-FFF2-40B4-BE49-F238E27FC236}">
                <a16:creationId xmlns:a16="http://schemas.microsoft.com/office/drawing/2014/main" id="{6150D835-072A-4AB6-8B82-1D3633DF4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4825"/>
            <a:ext cx="11239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00" b="1">
                <a:solidFill>
                  <a:srgbClr val="17324D"/>
                </a:solidFill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Vykazování péče podle regionu poskytovatele</a:t>
            </a:r>
          </a:p>
        </p:txBody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C56782-D624-4CF7-A086-3ED8CDE8ABC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e8df2ce796410f">
            <a:extLst>
              <a:ext uri="{96DAC541-7B7A-43D3-8B79-37D633B846F1}">
                <asvg:svgBlip xmlns:asvg="http://schemas.microsoft.com/office/drawing/2016/SVG/main" r:embed="R9d21e5e063d94fe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47675" y="6343650"/>
            <a:ext cx="1504950" cy="409575"/>
          </a:xfrm>
          <a:prstGeom xmlns:a="http://schemas.openxmlformats.org/drawingml/2006/main" prst="rect">
            <a:avLst/>
          </a:prstGeom>
        </p:spPr>
      </p:pic>
      <p:sp>
        <p:nvSpPr>
          <p:cNvPr id="13" name="brand-rule">
            <a:extLst xmlns:a="http://schemas.openxmlformats.org/drawingml/2006/main">
              <a:ext uri="{FF2B5EF4-FFF2-40B4-BE49-F238E27FC236}">
                <a16:creationId xmlns:a16="http://schemas.microsoft.com/office/drawing/2014/main" id="{9E49E45D-A7F9-4913-B69D-241724414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6448425"/>
            <a:ext cx="9191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-6">
            <a:extLst xmlns:a="http://schemas.openxmlformats.org/drawingml/2006/main">
              <a:ext uri="{FF2B5EF4-FFF2-40B4-BE49-F238E27FC236}">
                <a16:creationId xmlns:a16="http://schemas.microsoft.com/office/drawing/2014/main" id="{893B9328-89AB-4C4A-9D5C-1B8071BB2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6419850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2677A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77A"/>
                </a:solidFill>
              </a:defRPr>
            </a:pPr>
            <a:r>
              <a:rPr sz="1275" b="0">
                <a:solidFill>
                  <a:srgbClr val="52677A"/>
                </a:solidFill>
              </a:rPr>
              <a:t>37</a:t>
            </a:r>
          </a:p>
        </p:txBody>
      </p:sp>
    </p:spTree>
    <p:extLst>
      <p:ext uri="{BB962C8B-B14F-4D97-AF65-F5344CB8AC3E}">
        <p14:creationId xmlns:p14="http://schemas.microsoft.com/office/powerpoint/2010/main" val="1099130317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" name="Obrázek 2">
            <a:extLst xmlns:a="http://schemas.openxmlformats.org/drawingml/2006/main">
              <a:ext uri="{FF2B5EF4-FFF2-40B4-BE49-F238E27FC236}">
                <a16:creationId xmlns:a16="http://schemas.microsoft.com/office/drawing/2014/main" id="{DAE5AB74-7FE1-42A3-BB22-4B8E3F35BB3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bae9c8b2ca4e1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731397" y="1478792"/>
            <a:ext cx="3856573" cy="2402569"/>
          </a:xfrm>
          <a:prstGeom xmlns:a="http://schemas.openxmlformats.org/drawingml/2006/main" prst="rect">
            <a:avLst/>
          </a:prstGeom>
        </p:spPr>
      </p:pic>
      <p:pic>
        <p:nvPicPr>
          <p:cNvPr id="5" name="Obrázek 4">
            <a:extLst xmlns:a="http://schemas.openxmlformats.org/drawingml/2006/main">
              <a:ext uri="{FF2B5EF4-FFF2-40B4-BE49-F238E27FC236}">
                <a16:creationId xmlns:a16="http://schemas.microsoft.com/office/drawing/2014/main" id="{E9D66537-B082-4F34-A2ED-EB29B1FEA18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6f993a6b2d467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153243" y="3882561"/>
            <a:ext cx="3441455" cy="2116477"/>
          </a:xfrm>
          <a:prstGeom xmlns:a="http://schemas.openxmlformats.org/drawingml/2006/main" prst="rect">
            <a:avLst/>
          </a:prstGeom>
        </p:spPr>
      </p:pic>
      <p:pic>
        <p:nvPicPr>
          <p:cNvPr id="7" name="Obrázek 6">
            <a:extLst xmlns:a="http://schemas.openxmlformats.org/drawingml/2006/main">
              <a:ext uri="{FF2B5EF4-FFF2-40B4-BE49-F238E27FC236}">
                <a16:creationId xmlns:a16="http://schemas.microsoft.com/office/drawing/2014/main" id="{D36748D4-E955-41A7-9F78-9FA1DC8B6D7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7ddffaa160470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49586" y="5167221"/>
            <a:ext cx="4180892" cy="1007532"/>
          </a:xfrm>
          <a:prstGeom xmlns:a="http://schemas.openxmlformats.org/drawingml/2006/main" prst="rect">
            <a:avLst/>
          </a:prstGeom>
        </p:spPr>
      </p:pic>
      <p:pic>
        <p:nvPicPr>
          <p:cNvPr id="9" name="Obrázek 8">
            <a:extLst xmlns:a="http://schemas.openxmlformats.org/drawingml/2006/main">
              <a:ext uri="{FF2B5EF4-FFF2-40B4-BE49-F238E27FC236}">
                <a16:creationId xmlns:a16="http://schemas.microsoft.com/office/drawing/2014/main" id="{4DAABDF0-4767-41E7-B735-819F482C05D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7f83a825a546a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30802" y="6098751"/>
            <a:ext cx="2198424" cy="251249"/>
          </a:xfrm>
          <a:prstGeom xmlns:a="http://schemas.openxmlformats.org/drawingml/2006/main" prst="rect">
            <a:avLst/>
          </a:prstGeom>
        </p:spPr>
      </p:pic>
      <p:sp>
        <p:nvSpPr>
          <p:cNvPr id="12" name="TextovéPole 11">
            <a:extLst xmlns:a="http://schemas.openxmlformats.org/drawingml/2006/main">
              <a:ext uri="{FF2B5EF4-FFF2-40B4-BE49-F238E27FC236}">
                <a16:creationId xmlns:a16="http://schemas.microsoft.com/office/drawing/2014/main" id="{8DD93257-5B7C-D092-A6EB-AD3228674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90625"/>
            <a:ext cx="10668000" cy="3543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725"/>
            </a:defPPr>
          </a:lstStyle>
          <a:p xmlns:a="http://schemas.openxmlformats.org/drawingml/2006/main">
            <a:r>
              <a:rPr sz="1725" b="1">
                <a:latin typeface="Arial"/>
                <a:ea typeface="Arial"/>
                <a:cs typeface="Arial"/>
              </a:rPr>
              <a:t>V zařízeních s nasazenou první terapii</a:t>
            </a:r>
          </a:p>
        </p:txBody>
      </p:sp>
      <p:pic>
        <p:nvPicPr>
          <p:cNvPr id="1026" name="Picture 2">
            <a:extLst xmlns:a="http://schemas.openxmlformats.org/drawingml/2006/main">
              <a:ext uri="{FF2B5EF4-FFF2-40B4-BE49-F238E27FC236}">
                <a16:creationId xmlns:a16="http://schemas.microsoft.com/office/drawing/2014/main" id="{4001D5C3-80C3-4843-B1FE-76C836CC815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469f39c4da4f8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30448" y="1759142"/>
            <a:ext cx="2930155" cy="2930155"/>
          </a:xfrm>
          <a:prstGeom xmlns:a="http://schemas.openxmlformats.org/drawingml/2006/main" prst="rect">
            <a:avLst/>
          </a:prstGeom>
        </p:spPr>
      </p:pic>
      <p:pic>
        <p:nvPicPr>
          <p:cNvPr id="4" name="Obrázek 3">
            <a:extLst xmlns:a="http://schemas.openxmlformats.org/drawingml/2006/main">
              <a:ext uri="{FF2B5EF4-FFF2-40B4-BE49-F238E27FC236}">
                <a16:creationId xmlns:a16="http://schemas.microsoft.com/office/drawing/2014/main" id="{1B3F9032-5F16-4B47-9AA5-97A64AB1ABE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37018683f8404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06308" y="1450000"/>
            <a:ext cx="523351" cy="238722"/>
          </a:xfrm>
          <a:prstGeom xmlns:a="http://schemas.openxmlformats.org/drawingml/2006/main" prst="rect">
            <a:avLst/>
          </a:prstGeom>
        </p:spPr>
      </p:pic>
      <p:pic>
        <p:nvPicPr>
          <p:cNvPr id="8" name="Obrázek 7">
            <a:extLst xmlns:a="http://schemas.openxmlformats.org/drawingml/2006/main">
              <a:ext uri="{FF2B5EF4-FFF2-40B4-BE49-F238E27FC236}">
                <a16:creationId xmlns:a16="http://schemas.microsoft.com/office/drawing/2014/main" id="{E9DE0B1A-6C64-44D0-9246-0073820E277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1ccea61112426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44296" y="1458883"/>
            <a:ext cx="353661" cy="238722"/>
          </a:xfrm>
          <a:prstGeom xmlns:a="http://schemas.openxmlformats.org/drawingml/2006/main" prst="rect">
            <a:avLst/>
          </a:prstGeom>
        </p:spPr>
      </p:pic>
      <p:sp>
        <p:nvSpPr>
          <p:cNvPr id="1027" name="brand-rule">
            <a:extLst xmlns:a="http://schemas.openxmlformats.org/drawingml/2006/main">
              <a:ext uri="{FF2B5EF4-FFF2-40B4-BE49-F238E27FC236}">
                <a16:creationId xmlns:a16="http://schemas.microsoft.com/office/drawing/2014/main" id="{489D6E15-6B7B-4B4D-AFA8-2E18A8C33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5B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28" name="text-2">
            <a:extLst xmlns:a="http://schemas.openxmlformats.org/drawingml/2006/main">
              <a:ext uri="{FF2B5EF4-FFF2-40B4-BE49-F238E27FC236}">
                <a16:creationId xmlns:a16="http://schemas.microsoft.com/office/drawing/2014/main" id="{819C8706-BF1B-49F9-85C9-0867F589B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4825"/>
            <a:ext cx="11239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00" b="1">
                <a:solidFill>
                  <a:srgbClr val="17324D"/>
                </a:solidFill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MDT v průběhu léčby</a:t>
            </a:r>
          </a:p>
        </p:txBody>
      </p:sp>
      <p:pic>
        <p:nvPicPr>
          <p:cNvPr id="1029" name="">
            <a:extLst xmlns:a="http://schemas.openxmlformats.org/drawingml/2006/main">
              <a:ext uri="{FF2B5EF4-FFF2-40B4-BE49-F238E27FC236}">
                <a16:creationId xmlns:a16="http://schemas.microsoft.com/office/drawing/2014/main" id="{FDA17FA6-26A2-4CED-BAD0-6C5AA08A3CA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e8e71d1aa9416e">
            <a:extLst>
              <a:ext uri="{96DAC541-7B7A-43D3-8B79-37D633B846F1}">
                <asvg:svgBlip xmlns:asvg="http://schemas.microsoft.com/office/drawing/2016/SVG/main" r:embed="Rab2b73cca8154d7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47675" y="6343650"/>
            <a:ext cx="1504950" cy="409575"/>
          </a:xfrm>
          <a:prstGeom xmlns:a="http://schemas.openxmlformats.org/drawingml/2006/main" prst="rect">
            <a:avLst/>
          </a:prstGeom>
        </p:spPr>
      </p:pic>
      <p:sp>
        <p:nvSpPr>
          <p:cNvPr id="1030" name="brand-rule">
            <a:extLst xmlns:a="http://schemas.openxmlformats.org/drawingml/2006/main">
              <a:ext uri="{FF2B5EF4-FFF2-40B4-BE49-F238E27FC236}">
                <a16:creationId xmlns:a16="http://schemas.microsoft.com/office/drawing/2014/main" id="{07AFA9D0-5A50-4D7B-9C88-F76F0C176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6448425"/>
            <a:ext cx="9191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31" name="text-4">
            <a:extLst xmlns:a="http://schemas.openxmlformats.org/drawingml/2006/main">
              <a:ext uri="{FF2B5EF4-FFF2-40B4-BE49-F238E27FC236}">
                <a16:creationId xmlns:a16="http://schemas.microsoft.com/office/drawing/2014/main" id="{90F9F92D-A690-4504-BD33-9E004F32D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6419850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2677A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77A"/>
                </a:solidFill>
              </a:defRPr>
            </a:pPr>
            <a:r>
              <a:rPr sz="1275" b="0">
                <a:solidFill>
                  <a:srgbClr val="52677A"/>
                </a:solidFill>
              </a:rPr>
              <a:t>38</a:t>
            </a:r>
          </a:p>
        </p:txBody>
      </p:sp>
    </p:spTree>
    <p:extLst>
      <p:ext uri="{BB962C8B-B14F-4D97-AF65-F5344CB8AC3E}">
        <p14:creationId xmlns:p14="http://schemas.microsoft.com/office/powerpoint/2010/main" val="2348715155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brand-rule">
            <a:extLst xmlns:a="http://schemas.openxmlformats.org/drawingml/2006/main">
              <a:ext uri="{FF2B5EF4-FFF2-40B4-BE49-F238E27FC236}">
                <a16:creationId xmlns:a16="http://schemas.microsoft.com/office/drawing/2014/main" id="{9EC9FF0D-79B6-4EA5-99D3-CBE67FF11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5B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DA1E7EC9-5B6D-44CF-891D-CBCFA1F0B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0"/>
            <a:ext cx="10191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4350" b="1">
                <a:solidFill>
                  <a:srgbClr val="17324D"/>
                </a:solidFill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7324D"/>
                </a:solidFill>
              </a:defRPr>
            </a:pPr>
            <a:r>
              <a:rPr sz="4350" b="1">
                <a:solidFill>
                  <a:srgbClr val="17324D"/>
                </a:solidFill>
              </a:rPr>
              <a:t>Nejenom onkologie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D0BD50-E0BA-4F23-A70E-A017F9CC5B6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e460e5e3e64b1a">
            <a:extLst>
              <a:ext uri="{96DAC541-7B7A-43D3-8B79-37D633B846F1}">
                <asvg:svgBlip xmlns:asvg="http://schemas.microsoft.com/office/drawing/2016/SVG/main" r:embed="R4640719ef90e42b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47675" y="6343650"/>
            <a:ext cx="1504950" cy="409575"/>
          </a:xfrm>
          <a:prstGeom xmlns:a="http://schemas.openxmlformats.org/drawingml/2006/main" prst="rect">
            <a:avLst/>
          </a:prstGeom>
        </p:spPr>
      </p:pic>
      <p:sp>
        <p:nvSpPr>
          <p:cNvPr id="4" name="brand-rule">
            <a:extLst xmlns:a="http://schemas.openxmlformats.org/drawingml/2006/main">
              <a:ext uri="{FF2B5EF4-FFF2-40B4-BE49-F238E27FC236}">
                <a16:creationId xmlns:a16="http://schemas.microsoft.com/office/drawing/2014/main" id="{FDB05AC9-09A1-4BAB-AB10-83D601A0A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6448425"/>
            <a:ext cx="9191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25AE9EF8-6B8B-4848-8119-76FF0C018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6419850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2677A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77A"/>
                </a:solidFill>
              </a:defRPr>
            </a:pPr>
            <a:r>
              <a:rPr sz="1275" b="0">
                <a:solidFill>
                  <a:srgbClr val="52677A"/>
                </a:solidFill>
              </a:rPr>
              <a:t>39</a:t>
            </a:r>
          </a:p>
        </p:txBody>
      </p:sp>
    </p:spTree>
    <p:extLst>
      <p:ext uri="{BB962C8B-B14F-4D97-AF65-F5344CB8AC3E}">
        <p14:creationId xmlns:p14="http://schemas.microsoft.com/office/powerpoint/2010/main" val="4132010729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brand-rule">
            <a:extLst xmlns:a="http://schemas.openxmlformats.org/drawingml/2006/main">
              <a:ext uri="{FF2B5EF4-FFF2-40B4-BE49-F238E27FC236}">
                <a16:creationId xmlns:a16="http://schemas.microsoft.com/office/drawing/2014/main" id="{80EEB42E-3063-4C76-A1B5-3EB2138E5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5B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-4">
            <a:extLst xmlns:a="http://schemas.openxmlformats.org/drawingml/2006/main">
              <a:ext uri="{FF2B5EF4-FFF2-40B4-BE49-F238E27FC236}">
                <a16:creationId xmlns:a16="http://schemas.microsoft.com/office/drawing/2014/main" id="{E9E306CA-4E2B-45E3-AAE9-94CF9D9F7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4825"/>
            <a:ext cx="11239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00" b="1">
                <a:solidFill>
                  <a:srgbClr val="17324D"/>
                </a:solidFill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Charakteristiky incidenční kohorty</a:t>
            </a:r>
          </a:p>
        </p:txBody>
      </p:sp>
      <p:graphicFrame>
        <p:nvGraphicFrame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D760A0-65BF-4790-8A5A-86E22323D72C}"/>
              </a:ext>
            </a:extLst>
          </p:cNvPr>
          <p:cNvGraphicFramePr/>
          <p:nvPr/>
        </p:nvGraphicFramePr>
        <p:xfrm>
          <a:off xmlns:a="http://schemas.openxmlformats.org/drawingml/2006/main" x="495300" y="1666875"/>
          <a:ext xmlns:a="http://schemas.openxmlformats.org/drawingml/2006/main" cx="11049000" cy="4429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4095750"/>
                <a:gridCol w="4095750"/>
              </a:tblGrid>
              <a:tr h="619125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0065BD"/>
                          </a:solidFill>
                        </a:rPr>
                        <a:t>Charakteristika</a:t>
                      </a:r>
                    </a:p>
                  </a:txBody>
                  <a:tcPr marL="114300" marR="114300" marT="76200" marB="76200">
                    <a:lnL w="9525">
                      <a:solidFill>
                        <a:srgbClr val="C9D5DF"/>
                      </a:solidFill>
                      <a:prstDash val="solid"/>
                    </a:lnL>
                    <a:lnR w="9525">
                      <a:solidFill>
                        <a:srgbClr val="C9D5DF"/>
                      </a:solidFill>
                      <a:prstDash val="solid"/>
                    </a:lnR>
                    <a:lnT w="9525">
                      <a:solidFill>
                        <a:srgbClr val="C9D5DF"/>
                      </a:solidFill>
                      <a:prstDash val="solid"/>
                    </a:lnT>
                    <a:lnB w="9525">
                      <a:solidFill>
                        <a:srgbClr val="C9D5DF"/>
                      </a:solidFill>
                      <a:prstDash val="solid"/>
                    </a:lnB>
                    <a:solidFill>
                      <a:srgbClr val="E8F1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0065BD"/>
                          </a:solidFill>
                        </a:rPr>
                        <a:t>Crohnova choroba</a:t>
                      </a:r>
                    </a:p>
                    <a:p>
                      <a:r>
                        <a:rPr sz="1650" b="1">
                          <a:solidFill>
                            <a:srgbClr val="0065BD"/>
                          </a:solidFill>
                        </a:rPr>
                        <a:t>N = 1 818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C9D5DF"/>
                      </a:solidFill>
                      <a:prstDash val="solid"/>
                    </a:lnR>
                    <a:lnT w="9525">
                      <a:solidFill>
                        <a:srgbClr val="C9D5DF"/>
                      </a:solidFill>
                      <a:prstDash val="solid"/>
                    </a:lnT>
                    <a:lnB w="9525">
                      <a:solidFill>
                        <a:srgbClr val="C9D5DF"/>
                      </a:solidFill>
                      <a:prstDash val="solid"/>
                    </a:lnB>
                    <a:solidFill>
                      <a:srgbClr val="E8F1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0065BD"/>
                          </a:solidFill>
                        </a:rPr>
                        <a:t>Ulcerózní kolitida</a:t>
                      </a:r>
                    </a:p>
                    <a:p>
                      <a:r>
                        <a:rPr sz="1650" b="1">
                          <a:solidFill>
                            <a:srgbClr val="0065BD"/>
                          </a:solidFill>
                        </a:rPr>
                        <a:t>N = 2 857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C9D5DF"/>
                      </a:solidFill>
                      <a:prstDash val="solid"/>
                    </a:lnR>
                    <a:lnT w="9525">
                      <a:solidFill>
                        <a:srgbClr val="C9D5DF"/>
                      </a:solidFill>
                      <a:prstDash val="solid"/>
                    </a:lnT>
                    <a:lnB w="9525">
                      <a:solidFill>
                        <a:srgbClr val="C9D5DF"/>
                      </a:solidFill>
                      <a:prstDash val="solid"/>
                    </a:lnB>
                    <a:solidFill>
                      <a:srgbClr val="E8F1F9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24D"/>
                          </a:solidFill>
                        </a:rPr>
                        <a:t>Pohlaví</a:t>
                      </a:r>
                    </a:p>
                  </a:txBody>
                  <a:tcPr marL="114300" marR="114300" marT="76200" marB="76200">
                    <a:lnL w="9525">
                      <a:solidFill>
                        <a:srgbClr val="C9D5DF"/>
                      </a:solidFill>
                      <a:prstDash val="solid"/>
                    </a:lnL>
                    <a:lnR w="9525">
                      <a:solidFill>
                        <a:srgbClr val="C9D5DF"/>
                      </a:solidFill>
                      <a:prstDash val="solid"/>
                    </a:lnR>
                    <a:lnB w="9525">
                      <a:solidFill>
                        <a:srgbClr val="C9D5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24D"/>
                          </a:solidFill>
                        </a:rPr>
                        <a:t>Ženy: 962 (53%)</a:t>
                      </a:r>
                    </a:p>
                    <a:p>
                      <a:r>
                        <a:rPr sz="1650">
                          <a:solidFill>
                            <a:srgbClr val="17324D"/>
                          </a:solidFill>
                        </a:rPr>
                        <a:t>Muži: 856 (47%)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C9D5DF"/>
                      </a:solidFill>
                      <a:prstDash val="solid"/>
                    </a:lnR>
                    <a:lnB w="9525">
                      <a:solidFill>
                        <a:srgbClr val="C9D5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24D"/>
                          </a:solidFill>
                        </a:rPr>
                        <a:t>Ženy: 1 391 (49%)</a:t>
                      </a:r>
                    </a:p>
                    <a:p>
                      <a:r>
                        <a:rPr sz="1650">
                          <a:solidFill>
                            <a:srgbClr val="17324D"/>
                          </a:solidFill>
                        </a:rPr>
                        <a:t>Muži: 1 466 (51%)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C9D5DF"/>
                      </a:solidFill>
                      <a:prstDash val="solid"/>
                    </a:lnR>
                    <a:lnB w="9525">
                      <a:solidFill>
                        <a:srgbClr val="C9D5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28675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24D"/>
                          </a:solidFill>
                        </a:rPr>
                        <a:t>Věk</a:t>
                      </a:r>
                    </a:p>
                  </a:txBody>
                  <a:tcPr marL="114300" marR="114300" marT="76200" marB="76200">
                    <a:lnL w="9525">
                      <a:solidFill>
                        <a:srgbClr val="C9D5DF"/>
                      </a:solidFill>
                      <a:prstDash val="solid"/>
                    </a:lnL>
                    <a:lnR w="9525">
                      <a:solidFill>
                        <a:srgbClr val="C9D5DF"/>
                      </a:solidFill>
                      <a:prstDash val="solid"/>
                    </a:lnR>
                    <a:lnB w="9525">
                      <a:solidFill>
                        <a:srgbClr val="C9D5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24D"/>
                          </a:solidFill>
                        </a:rPr>
                        <a:t>Průměr (SD): 41 (16)</a:t>
                      </a:r>
                    </a:p>
                    <a:p>
                      <a:r>
                        <a:rPr sz="1650">
                          <a:solidFill>
                            <a:srgbClr val="17324D"/>
                          </a:solidFill>
                        </a:rPr>
                        <a:t>Medián (Q1, Q3): 39 (28, 52)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C9D5DF"/>
                      </a:solidFill>
                      <a:prstDash val="solid"/>
                    </a:lnR>
                    <a:lnB w="9525">
                      <a:solidFill>
                        <a:srgbClr val="C9D5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24D"/>
                          </a:solidFill>
                        </a:rPr>
                        <a:t>Průměr (SD): 46 (16)</a:t>
                      </a:r>
                    </a:p>
                    <a:p>
                      <a:r>
                        <a:rPr sz="1650">
                          <a:solidFill>
                            <a:srgbClr val="17324D"/>
                          </a:solidFill>
                        </a:rPr>
                        <a:t>Medián (Q1, Q3): 44 (32, 58)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C9D5DF"/>
                      </a:solidFill>
                      <a:prstDash val="solid"/>
                    </a:lnR>
                    <a:lnB w="9525">
                      <a:solidFill>
                        <a:srgbClr val="C9D5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133475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24D"/>
                          </a:solidFill>
                        </a:rPr>
                        <a:t>Indexový rok</a:t>
                      </a:r>
                    </a:p>
                  </a:txBody>
                  <a:tcPr marL="114300" marR="114300" marT="76200" marB="76200">
                    <a:lnL w="9525">
                      <a:solidFill>
                        <a:srgbClr val="C9D5DF"/>
                      </a:solidFill>
                      <a:prstDash val="solid"/>
                    </a:lnL>
                    <a:lnR w="9525">
                      <a:solidFill>
                        <a:srgbClr val="C9D5DF"/>
                      </a:solidFill>
                      <a:prstDash val="solid"/>
                    </a:lnR>
                    <a:lnB w="9525">
                      <a:solidFill>
                        <a:srgbClr val="C9D5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24D"/>
                          </a:solidFill>
                        </a:rPr>
                        <a:t>2018: 505 (28%)</a:t>
                      </a:r>
                    </a:p>
                    <a:p>
                      <a:r>
                        <a:rPr sz="1650">
                          <a:solidFill>
                            <a:srgbClr val="17324D"/>
                          </a:solidFill>
                        </a:rPr>
                        <a:t>2019: 496 (27%)</a:t>
                      </a:r>
                    </a:p>
                    <a:p>
                      <a:r>
                        <a:rPr sz="1650">
                          <a:solidFill>
                            <a:srgbClr val="17324D"/>
                          </a:solidFill>
                        </a:rPr>
                        <a:t>2020: 411 (23%)</a:t>
                      </a:r>
                    </a:p>
                    <a:p>
                      <a:r>
                        <a:rPr sz="1650">
                          <a:solidFill>
                            <a:srgbClr val="17324D"/>
                          </a:solidFill>
                        </a:rPr>
                        <a:t>2021: 406 (22%)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C9D5DF"/>
                      </a:solidFill>
                      <a:prstDash val="solid"/>
                    </a:lnR>
                    <a:lnB w="9525">
                      <a:solidFill>
                        <a:srgbClr val="C9D5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24D"/>
                          </a:solidFill>
                        </a:rPr>
                        <a:t>2018: 819 (29%)</a:t>
                      </a:r>
                    </a:p>
                    <a:p>
                      <a:r>
                        <a:rPr sz="1650">
                          <a:solidFill>
                            <a:srgbClr val="17324D"/>
                          </a:solidFill>
                        </a:rPr>
                        <a:t>2019: 792 (28%)</a:t>
                      </a:r>
                    </a:p>
                    <a:p>
                      <a:r>
                        <a:rPr sz="1650">
                          <a:solidFill>
                            <a:srgbClr val="17324D"/>
                          </a:solidFill>
                        </a:rPr>
                        <a:t>2020: 675 (24%)</a:t>
                      </a:r>
                    </a:p>
                    <a:p>
                      <a:r>
                        <a:rPr sz="1650">
                          <a:solidFill>
                            <a:srgbClr val="17324D"/>
                          </a:solidFill>
                        </a:rPr>
                        <a:t>2021: 571 (20%)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C9D5DF"/>
                      </a:solidFill>
                      <a:prstDash val="solid"/>
                    </a:lnR>
                    <a:lnB w="9525">
                      <a:solidFill>
                        <a:srgbClr val="C9D5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200150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24D"/>
                          </a:solidFill>
                        </a:rPr>
                        <a:t>Poslední stav závažnosti</a:t>
                      </a:r>
                    </a:p>
                  </a:txBody>
                  <a:tcPr marL="114300" marR="114300" marT="76200" marB="76200">
                    <a:lnL w="9525">
                      <a:solidFill>
                        <a:srgbClr val="C9D5DF"/>
                      </a:solidFill>
                      <a:prstDash val="solid"/>
                    </a:lnL>
                    <a:lnR w="9525">
                      <a:solidFill>
                        <a:srgbClr val="C9D5DF"/>
                      </a:solidFill>
                      <a:prstDash val="solid"/>
                    </a:lnR>
                    <a:lnB w="9525">
                      <a:solidFill>
                        <a:srgbClr val="C9D5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24D"/>
                          </a:solidFill>
                        </a:rPr>
                        <a:t>Lehký: 756 (42%)</a:t>
                      </a:r>
                    </a:p>
                    <a:p>
                      <a:r>
                        <a:rPr sz="1650">
                          <a:solidFill>
                            <a:srgbClr val="17324D"/>
                          </a:solidFill>
                        </a:rPr>
                        <a:t>Střední: 442 (24%)</a:t>
                      </a:r>
                    </a:p>
                    <a:p>
                      <a:r>
                        <a:rPr sz="1650">
                          <a:solidFill>
                            <a:srgbClr val="17324D"/>
                          </a:solidFill>
                        </a:rPr>
                        <a:t>Těžký (bez bio): 244 (13%)</a:t>
                      </a:r>
                    </a:p>
                    <a:p>
                      <a:r>
                        <a:rPr sz="1650">
                          <a:solidFill>
                            <a:srgbClr val="17324D"/>
                          </a:solidFill>
                        </a:rPr>
                        <a:t>Těžký (bio léčen): 376 (21%)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C9D5DF"/>
                      </a:solidFill>
                      <a:prstDash val="solid"/>
                    </a:lnR>
                    <a:lnB w="9525">
                      <a:solidFill>
                        <a:srgbClr val="C9D5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24D"/>
                          </a:solidFill>
                        </a:rPr>
                        <a:t>Lehký: 1 703 (60%)</a:t>
                      </a:r>
                    </a:p>
                    <a:p>
                      <a:r>
                        <a:rPr sz="1650">
                          <a:solidFill>
                            <a:srgbClr val="17324D"/>
                          </a:solidFill>
                        </a:rPr>
                        <a:t>Střední: 509 (18%)</a:t>
                      </a:r>
                    </a:p>
                    <a:p>
                      <a:r>
                        <a:rPr sz="1650">
                          <a:solidFill>
                            <a:srgbClr val="17324D"/>
                          </a:solidFill>
                        </a:rPr>
                        <a:t>Těžký (bez bio): 387 (14%)</a:t>
                      </a:r>
                    </a:p>
                    <a:p>
                      <a:r>
                        <a:rPr sz="1650">
                          <a:solidFill>
                            <a:srgbClr val="17324D"/>
                          </a:solidFill>
                        </a:rPr>
                        <a:t>Těžký (bio léčen): 258 (9.0%)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C9D5DF"/>
                      </a:solidFill>
                      <a:prstDash val="solid"/>
                    </a:lnR>
                    <a:lnB w="9525">
                      <a:solidFill>
                        <a:srgbClr val="C9D5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DA74DD-ED70-40D9-974E-BC17EF57B98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9d029e34ed4b5e">
            <a:extLst>
              <a:ext uri="{96DAC541-7B7A-43D3-8B79-37D633B846F1}">
                <asvg:svgBlip xmlns:asvg="http://schemas.microsoft.com/office/drawing/2016/SVG/main" r:embed="Rc917cbeb129a460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47675" y="6343650"/>
            <a:ext cx="1504950" cy="409575"/>
          </a:xfrm>
          <a:prstGeom xmlns:a="http://schemas.openxmlformats.org/drawingml/2006/main" prst="rect">
            <a:avLst/>
          </a:prstGeom>
        </p:spPr>
      </p:pic>
      <p:sp>
        <p:nvSpPr>
          <p:cNvPr id="14" name="brand-rule">
            <a:extLst xmlns:a="http://schemas.openxmlformats.org/drawingml/2006/main">
              <a:ext uri="{FF2B5EF4-FFF2-40B4-BE49-F238E27FC236}">
                <a16:creationId xmlns:a16="http://schemas.microsoft.com/office/drawing/2014/main" id="{F9304EDE-3185-43B2-B5A0-78B355AF5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6448425"/>
            <a:ext cx="9191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-3">
            <a:extLst xmlns:a="http://schemas.openxmlformats.org/drawingml/2006/main">
              <a:ext uri="{FF2B5EF4-FFF2-40B4-BE49-F238E27FC236}">
                <a16:creationId xmlns:a16="http://schemas.microsoft.com/office/drawing/2014/main" id="{A7F1CB1B-49A7-4FD8-9FEB-0085CBB15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38250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52677A"/>
                </a:solidFill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2677A"/>
                </a:solidFill>
              </a:defRPr>
            </a:pPr>
            <a:r>
              <a:rPr sz="1800" b="0">
                <a:solidFill>
                  <a:srgbClr val="52677A"/>
                </a:solidFill>
              </a:rPr>
              <a:t>IBD</a:t>
            </a:r>
          </a:p>
        </p:txBody>
      </p:sp>
      <p:sp>
        <p:nvSpPr>
          <p:cNvPr id="16" name="text-4">
            <a:extLst xmlns:a="http://schemas.openxmlformats.org/drawingml/2006/main">
              <a:ext uri="{FF2B5EF4-FFF2-40B4-BE49-F238E27FC236}">
                <a16:creationId xmlns:a16="http://schemas.microsoft.com/office/drawing/2014/main" id="{5ED3DEC9-3658-4232-8718-1BF06EA6D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6419850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2677A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77A"/>
                </a:solidFill>
              </a:defRPr>
            </a:pPr>
            <a:r>
              <a:rPr sz="1275" b="0">
                <a:solidFill>
                  <a:srgbClr val="52677A"/>
                </a:solidFill>
              </a:rPr>
              <a:t>40</a:t>
            </a:r>
          </a:p>
        </p:txBody>
      </p:sp>
    </p:spTree>
    <p:extLst>
      <p:ext uri="{BB962C8B-B14F-4D97-AF65-F5344CB8AC3E}">
        <p14:creationId xmlns:p14="http://schemas.microsoft.com/office/powerpoint/2010/main" val="3712574191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Picture 5">
            <a:extLst xmlns:a="http://schemas.openxmlformats.org/drawingml/2006/main">
              <a:ext uri="{FF2B5EF4-FFF2-40B4-BE49-F238E27FC236}">
                <a16:creationId xmlns:a16="http://schemas.microsoft.com/office/drawing/2014/main" id="{6B119441-FAA2-45C1-860B-A4149E8229F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d802d98f5c4de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932873" y="1450000"/>
            <a:ext cx="5117318" cy="4900000"/>
          </a:xfrm>
          <a:prstGeom xmlns:a="http://schemas.openxmlformats.org/drawingml/2006/main" prst="rect">
            <a:avLst/>
          </a:prstGeom>
        </p:spPr>
      </p:pic>
      <p:pic>
        <p:nvPicPr>
          <p:cNvPr id="4" name="Obrázek 3">
            <a:extLst xmlns:a="http://schemas.openxmlformats.org/drawingml/2006/main">
              <a:ext uri="{FF2B5EF4-FFF2-40B4-BE49-F238E27FC236}">
                <a16:creationId xmlns:a16="http://schemas.microsoft.com/office/drawing/2014/main" id="{96CAFCF6-4B34-48FE-92DD-81AC56F663E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b62b9e0adc42b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90431" y="3351149"/>
            <a:ext cx="2264086" cy="1672969"/>
          </a:xfrm>
          <a:prstGeom xmlns:a="http://schemas.openxmlformats.org/drawingml/2006/main" prst="rect">
            <a:avLst/>
          </a:prstGeom>
        </p:spPr>
      </p:pic>
      <p:sp>
        <p:nvSpPr>
          <p:cNvPr id="8" name="Title 3">
            <a:extLst xmlns:a="http://schemas.openxmlformats.org/drawingml/2006/main">
              <a:ext uri="{FF2B5EF4-FFF2-40B4-BE49-F238E27FC236}">
                <a16:creationId xmlns:a16="http://schemas.microsoft.com/office/drawing/2014/main" id="{C30374AF-EE27-D598-CAE1-F88886707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000250"/>
            <a:ext cx="33337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solidFill>
              <a:schemeClr val="bg1"/>
            </a:solidFill>
          </a:ln>
        </p:spPr>
        <p:txBody>
          <a:bodyPr xmlns:a="http://schemas.openxmlformats.org/drawingml/2006/main" vert="horz" lIns="91440" tIns="45720" rIns="91440" bIns="45720" anchor="t">
            <a:normAutofit fontScale="100000"/>
          </a:bodyPr>
          <a:lstStyle xmlns:a="http://schemas.openxmlformats.org/drawingml/2006/main">
            <a:defPPr>
              <a:defRPr sz="1875"/>
            </a:defPPr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2800" kern="2800" baseline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spcAft>
                <a:spcPts val="600"/>
              </a:spcAft>
              <a:buNone/>
            </a:pPr>
            <a:r>
              <a:rPr sz="1875" b="1">
                <a:latin typeface="Arial"/>
                <a:ea typeface="Arial"/>
                <a:cs typeface="Arial"/>
              </a:rPr>
              <a:t>Procento z regionální incidentní kohorty</a:t>
            </a:r>
            <a:endParaRPr sz="2000" b="1" kern="1200">
              <a:latin typeface="Arial"/>
              <a:ea typeface="Arial"/>
              <a:cs typeface="Arial"/>
            </a:endParaRPr>
          </a:p>
        </p:txBody>
      </p:sp>
      <p:sp>
        <p:nvSpPr>
          <p:cNvPr id="9" name="brand-rule">
            <a:extLst xmlns:a="http://schemas.openxmlformats.org/drawingml/2006/main">
              <a:ext uri="{FF2B5EF4-FFF2-40B4-BE49-F238E27FC236}">
                <a16:creationId xmlns:a16="http://schemas.microsoft.com/office/drawing/2014/main" id="{CE7B7225-3008-4B25-B79F-4B3A22880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5B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-2">
            <a:extLst xmlns:a="http://schemas.openxmlformats.org/drawingml/2006/main">
              <a:ext uri="{FF2B5EF4-FFF2-40B4-BE49-F238E27FC236}">
                <a16:creationId xmlns:a16="http://schemas.microsoft.com/office/drawing/2014/main" id="{DAA33DA8-D88A-4CDF-900C-645D40785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4825"/>
            <a:ext cx="11239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17324D"/>
                </a:solidFill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7324D"/>
                </a:solidFill>
              </a:defRPr>
            </a:pPr>
            <a:r>
              <a:rPr sz="2250" b="1">
                <a:solidFill>
                  <a:srgbClr val="17324D"/>
                </a:solidFill>
              </a:rPr>
              <a:t>Pacienti bez jakékoli návštěvy IBD center podle regionu bydliště a závažnosti onemocnění</a:t>
            </a:r>
          </a:p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319624-0789-4CD0-9D1E-06C127FC1A8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864239e1224cd5">
            <a:extLst>
              <a:ext uri="{96DAC541-7B7A-43D3-8B79-37D633B846F1}">
                <asvg:svgBlip xmlns:asvg="http://schemas.microsoft.com/office/drawing/2016/SVG/main" r:embed="Ra190395ba525457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47675" y="6343650"/>
            <a:ext cx="1504950" cy="409575"/>
          </a:xfrm>
          <a:prstGeom xmlns:a="http://schemas.openxmlformats.org/drawingml/2006/main" prst="rect">
            <a:avLst/>
          </a:prstGeom>
        </p:spPr>
      </p:pic>
      <p:sp>
        <p:nvSpPr>
          <p:cNvPr id="12" name="brand-rule">
            <a:extLst xmlns:a="http://schemas.openxmlformats.org/drawingml/2006/main">
              <a:ext uri="{FF2B5EF4-FFF2-40B4-BE49-F238E27FC236}">
                <a16:creationId xmlns:a16="http://schemas.microsoft.com/office/drawing/2014/main" id="{CBB6C9EA-93BF-4758-A4A3-E4FCEBD78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6448425"/>
            <a:ext cx="9191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-4">
            <a:extLst xmlns:a="http://schemas.openxmlformats.org/drawingml/2006/main">
              <a:ext uri="{FF2B5EF4-FFF2-40B4-BE49-F238E27FC236}">
                <a16:creationId xmlns:a16="http://schemas.microsoft.com/office/drawing/2014/main" id="{83B5D7E6-66BF-43D5-B24D-0F1C1B6C1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6419850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2677A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77A"/>
                </a:solidFill>
              </a:defRPr>
            </a:pPr>
            <a:r>
              <a:rPr sz="1275" b="0">
                <a:solidFill>
                  <a:srgbClr val="52677A"/>
                </a:solidFill>
              </a:rPr>
              <a:t>41</a:t>
            </a:r>
          </a:p>
        </p:txBody>
      </p:sp>
    </p:spTree>
    <p:extLst>
      <p:ext uri="{BB962C8B-B14F-4D97-AF65-F5344CB8AC3E}">
        <p14:creationId xmlns:p14="http://schemas.microsoft.com/office/powerpoint/2010/main" val="3651551967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65148662-B513-2FAE-3DE3-653D91EF5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191000"/>
            <a:ext cx="3476625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800"/>
            </a:defPPr>
          </a:lstStyle>
          <a:p xmlns:a="http://schemas.openxmlformats.org/drawingml/2006/main">
            <a:r>
              <a:rPr sz="180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Starší pacienti s ulcerativní kolitidou často nejsou léčeni adekvátně (nejsou v centrech)</a:t>
            </a:r>
          </a:p>
        </p:txBody>
      </p:sp>
      <p:pic>
        <p:nvPicPr>
          <p:cNvPr id="8" name="Picture 7">
            <a:extLst xmlns:a="http://schemas.openxmlformats.org/drawingml/2006/main">
              <a:ext uri="{FF2B5EF4-FFF2-40B4-BE49-F238E27FC236}">
                <a16:creationId xmlns:a16="http://schemas.microsoft.com/office/drawing/2014/main" id="{755E82EA-CBEB-4405-9EBC-6FF208DCDA8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3fe800113849e8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3642378" y="1450000"/>
            <a:ext cx="4157576" cy="4894880"/>
          </a:xfrm>
          <a:prstGeom xmlns:a="http://schemas.openxmlformats.org/drawingml/2006/main" prst="rect">
            <a:avLst/>
          </a:prstGeom>
        </p:spPr>
      </p:pic>
      <p:sp>
        <p:nvSpPr>
          <p:cNvPr id="5" name="Title 3">
            <a:extLst xmlns:a="http://schemas.openxmlformats.org/drawingml/2006/main">
              <a:ext uri="{FF2B5EF4-FFF2-40B4-BE49-F238E27FC236}">
                <a16:creationId xmlns:a16="http://schemas.microsoft.com/office/drawing/2014/main" id="{F9045C45-2895-BC4E-3D66-AB0DC91A9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571625"/>
            <a:ext cx="8572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Autofit/>
          </a:bodyPr>
          <a:lstStyle xmlns:a="http://schemas.openxmlformats.org/drawingml/2006/main">
            <a:defPPr>
              <a:defRPr sz="1875"/>
            </a:defPPr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r>
              <a:rPr sz="1875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K50</a:t>
            </a:r>
            <a:endParaRPr sz="2000" b="1" kern="2800">
              <a:latin typeface="Arial"/>
              <a:ea typeface="Arial"/>
              <a:cs typeface="Arial"/>
            </a:endParaRPr>
          </a:p>
        </p:txBody>
      </p:sp>
      <p:sp>
        <p:nvSpPr>
          <p:cNvPr id="6" name="Title 3">
            <a:extLst xmlns:a="http://schemas.openxmlformats.org/drawingml/2006/main">
              <a:ext uri="{FF2B5EF4-FFF2-40B4-BE49-F238E27FC236}">
                <a16:creationId xmlns:a16="http://schemas.microsoft.com/office/drawing/2014/main" id="{04671F87-EAE8-C941-5C6B-0C9AF071D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571625"/>
            <a:ext cx="8572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Autofit/>
          </a:bodyPr>
          <a:lstStyle xmlns:a="http://schemas.openxmlformats.org/drawingml/2006/main">
            <a:defPPr>
              <a:defRPr sz="1875"/>
            </a:defPPr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r>
              <a:rPr sz="1875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K51</a:t>
            </a:r>
            <a:endParaRPr sz="2000" b="1" kern="2800">
              <a:latin typeface="Arial"/>
              <a:ea typeface="Arial"/>
              <a:cs typeface="Arial"/>
            </a:endParaRPr>
          </a:p>
        </p:txBody>
      </p:sp>
      <p:cxnSp>
        <p:nvCxnSpPr>
          <p:cNvPr id="11" name="Přímá spojnice se šipkou 10">
            <a:extLst xmlns:a="http://schemas.openxmlformats.org/drawingml/2006/main">
              <a:ext uri="{FF2B5EF4-FFF2-40B4-BE49-F238E27FC236}">
                <a16:creationId xmlns:a16="http://schemas.microsoft.com/office/drawing/2014/main" id="{4523556D-05E1-4749-96EC-427A64E29D90}"/>
              </a:ext>
            </a:extLst>
          </p:cNvPr>
          <p:cNvCxnSpPr/>
          <p:nvPr/>
        </p:nvCxnSpPr>
        <p:spPr>
          <a:xfrm xmlns:a="http://schemas.openxmlformats.org/drawingml/2006/main">
            <a:off x="6127751" y="5463017"/>
            <a:ext cx="1380701" cy="303498"/>
          </a:xfrm>
          <a:prstGeom xmlns:a="http://schemas.openxmlformats.org/drawingml/2006/main" prst="straightConnector1">
            <a:avLst/>
          </a:prstGeom>
          <a:ln xmlns:a="http://schemas.openxmlformats.org/drawingml/2006/main" w="76200">
            <a:solidFill>
              <a:srgbClr val="FF0000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9" name="Obdélník 5">
            <a:extLst xmlns:a="http://schemas.openxmlformats.org/drawingml/2006/main">
              <a:ext uri="{FF2B5EF4-FFF2-40B4-BE49-F238E27FC236}">
                <a16:creationId xmlns:a16="http://schemas.microsoft.com/office/drawing/2014/main" id="{93FF85B0-B506-8169-24E6-FA6EF99AB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1388" y="3879703"/>
            <a:ext cx="3878566" cy="24702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F0000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98A2F3F7-3814-C845-3B4C-ED1F11476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0980" y="3322320"/>
            <a:ext cx="2714625" cy="88011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725"/>
            </a:defPPr>
          </a:lstStyle>
          <a:p xmlns:a="http://schemas.openxmlformats.org/drawingml/2006/main">
            <a:r>
              <a:rPr sz="1725"/>
              <a:t>Průměrný počet návštěv IBD center na osobu a rok</a:t>
            </a:r>
          </a:p>
        </p:txBody>
      </p:sp>
      <p:sp>
        <p:nvSpPr>
          <p:cNvPr id="13" name="brand-rule">
            <a:extLst xmlns:a="http://schemas.openxmlformats.org/drawingml/2006/main">
              <a:ext uri="{FF2B5EF4-FFF2-40B4-BE49-F238E27FC236}">
                <a16:creationId xmlns:a16="http://schemas.microsoft.com/office/drawing/2014/main" id="{ED63B8B3-95C7-4D34-A55F-E1884683C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5B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-7">
            <a:extLst xmlns:a="http://schemas.openxmlformats.org/drawingml/2006/main">
              <a:ext uri="{FF2B5EF4-FFF2-40B4-BE49-F238E27FC236}">
                <a16:creationId xmlns:a16="http://schemas.microsoft.com/office/drawing/2014/main" id="{0C2FEFB7-C43D-41C7-A4FF-6881F5BFF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4825"/>
            <a:ext cx="11239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00" b="1">
                <a:solidFill>
                  <a:srgbClr val="17324D"/>
                </a:solidFill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Trajektorie pacienta s Crohnovou chorobou a ulcerozní kolitídou</a:t>
            </a:r>
          </a:p>
        </p:txBody>
      </p:sp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A0B568-7587-45C3-BA50-7CA8BB30834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c04d62afdc4bc5">
            <a:extLst>
              <a:ext uri="{96DAC541-7B7A-43D3-8B79-37D633B846F1}">
                <asvg:svgBlip xmlns:asvg="http://schemas.microsoft.com/office/drawing/2016/SVG/main" r:embed="R2cfed0a425bc48c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47675" y="6343650"/>
            <a:ext cx="1504950" cy="409575"/>
          </a:xfrm>
          <a:prstGeom xmlns:a="http://schemas.openxmlformats.org/drawingml/2006/main" prst="rect">
            <a:avLst/>
          </a:prstGeom>
        </p:spPr>
      </p:pic>
      <p:sp>
        <p:nvSpPr>
          <p:cNvPr id="16" name="brand-rule">
            <a:extLst xmlns:a="http://schemas.openxmlformats.org/drawingml/2006/main">
              <a:ext uri="{FF2B5EF4-FFF2-40B4-BE49-F238E27FC236}">
                <a16:creationId xmlns:a16="http://schemas.microsoft.com/office/drawing/2014/main" id="{E2A51033-348C-4EF0-AB3B-F9403036D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6448425"/>
            <a:ext cx="9191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ext-9">
            <a:extLst xmlns:a="http://schemas.openxmlformats.org/drawingml/2006/main">
              <a:ext uri="{FF2B5EF4-FFF2-40B4-BE49-F238E27FC236}">
                <a16:creationId xmlns:a16="http://schemas.microsoft.com/office/drawing/2014/main" id="{CC49522F-E93B-4ECC-A4EE-498A31A96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6419850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2677A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77A"/>
                </a:solidFill>
              </a:defRPr>
            </a:pPr>
            <a:r>
              <a:rPr sz="1275" b="0">
                <a:solidFill>
                  <a:srgbClr val="52677A"/>
                </a:solidFill>
              </a:rPr>
              <a:t>42</a:t>
            </a:r>
          </a:p>
        </p:txBody>
      </p:sp>
    </p:spTree>
    <p:extLst>
      <p:ext uri="{BB962C8B-B14F-4D97-AF65-F5344CB8AC3E}">
        <p14:creationId xmlns:p14="http://schemas.microsoft.com/office/powerpoint/2010/main" val="2262652287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Picture 5">
            <a:extLst xmlns:a="http://schemas.openxmlformats.org/drawingml/2006/main">
              <a:ext uri="{FF2B5EF4-FFF2-40B4-BE49-F238E27FC236}">
                <a16:creationId xmlns:a16="http://schemas.microsoft.com/office/drawing/2014/main" id="{4342BD25-0EA5-4330-B58D-15260027EEA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84071de5914e8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495630" y="1450000"/>
            <a:ext cx="5200741" cy="4900000"/>
          </a:xfrm>
          <a:prstGeom xmlns:a="http://schemas.openxmlformats.org/drawingml/2006/main" prst="rect">
            <a:avLst/>
          </a:prstGeom>
        </p:spPr>
      </p:pic>
      <p:sp>
        <p:nvSpPr>
          <p:cNvPr id="7" name="brand-rule">
            <a:extLst xmlns:a="http://schemas.openxmlformats.org/drawingml/2006/main">
              <a:ext uri="{FF2B5EF4-FFF2-40B4-BE49-F238E27FC236}">
                <a16:creationId xmlns:a16="http://schemas.microsoft.com/office/drawing/2014/main" id="{6C7DBE1E-ADCE-4870-B9CE-51DCD8D0F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5B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-1">
            <a:extLst xmlns:a="http://schemas.openxmlformats.org/drawingml/2006/main">
              <a:ext uri="{FF2B5EF4-FFF2-40B4-BE49-F238E27FC236}">
                <a16:creationId xmlns:a16="http://schemas.microsoft.com/office/drawing/2014/main" id="{3D3980F5-B9F3-44AC-B471-272F2BF89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4825"/>
            <a:ext cx="11239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00" b="1">
                <a:solidFill>
                  <a:srgbClr val="17324D"/>
                </a:solidFill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Pacienti dojíždějící do center IBD z jiného kraje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BE079D-2D8F-435F-879F-F063C5411E3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33b726701c4c25">
            <a:extLst>
              <a:ext uri="{96DAC541-7B7A-43D3-8B79-37D633B846F1}">
                <asvg:svgBlip xmlns:asvg="http://schemas.microsoft.com/office/drawing/2016/SVG/main" r:embed="Ra2bd31179e5a4f9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47675" y="6343650"/>
            <a:ext cx="1504950" cy="409575"/>
          </a:xfrm>
          <a:prstGeom xmlns:a="http://schemas.openxmlformats.org/drawingml/2006/main" prst="rect">
            <a:avLst/>
          </a:prstGeom>
        </p:spPr>
      </p:pic>
      <p:sp>
        <p:nvSpPr>
          <p:cNvPr id="10" name="brand-rule">
            <a:extLst xmlns:a="http://schemas.openxmlformats.org/drawingml/2006/main">
              <a:ext uri="{FF2B5EF4-FFF2-40B4-BE49-F238E27FC236}">
                <a16:creationId xmlns:a16="http://schemas.microsoft.com/office/drawing/2014/main" id="{D4C86CCC-39F8-43A5-AEBA-C7323737A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6448425"/>
            <a:ext cx="9191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-3">
            <a:extLst xmlns:a="http://schemas.openxmlformats.org/drawingml/2006/main">
              <a:ext uri="{FF2B5EF4-FFF2-40B4-BE49-F238E27FC236}">
                <a16:creationId xmlns:a16="http://schemas.microsoft.com/office/drawing/2014/main" id="{6FB1D2D6-54B8-4371-BB26-09163029B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6419850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2677A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77A"/>
                </a:solidFill>
              </a:defRPr>
            </a:pPr>
            <a:r>
              <a:rPr sz="1275" b="0">
                <a:solidFill>
                  <a:srgbClr val="52677A"/>
                </a:solidFill>
              </a:rPr>
              <a:t>43</a:t>
            </a:r>
          </a:p>
        </p:txBody>
      </p:sp>
    </p:spTree>
    <p:extLst>
      <p:ext uri="{BB962C8B-B14F-4D97-AF65-F5344CB8AC3E}">
        <p14:creationId xmlns:p14="http://schemas.microsoft.com/office/powerpoint/2010/main" val="1235741067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brand-rule">
            <a:extLst xmlns:a="http://schemas.openxmlformats.org/drawingml/2006/main">
              <a:ext uri="{FF2B5EF4-FFF2-40B4-BE49-F238E27FC236}">
                <a16:creationId xmlns:a16="http://schemas.microsoft.com/office/drawing/2014/main" id="{F78ECB60-30B7-439C-9DCD-2A9F4FF3D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5B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D682FD4A-41CA-4F03-9F37-394AA33CB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4825"/>
            <a:ext cx="11239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00" b="1">
                <a:solidFill>
                  <a:srgbClr val="17324D"/>
                </a:solidFill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Výzva 1: Od podezření k dokončené diagnostice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53ECC5-A9DE-4DC2-971F-04451E74F39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529562683e4f1a">
            <a:extLst>
              <a:ext uri="{96DAC541-7B7A-43D3-8B79-37D633B846F1}">
                <asvg:svgBlip xmlns:asvg="http://schemas.microsoft.com/office/drawing/2016/SVG/main" r:embed="Rd0edb2bec3304a4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47675" y="6343650"/>
            <a:ext cx="1504950" cy="409575"/>
          </a:xfrm>
          <a:prstGeom xmlns:a="http://schemas.openxmlformats.org/drawingml/2006/main" prst="rect">
            <a:avLst/>
          </a:prstGeom>
        </p:spPr>
      </p:pic>
      <p:sp>
        <p:nvSpPr>
          <p:cNvPr id="4" name="brand-rule">
            <a:extLst xmlns:a="http://schemas.openxmlformats.org/drawingml/2006/main">
              <a:ext uri="{FF2B5EF4-FFF2-40B4-BE49-F238E27FC236}">
                <a16:creationId xmlns:a16="http://schemas.microsoft.com/office/drawing/2014/main" id="{8CD40EF0-1056-44D7-86C4-DE2579172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6448425"/>
            <a:ext cx="9191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E5B17B26-23F1-4482-BAB3-FBC20DA1D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24000"/>
            <a:ext cx="2524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0065BD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0065BD"/>
                </a:solidFill>
              </a:defRPr>
            </a:pPr>
            <a:r>
              <a:rPr sz="1800" b="1">
                <a:solidFill>
                  <a:srgbClr val="0065BD"/>
                </a:solidFill>
              </a:rPr>
              <a:t>Problém</a:t>
            </a:r>
          </a:p>
        </p:txBody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368E9C20-0AC2-4B30-9FEE-AF6325EEF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1524000"/>
            <a:ext cx="84010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17324D"/>
                </a:solidFill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7324D"/>
                </a:solidFill>
              </a:defRPr>
            </a:pPr>
            <a:r>
              <a:rPr sz="1800" b="0">
                <a:solidFill>
                  <a:srgbClr val="17324D"/>
                </a:solidFill>
              </a:rPr>
              <a:t>Abnormální nález nebo příznak nemusí vést k včasnému dokončení vyšetření.</a:t>
            </a:r>
          </a:p>
        </p:txBody>
      </p:sp>
      <p:sp>
        <p:nvSpPr>
          <p:cNvPr id="7" name="text-5">
            <a:extLst xmlns:a="http://schemas.openxmlformats.org/drawingml/2006/main">
              <a:ext uri="{FF2B5EF4-FFF2-40B4-BE49-F238E27FC236}">
                <a16:creationId xmlns:a16="http://schemas.microsoft.com/office/drawing/2014/main" id="{7B9595C3-6219-4A08-8EFF-B8198E759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09825"/>
            <a:ext cx="2524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0065BD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0065BD"/>
                </a:solidFill>
              </a:defRPr>
            </a:pPr>
            <a:r>
              <a:rPr sz="1800" b="1">
                <a:solidFill>
                  <a:srgbClr val="0065BD"/>
                </a:solidFill>
              </a:rPr>
              <a:t>Prototyp</a:t>
            </a:r>
          </a:p>
        </p:txBody>
      </p:sp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FCA1ACB9-5560-40A7-952C-AFE6EB6C9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2409825"/>
            <a:ext cx="84010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17324D"/>
                </a:solidFill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7324D"/>
                </a:solidFill>
              </a:defRPr>
            </a:pPr>
            <a:r>
              <a:rPr sz="1800" b="0">
                <a:solidFill>
                  <a:srgbClr val="17324D"/>
                </a:solidFill>
              </a:rPr>
              <a:t>Pro jeden nádorový okruh evidovat vstupní podnět, lékařské posouzení, objednání, výsledek a další postup.</a:t>
            </a:r>
          </a:p>
        </p:txBody>
      </p:sp>
      <p:sp>
        <p:nvSpPr>
          <p:cNvPr id="9" name="text-7">
            <a:extLst xmlns:a="http://schemas.openxmlformats.org/drawingml/2006/main">
              <a:ext uri="{FF2B5EF4-FFF2-40B4-BE49-F238E27FC236}">
                <a16:creationId xmlns:a16="http://schemas.microsoft.com/office/drawing/2014/main" id="{EEB8CF4F-A039-44C1-A093-09A197B90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95650"/>
            <a:ext cx="2524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0065BD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0065BD"/>
                </a:solidFill>
              </a:defRPr>
            </a:pPr>
            <a:r>
              <a:rPr sz="1800" b="1">
                <a:solidFill>
                  <a:srgbClr val="0065BD"/>
                </a:solidFill>
              </a:rPr>
              <a:t>Různé vstupy</a:t>
            </a:r>
          </a:p>
        </p:txBody>
      </p:sp>
      <p:sp>
        <p:nvSpPr>
          <p:cNvPr id="10" name="text-8">
            <a:extLst xmlns:a="http://schemas.openxmlformats.org/drawingml/2006/main">
              <a:ext uri="{FF2B5EF4-FFF2-40B4-BE49-F238E27FC236}">
                <a16:creationId xmlns:a16="http://schemas.microsoft.com/office/drawing/2014/main" id="{C344E1A8-CE90-4029-95D4-5AA483793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3295650"/>
            <a:ext cx="84010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17324D"/>
                </a:solidFill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7324D"/>
                </a:solidFill>
              </a:defRPr>
            </a:pPr>
            <a:r>
              <a:rPr sz="1800" b="0">
                <a:solidFill>
                  <a:srgbClr val="17324D"/>
                </a:solidFill>
              </a:rPr>
              <a:t>Prs: abnormální screeningový nález. Plíce: podezřelý zobrazovací nález. Kolorektum: pozitivní screeningový test. Každý vstup má vlastní odborný postup.</a:t>
            </a:r>
          </a:p>
        </p:txBody>
      </p:sp>
      <p:sp>
        <p:nvSpPr>
          <p:cNvPr id="11" name="text-9">
            <a:extLst xmlns:a="http://schemas.openxmlformats.org/drawingml/2006/main">
              <a:ext uri="{FF2B5EF4-FFF2-40B4-BE49-F238E27FC236}">
                <a16:creationId xmlns:a16="http://schemas.microsoft.com/office/drawing/2014/main" id="{EFB2D902-7922-4AAF-9A24-3818FCC00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181475"/>
            <a:ext cx="2524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0065BD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0065BD"/>
                </a:solidFill>
              </a:defRPr>
            </a:pPr>
            <a:r>
              <a:rPr sz="1800" b="1">
                <a:solidFill>
                  <a:srgbClr val="0065BD"/>
                </a:solidFill>
              </a:rPr>
              <a:t>Ochrana pacienta</a:t>
            </a:r>
          </a:p>
        </p:txBody>
      </p:sp>
      <p:sp>
        <p:nvSpPr>
          <p:cNvPr id="12" name="text-10">
            <a:extLst xmlns:a="http://schemas.openxmlformats.org/drawingml/2006/main">
              <a:ext uri="{FF2B5EF4-FFF2-40B4-BE49-F238E27FC236}">
                <a16:creationId xmlns:a16="http://schemas.microsoft.com/office/drawing/2014/main" id="{FC7DB8F1-EC3C-43C4-B8E9-654E0A406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4181475"/>
            <a:ext cx="84010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17324D"/>
                </a:solidFill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7324D"/>
                </a:solidFill>
              </a:defRPr>
            </a:pPr>
            <a:r>
              <a:rPr sz="1800" b="0">
                <a:solidFill>
                  <a:srgbClr val="17324D"/>
                </a:solidFill>
              </a:rPr>
              <a:t>Pravidla a naléhavost schvaluje klinický garant. Negativní nebo neúplný výsledek nesmí případ automaticky uzavřít.</a:t>
            </a:r>
          </a:p>
        </p:txBody>
      </p:sp>
      <p:sp>
        <p:nvSpPr>
          <p:cNvPr id="13" name="text-11">
            <a:extLst xmlns:a="http://schemas.openxmlformats.org/drawingml/2006/main">
              <a:ext uri="{FF2B5EF4-FFF2-40B4-BE49-F238E27FC236}">
                <a16:creationId xmlns:a16="http://schemas.microsoft.com/office/drawing/2014/main" id="{EC9DA5D9-8D30-486C-A9F0-29E7812EE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067300"/>
            <a:ext cx="2524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0065BD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0065BD"/>
                </a:solidFill>
              </a:defRPr>
            </a:pPr>
            <a:r>
              <a:rPr sz="1800" b="1">
                <a:solidFill>
                  <a:srgbClr val="0065BD"/>
                </a:solidFill>
              </a:rPr>
              <a:t>Důkaz přínosu</a:t>
            </a:r>
          </a:p>
        </p:txBody>
      </p:sp>
      <p:sp>
        <p:nvSpPr>
          <p:cNvPr id="14" name="text-12">
            <a:extLst xmlns:a="http://schemas.openxmlformats.org/drawingml/2006/main">
              <a:ext uri="{FF2B5EF4-FFF2-40B4-BE49-F238E27FC236}">
                <a16:creationId xmlns:a16="http://schemas.microsoft.com/office/drawing/2014/main" id="{B152F057-7FC4-4F0E-ABF0-A98901C4A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5067300"/>
            <a:ext cx="84010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17324D"/>
                </a:solidFill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7324D"/>
                </a:solidFill>
              </a:defRPr>
            </a:pPr>
            <a:r>
              <a:rPr sz="1800" b="0">
                <a:solidFill>
                  <a:srgbClr val="17324D"/>
                </a:solidFill>
              </a:rPr>
              <a:t>Podíl dokončených diagnostických epizod a doba od podnětu k lékařskému vyhodnocení. Sledovat také falešná upozornění.</a:t>
            </a:r>
          </a:p>
        </p:txBody>
      </p:sp>
      <p:sp>
        <p:nvSpPr>
          <p:cNvPr id="15" name="text-13">
            <a:extLst xmlns:a="http://schemas.openxmlformats.org/drawingml/2006/main">
              <a:ext uri="{FF2B5EF4-FFF2-40B4-BE49-F238E27FC236}">
                <a16:creationId xmlns:a16="http://schemas.microsoft.com/office/drawing/2014/main" id="{EC5AD8EE-F1C7-44E5-8EA4-DA13947D5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6419850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2677A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77A"/>
                </a:solidFill>
              </a:defRPr>
            </a:pPr>
            <a:r>
              <a:rPr sz="1275" b="0">
                <a:solidFill>
                  <a:srgbClr val="52677A"/>
                </a:solidFill>
              </a:rPr>
              <a:t>44</a:t>
            </a:r>
          </a:p>
        </p:txBody>
      </p:sp>
    </p:spTree>
    <p:extLst>
      <p:ext uri="{BB962C8B-B14F-4D97-AF65-F5344CB8AC3E}">
        <p14:creationId xmlns:p14="http://schemas.microsoft.com/office/powerpoint/2010/main" val="343715520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brand-rule">
            <a:extLst xmlns:a="http://schemas.openxmlformats.org/drawingml/2006/main">
              <a:ext uri="{FF2B5EF4-FFF2-40B4-BE49-F238E27FC236}">
                <a16:creationId xmlns:a16="http://schemas.microsoft.com/office/drawing/2014/main" id="{831FD6A2-5E76-45C5-B1AA-E8B84F89E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5B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06D35899-1A84-402D-80D6-20A02DCBB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4825"/>
            <a:ext cx="11239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00" b="1">
                <a:solidFill>
                  <a:srgbClr val="17324D"/>
                </a:solidFill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Výzva 2: Správná péče na správném pracovišti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644FDC-5AC7-4267-B725-5302BF3EC79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ccc9c4daa345e3">
            <a:extLst>
              <a:ext uri="{96DAC541-7B7A-43D3-8B79-37D633B846F1}">
                <asvg:svgBlip xmlns:asvg="http://schemas.microsoft.com/office/drawing/2016/SVG/main" r:embed="R4dc8fa24bc8d46d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47675" y="6343650"/>
            <a:ext cx="1504950" cy="409575"/>
          </a:xfrm>
          <a:prstGeom xmlns:a="http://schemas.openxmlformats.org/drawingml/2006/main" prst="rect">
            <a:avLst/>
          </a:prstGeom>
        </p:spPr>
      </p:pic>
      <p:sp>
        <p:nvSpPr>
          <p:cNvPr id="4" name="brand-rule">
            <a:extLst xmlns:a="http://schemas.openxmlformats.org/drawingml/2006/main">
              <a:ext uri="{FF2B5EF4-FFF2-40B4-BE49-F238E27FC236}">
                <a16:creationId xmlns:a16="http://schemas.microsoft.com/office/drawing/2014/main" id="{E1132C5A-13EC-428E-8F33-11B40149C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6448425"/>
            <a:ext cx="9191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E475369B-74C8-4917-8CF7-03D02DA3F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24000"/>
            <a:ext cx="2524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0065BD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0065BD"/>
                </a:solidFill>
              </a:defRPr>
            </a:pPr>
            <a:r>
              <a:rPr sz="1800" b="1">
                <a:solidFill>
                  <a:srgbClr val="0065BD"/>
                </a:solidFill>
              </a:rPr>
              <a:t>Vstupy</a:t>
            </a:r>
          </a:p>
        </p:txBody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8C5463F5-314F-40EE-8EAB-4E55A9B2E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1524000"/>
            <a:ext cx="84010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17324D"/>
                </a:solidFill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7324D"/>
                </a:solidFill>
              </a:defRPr>
            </a:pPr>
            <a:r>
              <a:rPr sz="1800" b="0">
                <a:solidFill>
                  <a:srgbClr val="17324D"/>
                </a:solidFill>
              </a:rPr>
              <a:t>Diagnóza a fáze léčby, plánovaný výkon, potřeby pacienta, dostupné služby a kapacita regionu.</a:t>
            </a:r>
          </a:p>
        </p:txBody>
      </p:sp>
      <p:sp>
        <p:nvSpPr>
          <p:cNvPr id="7" name="text-5">
            <a:extLst xmlns:a="http://schemas.openxmlformats.org/drawingml/2006/main">
              <a:ext uri="{FF2B5EF4-FFF2-40B4-BE49-F238E27FC236}">
                <a16:creationId xmlns:a16="http://schemas.microsoft.com/office/drawing/2014/main" id="{222CB0E4-4843-48CE-A46F-2F1019FBC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09825"/>
            <a:ext cx="2524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0065BD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0065BD"/>
                </a:solidFill>
              </a:defRPr>
            </a:pPr>
            <a:r>
              <a:rPr sz="1800" b="1">
                <a:solidFill>
                  <a:srgbClr val="0065BD"/>
                </a:solidFill>
              </a:rPr>
              <a:t>Návrh systému</a:t>
            </a:r>
          </a:p>
        </p:txBody>
      </p:sp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164F2432-8A87-418C-A359-EAAA6693E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2409825"/>
            <a:ext cx="84010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17324D"/>
                </a:solidFill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7324D"/>
                </a:solidFill>
              </a:defRPr>
            </a:pPr>
            <a:r>
              <a:rPr sz="1800" b="0">
                <a:solidFill>
                  <a:srgbClr val="17324D"/>
                </a:solidFill>
              </a:rPr>
              <a:t>Nabídnout vhodné místo konkrétní části péče s vysvětlením splněných a chybějících podmínek.</a:t>
            </a:r>
          </a:p>
        </p:txBody>
      </p:sp>
      <p:sp>
        <p:nvSpPr>
          <p:cNvPr id="9" name="text-7">
            <a:extLst xmlns:a="http://schemas.openxmlformats.org/drawingml/2006/main">
              <a:ext uri="{FF2B5EF4-FFF2-40B4-BE49-F238E27FC236}">
                <a16:creationId xmlns:a16="http://schemas.microsoft.com/office/drawing/2014/main" id="{3DF61DA7-BDB5-444A-ACB0-A059C70FE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95650"/>
            <a:ext cx="2524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0065BD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0065BD"/>
                </a:solidFill>
              </a:defRPr>
            </a:pPr>
            <a:r>
              <a:rPr sz="1800" b="1">
                <a:solidFill>
                  <a:srgbClr val="0065BD"/>
                </a:solidFill>
              </a:rPr>
              <a:t>Rozhodnutí</a:t>
            </a:r>
          </a:p>
        </p:txBody>
      </p:sp>
      <p:sp>
        <p:nvSpPr>
          <p:cNvPr id="10" name="text-8">
            <a:extLst xmlns:a="http://schemas.openxmlformats.org/drawingml/2006/main">
              <a:ext uri="{FF2B5EF4-FFF2-40B4-BE49-F238E27FC236}">
                <a16:creationId xmlns:a16="http://schemas.microsoft.com/office/drawing/2014/main" id="{A5CC3521-C5EF-4347-AB49-E6AD998D2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3295650"/>
            <a:ext cx="84010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17324D"/>
                </a:solidFill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7324D"/>
                </a:solidFill>
              </a:defRPr>
            </a:pPr>
            <a:r>
              <a:rPr sz="1800" b="0">
                <a:solidFill>
                  <a:srgbClr val="17324D"/>
                </a:solidFill>
              </a:rPr>
              <a:t>Lékař potvrdí postup. Pacient zná důvod, alternativy a kontakt na centrum. Region výslovně přijme plán.</a:t>
            </a:r>
          </a:p>
        </p:txBody>
      </p:sp>
      <p:sp>
        <p:nvSpPr>
          <p:cNvPr id="11" name="text-9">
            <a:extLst xmlns:a="http://schemas.openxmlformats.org/drawingml/2006/main">
              <a:ext uri="{FF2B5EF4-FFF2-40B4-BE49-F238E27FC236}">
                <a16:creationId xmlns:a16="http://schemas.microsoft.com/office/drawing/2014/main" id="{66BACD04-7BE1-43CE-832D-72AA20C8C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181475"/>
            <a:ext cx="2524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0065BD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0065BD"/>
                </a:solidFill>
              </a:defRPr>
            </a:pPr>
            <a:r>
              <a:rPr sz="1800" b="1">
                <a:solidFill>
                  <a:srgbClr val="0065BD"/>
                </a:solidFill>
              </a:rPr>
              <a:t>Návrat</a:t>
            </a:r>
          </a:p>
        </p:txBody>
      </p:sp>
      <p:sp>
        <p:nvSpPr>
          <p:cNvPr id="12" name="text-10">
            <a:extLst xmlns:a="http://schemas.openxmlformats.org/drawingml/2006/main">
              <a:ext uri="{FF2B5EF4-FFF2-40B4-BE49-F238E27FC236}">
                <a16:creationId xmlns:a16="http://schemas.microsoft.com/office/drawing/2014/main" id="{E7FD0DBE-F2C0-4C0B-8394-80C6977E7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4181475"/>
            <a:ext cx="84010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17324D"/>
                </a:solidFill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7324D"/>
                </a:solidFill>
              </a:defRPr>
            </a:pPr>
            <a:r>
              <a:rPr sz="1800" b="0">
                <a:solidFill>
                  <a:srgbClr val="17324D"/>
                </a:solidFill>
              </a:rPr>
              <a:t>Nová komplikace, podezření na progresi nebo potřeba specializovaného výkonu vyvolá přehodnocení.</a:t>
            </a:r>
          </a:p>
        </p:txBody>
      </p:sp>
      <p:sp>
        <p:nvSpPr>
          <p:cNvPr id="13" name="text-11">
            <a:extLst xmlns:a="http://schemas.openxmlformats.org/drawingml/2006/main">
              <a:ext uri="{FF2B5EF4-FFF2-40B4-BE49-F238E27FC236}">
                <a16:creationId xmlns:a16="http://schemas.microsoft.com/office/drawing/2014/main" id="{4D085695-CB11-490D-B0A4-050D255E7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067300"/>
            <a:ext cx="2524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0065BD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0065BD"/>
                </a:solidFill>
              </a:defRPr>
            </a:pPr>
            <a:r>
              <a:rPr sz="1800" b="1">
                <a:solidFill>
                  <a:srgbClr val="0065BD"/>
                </a:solidFill>
              </a:rPr>
              <a:t>Ověření</a:t>
            </a:r>
          </a:p>
        </p:txBody>
      </p:sp>
      <p:sp>
        <p:nvSpPr>
          <p:cNvPr id="14" name="text-12">
            <a:extLst xmlns:a="http://schemas.openxmlformats.org/drawingml/2006/main">
              <a:ext uri="{FF2B5EF4-FFF2-40B4-BE49-F238E27FC236}">
                <a16:creationId xmlns:a16="http://schemas.microsoft.com/office/drawing/2014/main" id="{35CD9C3E-947F-4E38-8EC4-8198AD099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5067300"/>
            <a:ext cx="84010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17324D"/>
                </a:solidFill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7324D"/>
                </a:solidFill>
              </a:defRPr>
            </a:pPr>
            <a:r>
              <a:rPr sz="1800" b="0">
                <a:solidFill>
                  <a:srgbClr val="17324D"/>
                </a:solidFill>
              </a:rPr>
              <a:t>Měřit dobu předání, přerušenou návaznost, cestovní zátěž a neplánované návraty. Samotný počet přesunů nestačí.</a:t>
            </a:r>
          </a:p>
        </p:txBody>
      </p:sp>
      <p:sp>
        <p:nvSpPr>
          <p:cNvPr id="15" name="text-13">
            <a:extLst xmlns:a="http://schemas.openxmlformats.org/drawingml/2006/main">
              <a:ext uri="{FF2B5EF4-FFF2-40B4-BE49-F238E27FC236}">
                <a16:creationId xmlns:a16="http://schemas.microsoft.com/office/drawing/2014/main" id="{3B2BA60C-FE3A-401A-8C01-AD51E07D9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6419850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2677A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77A"/>
                </a:solidFill>
              </a:defRPr>
            </a:pPr>
            <a:r>
              <a:rPr sz="1275" b="0">
                <a:solidFill>
                  <a:srgbClr val="52677A"/>
                </a:solidFill>
              </a:rPr>
              <a:t>45</a:t>
            </a:r>
          </a:p>
        </p:txBody>
      </p:sp>
    </p:spTree>
    <p:extLst>
      <p:ext uri="{BB962C8B-B14F-4D97-AF65-F5344CB8AC3E}">
        <p14:creationId xmlns:p14="http://schemas.microsoft.com/office/powerpoint/2010/main" val="259349737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brand-rule">
            <a:extLst xmlns:a="http://schemas.openxmlformats.org/drawingml/2006/main">
              <a:ext uri="{FF2B5EF4-FFF2-40B4-BE49-F238E27FC236}">
                <a16:creationId xmlns:a16="http://schemas.microsoft.com/office/drawing/2014/main" id="{0E7A2AA6-F095-4798-86E3-D02E04514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5B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4FE63E80-4FD2-4753-A1FE-BBCB02773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4825"/>
            <a:ext cx="11239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00" b="1">
                <a:solidFill>
                  <a:srgbClr val="17324D"/>
                </a:solidFill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Výzva 3: Dopravní služba pro koordinátora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A7B893-FFA1-453C-AA37-7D784914D6D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1c806d47b24fd5">
            <a:extLst>
              <a:ext uri="{96DAC541-7B7A-43D3-8B79-37D633B846F1}">
                <asvg:svgBlip xmlns:asvg="http://schemas.microsoft.com/office/drawing/2016/SVG/main" r:embed="Rf5a50d78675048e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47675" y="6343650"/>
            <a:ext cx="1504950" cy="409575"/>
          </a:xfrm>
          <a:prstGeom xmlns:a="http://schemas.openxmlformats.org/drawingml/2006/main" prst="rect">
            <a:avLst/>
          </a:prstGeom>
        </p:spPr>
      </p:pic>
      <p:sp>
        <p:nvSpPr>
          <p:cNvPr id="4" name="brand-rule">
            <a:extLst xmlns:a="http://schemas.openxmlformats.org/drawingml/2006/main">
              <a:ext uri="{FF2B5EF4-FFF2-40B4-BE49-F238E27FC236}">
                <a16:creationId xmlns:a16="http://schemas.microsoft.com/office/drawing/2014/main" id="{FE249E11-B88F-44B7-B26A-39F288FBA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6448425"/>
            <a:ext cx="9191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A0A9B706-7AB9-4A6D-A459-20118F414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90675"/>
            <a:ext cx="5334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1">
                <a:solidFill>
                  <a:srgbClr val="0065BD"/>
                </a:solidFill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0065BD"/>
                </a:solidFill>
              </a:defRPr>
            </a:pPr>
            <a:r>
              <a:rPr sz="2175" b="1">
                <a:solidFill>
                  <a:srgbClr val="0065BD"/>
                </a:solidFill>
              </a:rPr>
              <a:t>Potřeba pacienta</a:t>
            </a:r>
          </a:p>
        </p:txBody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6BA2419E-086F-485E-A9B3-CD4E5F319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190750"/>
            <a:ext cx="5286375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17324D"/>
                </a:solidFill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7324D"/>
                </a:solidFill>
              </a:defRPr>
            </a:pPr>
            <a:r>
              <a:rPr sz="1875" b="0">
                <a:solidFill>
                  <a:srgbClr val="17324D"/>
                </a:solidFill>
              </a:rPr>
              <a:t>Čas a místo výkonu, očekávaný konec a cesta zpět.</a:t>
            </a:r>
          </a:p>
        </p:txBody>
      </p:sp>
      <p:sp>
        <p:nvSpPr>
          <p:cNvPr id="7" name="text-5">
            <a:extLst xmlns:a="http://schemas.openxmlformats.org/drawingml/2006/main">
              <a:ext uri="{FF2B5EF4-FFF2-40B4-BE49-F238E27FC236}">
                <a16:creationId xmlns:a16="http://schemas.microsoft.com/office/drawing/2014/main" id="{CC02FCAC-BB4A-439F-B7C1-3768FD730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33750"/>
            <a:ext cx="5286375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17324D"/>
                </a:solidFill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7324D"/>
                </a:solidFill>
              </a:defRPr>
            </a:pPr>
            <a:r>
              <a:rPr sz="1875" b="0">
                <a:solidFill>
                  <a:srgbClr val="17324D"/>
                </a:solidFill>
              </a:rPr>
              <a:t>Schopnost chůze a přesunu, vozík, schody, doprovod, únava a orientace.</a:t>
            </a:r>
          </a:p>
        </p:txBody>
      </p:sp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E4E3EE78-2E98-4398-9074-3136D248E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476750"/>
            <a:ext cx="5286375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17324D"/>
                </a:solidFill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7324D"/>
                </a:solidFill>
              </a:defRPr>
            </a:pPr>
            <a:r>
              <a:rPr sz="1875" b="0">
                <a:solidFill>
                  <a:srgbClr val="17324D"/>
                </a:solidFill>
              </a:rPr>
              <a:t>Koordinátor ověří vhodnost běžné dopravy. Zdravotní dohled nebo akutní stav vyžaduje jiný režim.</a:t>
            </a:r>
          </a:p>
        </p:txBody>
      </p:sp>
      <p:sp>
        <p:nvSpPr>
          <p:cNvPr id="9" name="text-7">
            <a:extLst xmlns:a="http://schemas.openxmlformats.org/drawingml/2006/main">
              <a:ext uri="{FF2B5EF4-FFF2-40B4-BE49-F238E27FC236}">
                <a16:creationId xmlns:a16="http://schemas.microsoft.com/office/drawing/2014/main" id="{B9BC9C84-CD5D-4E06-9820-A0DDB162F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590675"/>
            <a:ext cx="5334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1">
                <a:solidFill>
                  <a:srgbClr val="0065BD"/>
                </a:solidFill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0065BD"/>
                </a:solidFill>
              </a:defRPr>
            </a:pPr>
            <a:r>
              <a:rPr sz="2175" b="1">
                <a:solidFill>
                  <a:srgbClr val="0065BD"/>
                </a:solidFill>
              </a:rPr>
              <a:t>Síť dopravců</a:t>
            </a:r>
          </a:p>
        </p:txBody>
      </p:sp>
      <p:sp>
        <p:nvSpPr>
          <p:cNvPr id="10" name="text-8">
            <a:extLst xmlns:a="http://schemas.openxmlformats.org/drawingml/2006/main">
              <a:ext uri="{FF2B5EF4-FFF2-40B4-BE49-F238E27FC236}">
                <a16:creationId xmlns:a16="http://schemas.microsoft.com/office/drawing/2014/main" id="{1DB47419-488F-47C9-B98F-43260E3F9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190750"/>
            <a:ext cx="5286375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17324D"/>
                </a:solidFill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7324D"/>
                </a:solidFill>
              </a:defRPr>
            </a:pPr>
            <a:r>
              <a:rPr sz="1875" b="0">
                <a:solidFill>
                  <a:srgbClr val="17324D"/>
                </a:solidFill>
              </a:rPr>
              <a:t>Smluvní taxislužby a oprávnění jednotliví dopravci.</a:t>
            </a:r>
          </a:p>
        </p:txBody>
      </p:sp>
      <p:sp>
        <p:nvSpPr>
          <p:cNvPr id="11" name="text-9">
            <a:extLst xmlns:a="http://schemas.openxmlformats.org/drawingml/2006/main">
              <a:ext uri="{FF2B5EF4-FFF2-40B4-BE49-F238E27FC236}">
                <a16:creationId xmlns:a16="http://schemas.microsoft.com/office/drawing/2014/main" id="{D460F58A-0AFB-44CF-AAA9-0600BB85C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333750"/>
            <a:ext cx="5286375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17324D"/>
                </a:solidFill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7324D"/>
                </a:solidFill>
              </a:defRPr>
            </a:pPr>
            <a:r>
              <a:rPr sz="1875" b="0">
                <a:solidFill>
                  <a:srgbClr val="17324D"/>
                </a:solidFill>
              </a:rPr>
              <a:t>Ověření oprávnění, pojištění, schopnosti asistence, vozidel a pravidel mlčenlivosti.</a:t>
            </a:r>
          </a:p>
        </p:txBody>
      </p:sp>
      <p:sp>
        <p:nvSpPr>
          <p:cNvPr id="12" name="text-10">
            <a:extLst xmlns:a="http://schemas.openxmlformats.org/drawingml/2006/main">
              <a:ext uri="{FF2B5EF4-FFF2-40B4-BE49-F238E27FC236}">
                <a16:creationId xmlns:a16="http://schemas.microsoft.com/office/drawing/2014/main" id="{25D14DE3-47F9-4A8F-8446-98543CD96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476750"/>
            <a:ext cx="5286375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17324D"/>
                </a:solidFill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7324D"/>
                </a:solidFill>
              </a:defRPr>
            </a:pPr>
            <a:r>
              <a:rPr sz="1875" b="0">
                <a:solidFill>
                  <a:srgbClr val="17324D"/>
                </a:solidFill>
              </a:rPr>
              <a:t>Dostupnost v čase, náhradní kapacita, ceník a pravidla storna.</a:t>
            </a:r>
          </a:p>
        </p:txBody>
      </p:sp>
      <p:sp>
        <p:nvSpPr>
          <p:cNvPr id="13" name="text-11">
            <a:extLst xmlns:a="http://schemas.openxmlformats.org/drawingml/2006/main">
              <a:ext uri="{FF2B5EF4-FFF2-40B4-BE49-F238E27FC236}">
                <a16:creationId xmlns:a16="http://schemas.microsoft.com/office/drawing/2014/main" id="{9E39209D-353A-4A45-ADDC-DCCFFBD9A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810250"/>
            <a:ext cx="11144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0">
                <a:solidFill>
                  <a:srgbClr val="52677A"/>
                </a:solidFill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52677A"/>
                </a:solidFill>
              </a:defRPr>
            </a:pPr>
            <a:r>
              <a:rPr sz="1500" b="0">
                <a:solidFill>
                  <a:srgbClr val="52677A"/>
                </a:solidFill>
              </a:rPr>
              <a:t>Taxi lze použít u vhodného pacienta. Zdravotnickou dopravu indikuje oprávněný zdravotník podle zdravotní potřeby.</a:t>
            </a:r>
          </a:p>
        </p:txBody>
      </p:sp>
      <p:sp>
        <p:nvSpPr>
          <p:cNvPr id="14" name="text-12">
            <a:extLst xmlns:a="http://schemas.openxmlformats.org/drawingml/2006/main">
              <a:ext uri="{FF2B5EF4-FFF2-40B4-BE49-F238E27FC236}">
                <a16:creationId xmlns:a16="http://schemas.microsoft.com/office/drawing/2014/main" id="{C008BF07-B8AB-47CC-BC1B-FC0221EEC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6419850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2677A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77A"/>
                </a:solidFill>
              </a:defRPr>
            </a:pPr>
            <a:r>
              <a:rPr sz="1275" b="0">
                <a:solidFill>
                  <a:srgbClr val="52677A"/>
                </a:solidFill>
              </a:rPr>
              <a:t>46</a:t>
            </a:r>
          </a:p>
        </p:txBody>
      </p:sp>
    </p:spTree>
    <p:extLst>
      <p:ext uri="{BB962C8B-B14F-4D97-AF65-F5344CB8AC3E}">
        <p14:creationId xmlns:p14="http://schemas.microsoft.com/office/powerpoint/2010/main" val="1911504596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brand-rule">
            <a:extLst xmlns:a="http://schemas.openxmlformats.org/drawingml/2006/main">
              <a:ext uri="{FF2B5EF4-FFF2-40B4-BE49-F238E27FC236}">
                <a16:creationId xmlns:a16="http://schemas.microsoft.com/office/drawing/2014/main" id="{22499066-20CE-408F-8D9F-E12ABD684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5B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485405F9-6648-4545-BC54-9735F0FBE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4825"/>
            <a:ext cx="11239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00" b="1">
                <a:solidFill>
                  <a:srgbClr val="17324D"/>
                </a:solidFill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Doprava: objednání, dispečink a úhrada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638D50-621D-43B3-AF97-D557579B296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704bf93e244665">
            <a:extLst>
              <a:ext uri="{96DAC541-7B7A-43D3-8B79-37D633B846F1}">
                <asvg:svgBlip xmlns:asvg="http://schemas.microsoft.com/office/drawing/2016/SVG/main" r:embed="Rfd290e8c5cef472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47675" y="6343650"/>
            <a:ext cx="1504950" cy="409575"/>
          </a:xfrm>
          <a:prstGeom xmlns:a="http://schemas.openxmlformats.org/drawingml/2006/main" prst="rect">
            <a:avLst/>
          </a:prstGeom>
        </p:spPr>
      </p:pic>
      <p:sp>
        <p:nvSpPr>
          <p:cNvPr id="4" name="brand-rule">
            <a:extLst xmlns:a="http://schemas.openxmlformats.org/drawingml/2006/main">
              <a:ext uri="{FF2B5EF4-FFF2-40B4-BE49-F238E27FC236}">
                <a16:creationId xmlns:a16="http://schemas.microsoft.com/office/drawing/2014/main" id="{1C853A51-8150-4C58-A4D1-BFB570729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6448425"/>
            <a:ext cx="9191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D1DA6409-C505-491F-8162-5740F2F7F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24000"/>
            <a:ext cx="2524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0065BD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0065BD"/>
                </a:solidFill>
              </a:defRPr>
            </a:pPr>
            <a:r>
              <a:rPr sz="1800" b="1">
                <a:solidFill>
                  <a:srgbClr val="0065BD"/>
                </a:solidFill>
              </a:rPr>
              <a:t>Plán cesty</a:t>
            </a:r>
          </a:p>
        </p:txBody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96D07ECF-0E64-4E92-8E7A-198E63EF3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1524000"/>
            <a:ext cx="84010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17324D"/>
                </a:solidFill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7324D"/>
                </a:solidFill>
              </a:defRPr>
            </a:pPr>
            <a:r>
              <a:rPr sz="1800" b="0">
                <a:solidFill>
                  <a:srgbClr val="17324D"/>
                </a:solidFill>
              </a:rPr>
              <a:t>Izochrony vyjadřují dojezdový čas. Výpočet zahrne provoz, nástup, asistenci a rezervu před výkonem.</a:t>
            </a:r>
          </a:p>
        </p:txBody>
      </p:sp>
      <p:sp>
        <p:nvSpPr>
          <p:cNvPr id="7" name="text-5">
            <a:extLst xmlns:a="http://schemas.openxmlformats.org/drawingml/2006/main">
              <a:ext uri="{FF2B5EF4-FFF2-40B4-BE49-F238E27FC236}">
                <a16:creationId xmlns:a16="http://schemas.microsoft.com/office/drawing/2014/main" id="{C061945E-9AFE-404C-B038-404DA8329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09825"/>
            <a:ext cx="2524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0065BD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0065BD"/>
                </a:solidFill>
              </a:defRPr>
            </a:pPr>
            <a:r>
              <a:rPr sz="1800" b="1">
                <a:solidFill>
                  <a:srgbClr val="0065BD"/>
                </a:solidFill>
              </a:rPr>
              <a:t>Přiřazení</a:t>
            </a:r>
          </a:p>
        </p:txBody>
      </p:sp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BB353B73-BD4F-44E2-B3E4-2722A8C6F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2409825"/>
            <a:ext cx="84010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17324D"/>
                </a:solidFill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7324D"/>
                </a:solidFill>
              </a:defRPr>
            </a:pPr>
            <a:r>
              <a:rPr sz="1800" b="0">
                <a:solidFill>
                  <a:srgbClr val="17324D"/>
                </a:solidFill>
              </a:rPr>
              <a:t>Dostupný řidič a vhodné vozidlo. Potvrzení objednávky, upozornění na zpoždění a náhradní dopravce.</a:t>
            </a:r>
          </a:p>
        </p:txBody>
      </p:sp>
      <p:sp>
        <p:nvSpPr>
          <p:cNvPr id="9" name="text-7">
            <a:extLst xmlns:a="http://schemas.openxmlformats.org/drawingml/2006/main">
              <a:ext uri="{FF2B5EF4-FFF2-40B4-BE49-F238E27FC236}">
                <a16:creationId xmlns:a16="http://schemas.microsoft.com/office/drawing/2014/main" id="{D98DFA74-153D-4846-99EF-68B908B7D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95650"/>
            <a:ext cx="2524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0065BD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0065BD"/>
                </a:solidFill>
              </a:defRPr>
            </a:pPr>
            <a:r>
              <a:rPr sz="1800" b="1">
                <a:solidFill>
                  <a:srgbClr val="0065BD"/>
                </a:solidFill>
              </a:rPr>
              <a:t>Předání a návrat</a:t>
            </a:r>
          </a:p>
        </p:txBody>
      </p:sp>
      <p:sp>
        <p:nvSpPr>
          <p:cNvPr id="10" name="text-8">
            <a:extLst xmlns:a="http://schemas.openxmlformats.org/drawingml/2006/main">
              <a:ext uri="{FF2B5EF4-FFF2-40B4-BE49-F238E27FC236}">
                <a16:creationId xmlns:a16="http://schemas.microsoft.com/office/drawing/2014/main" id="{A7CF4346-49F0-4DB4-BB93-11D736443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3295650"/>
            <a:ext cx="84010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17324D"/>
                </a:solidFill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7324D"/>
                </a:solidFill>
              </a:defRPr>
            </a:pPr>
            <a:r>
              <a:rPr sz="1800" b="0">
                <a:solidFill>
                  <a:srgbClr val="17324D"/>
                </a:solidFill>
              </a:rPr>
              <a:t>Potvrzený příjezd k pracovišti. Návrat se řídí skutečným uvolněním pacienta, nikoli jen původním odhadem.</a:t>
            </a:r>
          </a:p>
        </p:txBody>
      </p:sp>
      <p:sp>
        <p:nvSpPr>
          <p:cNvPr id="11" name="text-9">
            <a:extLst xmlns:a="http://schemas.openxmlformats.org/drawingml/2006/main">
              <a:ext uri="{FF2B5EF4-FFF2-40B4-BE49-F238E27FC236}">
                <a16:creationId xmlns:a16="http://schemas.microsoft.com/office/drawing/2014/main" id="{FA135520-9209-42A0-82C5-B4F78D99E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181475"/>
            <a:ext cx="2524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0065BD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0065BD"/>
                </a:solidFill>
              </a:defRPr>
            </a:pPr>
            <a:r>
              <a:rPr sz="1800" b="1">
                <a:solidFill>
                  <a:srgbClr val="0065BD"/>
                </a:solidFill>
              </a:rPr>
              <a:t>Cena a plátce</a:t>
            </a:r>
          </a:p>
        </p:txBody>
      </p:sp>
      <p:sp>
        <p:nvSpPr>
          <p:cNvPr id="12" name="text-10">
            <a:extLst xmlns:a="http://schemas.openxmlformats.org/drawingml/2006/main">
              <a:ext uri="{FF2B5EF4-FFF2-40B4-BE49-F238E27FC236}">
                <a16:creationId xmlns:a16="http://schemas.microsoft.com/office/drawing/2014/main" id="{E637DBF7-C944-48BE-8554-8549DE496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4181475"/>
            <a:ext cx="84010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17324D"/>
                </a:solidFill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7324D"/>
                </a:solidFill>
              </a:defRPr>
            </a:pPr>
            <a:r>
              <a:rPr sz="1800" b="0">
                <a:solidFill>
                  <a:srgbClr val="17324D"/>
                </a:solidFill>
              </a:rPr>
              <a:t>Odhad před objednáním: trasa, čekání, asistence a storno. Určený plátce a schvalovací limit. Úhrada taxi není automatický nárok z pojištění.</a:t>
            </a:r>
          </a:p>
        </p:txBody>
      </p:sp>
      <p:sp>
        <p:nvSpPr>
          <p:cNvPr id="13" name="text-11">
            <a:extLst xmlns:a="http://schemas.openxmlformats.org/drawingml/2006/main">
              <a:ext uri="{FF2B5EF4-FFF2-40B4-BE49-F238E27FC236}">
                <a16:creationId xmlns:a16="http://schemas.microsoft.com/office/drawing/2014/main" id="{303A475A-9D41-423D-99EC-12FB3AF04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067300"/>
            <a:ext cx="2524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0065BD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0065BD"/>
                </a:solidFill>
              </a:defRPr>
            </a:pPr>
            <a:r>
              <a:rPr sz="1800" b="1">
                <a:solidFill>
                  <a:srgbClr val="0065BD"/>
                </a:solidFill>
              </a:rPr>
              <a:t>Minimum dat</a:t>
            </a:r>
          </a:p>
        </p:txBody>
      </p:sp>
      <p:sp>
        <p:nvSpPr>
          <p:cNvPr id="14" name="text-12">
            <a:extLst xmlns:a="http://schemas.openxmlformats.org/drawingml/2006/main">
              <a:ext uri="{FF2B5EF4-FFF2-40B4-BE49-F238E27FC236}">
                <a16:creationId xmlns:a16="http://schemas.microsoft.com/office/drawing/2014/main" id="{E3326BE7-F59E-4383-B784-B8A6C99CA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5067300"/>
            <a:ext cx="84010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17324D"/>
                </a:solidFill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7324D"/>
                </a:solidFill>
              </a:defRPr>
            </a:pPr>
            <a:r>
              <a:rPr sz="1800" b="0">
                <a:solidFill>
                  <a:srgbClr val="17324D"/>
                </a:solidFill>
              </a:rPr>
              <a:t>Řidič dostane kontakt, místo a funkční potřeby pro cestu. Diagnózu ani onkologickou dokumentaci pro objednání nepotřebuje.</a:t>
            </a:r>
          </a:p>
        </p:txBody>
      </p:sp>
      <p:sp>
        <p:nvSpPr>
          <p:cNvPr id="15" name="text-13">
            <a:extLst xmlns:a="http://schemas.openxmlformats.org/drawingml/2006/main">
              <a:ext uri="{FF2B5EF4-FFF2-40B4-BE49-F238E27FC236}">
                <a16:creationId xmlns:a16="http://schemas.microsoft.com/office/drawing/2014/main" id="{20928140-50B4-4009-8086-35D3A4447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53125"/>
            <a:ext cx="11096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2677A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2677A"/>
                </a:solidFill>
              </a:defRPr>
            </a:pPr>
            <a:r>
              <a:rPr sz="1350" b="0">
                <a:solidFill>
                  <a:srgbClr val="52677A"/>
                </a:solidFill>
              </a:rPr>
              <a:t>Prototyp prokáže včasné příjezdy, zvládnutí výpadku a dohledatelnou konečnou cenu.</a:t>
            </a:r>
          </a:p>
        </p:txBody>
      </p:sp>
      <p:sp>
        <p:nvSpPr>
          <p:cNvPr id="16" name="text-14">
            <a:extLst xmlns:a="http://schemas.openxmlformats.org/drawingml/2006/main">
              <a:ext uri="{FF2B5EF4-FFF2-40B4-BE49-F238E27FC236}">
                <a16:creationId xmlns:a16="http://schemas.microsoft.com/office/drawing/2014/main" id="{FCA6FFAF-0936-4A01-82C6-CAE0719FD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6419850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2677A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77A"/>
                </a:solidFill>
              </a:defRPr>
            </a:pPr>
            <a:r>
              <a:rPr sz="1275" b="0">
                <a:solidFill>
                  <a:srgbClr val="52677A"/>
                </a:solidFill>
              </a:rPr>
              <a:t>47</a:t>
            </a:r>
          </a:p>
        </p:txBody>
      </p:sp>
    </p:spTree>
    <p:extLst>
      <p:ext uri="{BB962C8B-B14F-4D97-AF65-F5344CB8AC3E}">
        <p14:creationId xmlns:p14="http://schemas.microsoft.com/office/powerpoint/2010/main" val="510938305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brand-rule">
            <a:extLst xmlns:a="http://schemas.openxmlformats.org/drawingml/2006/main">
              <a:ext uri="{FF2B5EF4-FFF2-40B4-BE49-F238E27FC236}">
                <a16:creationId xmlns:a16="http://schemas.microsoft.com/office/drawing/2014/main" id="{1CA66B8F-14F2-43A8-AC5C-DA0FE570F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5B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9AF02FEC-32E5-4694-9757-12D2D2E37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4825"/>
            <a:ext cx="11239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00" b="1">
                <a:solidFill>
                  <a:srgbClr val="17324D"/>
                </a:solidFill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Výzva 4: Dokumentace dostupná koordinátorovi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5BDC68-683E-40DF-BF94-4DD393B5E2B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63c2702c534428">
            <a:extLst>
              <a:ext uri="{96DAC541-7B7A-43D3-8B79-37D633B846F1}">
                <asvg:svgBlip xmlns:asvg="http://schemas.microsoft.com/office/drawing/2016/SVG/main" r:embed="R348cb557205a4a5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47675" y="6343650"/>
            <a:ext cx="1504950" cy="409575"/>
          </a:xfrm>
          <a:prstGeom xmlns:a="http://schemas.openxmlformats.org/drawingml/2006/main" prst="rect">
            <a:avLst/>
          </a:prstGeom>
        </p:spPr>
      </p:pic>
      <p:sp>
        <p:nvSpPr>
          <p:cNvPr id="4" name="brand-rule">
            <a:extLst xmlns:a="http://schemas.openxmlformats.org/drawingml/2006/main">
              <a:ext uri="{FF2B5EF4-FFF2-40B4-BE49-F238E27FC236}">
                <a16:creationId xmlns:a16="http://schemas.microsoft.com/office/drawing/2014/main" id="{2437F3C1-32FF-4CCA-BCB0-DC1EEC670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6448425"/>
            <a:ext cx="9191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58733D11-7BD4-40C5-9DA9-EE6B2DA12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24000"/>
            <a:ext cx="2524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0065BD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0065BD"/>
                </a:solidFill>
              </a:defRPr>
            </a:pPr>
            <a:r>
              <a:rPr sz="1800" b="1">
                <a:solidFill>
                  <a:srgbClr val="0065BD"/>
                </a:solidFill>
              </a:rPr>
              <a:t>Koordinátor u poskytovatele</a:t>
            </a:r>
          </a:p>
        </p:txBody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DBCB162E-C818-4F4B-9E31-D7E16E967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1524000"/>
            <a:ext cx="84010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17324D"/>
                </a:solidFill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7324D"/>
                </a:solidFill>
              </a:defRPr>
            </a:pPr>
            <a:r>
              <a:rPr sz="1800" b="0">
                <a:solidFill>
                  <a:srgbClr val="17324D"/>
                </a:solidFill>
              </a:rPr>
              <a:t>Přístup podle skutečné pracovní role a nezbytnosti pro péči. Označení „koordinátor“ samo oprávnění nevytváří.</a:t>
            </a:r>
          </a:p>
        </p:txBody>
      </p:sp>
      <p:sp>
        <p:nvSpPr>
          <p:cNvPr id="7" name="text-5">
            <a:extLst xmlns:a="http://schemas.openxmlformats.org/drawingml/2006/main">
              <a:ext uri="{FF2B5EF4-FFF2-40B4-BE49-F238E27FC236}">
                <a16:creationId xmlns:a16="http://schemas.microsoft.com/office/drawing/2014/main" id="{ECEA54E6-AD0B-44DB-BC65-618D2E480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09825"/>
            <a:ext cx="2524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0065BD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0065BD"/>
                </a:solidFill>
              </a:defRPr>
            </a:pPr>
            <a:r>
              <a:rPr sz="1800" b="1">
                <a:solidFill>
                  <a:srgbClr val="0065BD"/>
                </a:solidFill>
              </a:rPr>
              <a:t>Mezi poskytovateli</a:t>
            </a:r>
          </a:p>
        </p:txBody>
      </p:sp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78CB7BAD-CEF9-4543-BD3D-23307E3DA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2409825"/>
            <a:ext cx="84010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17324D"/>
                </a:solidFill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7324D"/>
                </a:solidFill>
              </a:defRPr>
            </a:pPr>
            <a:r>
              <a:rPr sz="1800" b="0">
                <a:solidFill>
                  <a:srgbClr val="17324D"/>
                </a:solidFill>
              </a:rPr>
              <a:t>Zákon umožňuje předat potřebné informace pro návaznost péče. Systém ověří příjemce, účel a rozsah.</a:t>
            </a:r>
          </a:p>
        </p:txBody>
      </p:sp>
      <p:sp>
        <p:nvSpPr>
          <p:cNvPr id="9" name="text-7">
            <a:extLst xmlns:a="http://schemas.openxmlformats.org/drawingml/2006/main">
              <a:ext uri="{FF2B5EF4-FFF2-40B4-BE49-F238E27FC236}">
                <a16:creationId xmlns:a16="http://schemas.microsoft.com/office/drawing/2014/main" id="{7594B12B-C497-43DA-9F73-9292BF5C5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95650"/>
            <a:ext cx="2524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0065BD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0065BD"/>
                </a:solidFill>
              </a:defRPr>
            </a:pPr>
            <a:r>
              <a:rPr sz="1800" b="1">
                <a:solidFill>
                  <a:srgbClr val="0065BD"/>
                </a:solidFill>
              </a:rPr>
              <a:t>Externí koordinátor</a:t>
            </a:r>
          </a:p>
        </p:txBody>
      </p:sp>
      <p:sp>
        <p:nvSpPr>
          <p:cNvPr id="10" name="text-8">
            <a:extLst xmlns:a="http://schemas.openxmlformats.org/drawingml/2006/main">
              <a:ext uri="{FF2B5EF4-FFF2-40B4-BE49-F238E27FC236}">
                <a16:creationId xmlns:a16="http://schemas.microsoft.com/office/drawing/2014/main" id="{03E53916-6E96-4F96-8054-608A02A0D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3295650"/>
            <a:ext cx="84010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17324D"/>
                </a:solidFill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7324D"/>
                </a:solidFill>
              </a:defRPr>
            </a:pPr>
            <a:r>
              <a:rPr sz="1800" b="0">
                <a:solidFill>
                  <a:srgbClr val="17324D"/>
                </a:solidFill>
              </a:rPr>
              <a:t>Nutno posoudit jeho postavení. Pověření pacientem může umožnit určený přístup, ne automaticky neomezené další zpracování.</a:t>
            </a:r>
          </a:p>
        </p:txBody>
      </p:sp>
      <p:sp>
        <p:nvSpPr>
          <p:cNvPr id="11" name="text-9">
            <a:extLst xmlns:a="http://schemas.openxmlformats.org/drawingml/2006/main">
              <a:ext uri="{FF2B5EF4-FFF2-40B4-BE49-F238E27FC236}">
                <a16:creationId xmlns:a16="http://schemas.microsoft.com/office/drawing/2014/main" id="{11B5243C-E076-49F8-87A0-41F1ED3E4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181475"/>
            <a:ext cx="2524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0065BD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0065BD"/>
                </a:solidFill>
              </a:defRPr>
            </a:pPr>
            <a:r>
              <a:rPr sz="1800" b="1">
                <a:solidFill>
                  <a:srgbClr val="0065BD"/>
                </a:solidFill>
              </a:rPr>
              <a:t>Dodavatel aplikace</a:t>
            </a:r>
          </a:p>
        </p:txBody>
      </p:sp>
      <p:sp>
        <p:nvSpPr>
          <p:cNvPr id="12" name="text-10">
            <a:extLst xmlns:a="http://schemas.openxmlformats.org/drawingml/2006/main">
              <a:ext uri="{FF2B5EF4-FFF2-40B4-BE49-F238E27FC236}">
                <a16:creationId xmlns:a16="http://schemas.microsoft.com/office/drawing/2014/main" id="{FBB1822A-3CEA-46C6-977C-485199A20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4181475"/>
            <a:ext cx="84010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17324D"/>
                </a:solidFill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7324D"/>
                </a:solidFill>
              </a:defRPr>
            </a:pPr>
            <a:r>
              <a:rPr sz="1800" b="0">
                <a:solidFill>
                  <a:srgbClr val="17324D"/>
                </a:solidFill>
              </a:rPr>
              <a:t>Pokud jedná jako zpracovatel, potřebuje smluvní rámec podle čl. 28 GDPR. Smlouva sama nerozšiřuje oprávnění uživatelů.</a:t>
            </a:r>
          </a:p>
        </p:txBody>
      </p:sp>
      <p:sp>
        <p:nvSpPr>
          <p:cNvPr id="13" name="text-11">
            <a:extLst xmlns:a="http://schemas.openxmlformats.org/drawingml/2006/main">
              <a:ext uri="{FF2B5EF4-FFF2-40B4-BE49-F238E27FC236}">
                <a16:creationId xmlns:a16="http://schemas.microsoft.com/office/drawing/2014/main" id="{F521FEDC-B055-4F3A-B1B0-243890E77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067300"/>
            <a:ext cx="2524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0065BD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0065BD"/>
                </a:solidFill>
              </a:defRPr>
            </a:pPr>
            <a:r>
              <a:rPr sz="1800" b="1">
                <a:solidFill>
                  <a:srgbClr val="0065BD"/>
                </a:solidFill>
              </a:rPr>
              <a:t>Právní výstup týmu</a:t>
            </a:r>
          </a:p>
        </p:txBody>
      </p:sp>
      <p:sp>
        <p:nvSpPr>
          <p:cNvPr id="14" name="text-12">
            <a:extLst xmlns:a="http://schemas.openxmlformats.org/drawingml/2006/main">
              <a:ext uri="{FF2B5EF4-FFF2-40B4-BE49-F238E27FC236}">
                <a16:creationId xmlns:a16="http://schemas.microsoft.com/office/drawing/2014/main" id="{59025BB2-98C5-489D-8B7F-787BD7B4F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5067300"/>
            <a:ext cx="84010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17324D"/>
                </a:solidFill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7324D"/>
                </a:solidFill>
              </a:defRPr>
            </a:pPr>
            <a:r>
              <a:rPr sz="1800" b="0">
                <a:solidFill>
                  <a:srgbClr val="17324D"/>
                </a:solidFill>
              </a:rPr>
              <a:t>Matice rolí, účelů a oprávnění. Pro každé zpracování titul podle čl. 6 a podmínka čl. 9 GDPR, mlčenlivost a doba uchování.</a:t>
            </a:r>
          </a:p>
        </p:txBody>
      </p:sp>
      <p:sp>
        <p:nvSpPr>
          <p:cNvPr id="15" name="text-13">
            <a:extLst xmlns:a="http://schemas.openxmlformats.org/drawingml/2006/main">
              <a:ext uri="{FF2B5EF4-FFF2-40B4-BE49-F238E27FC236}">
                <a16:creationId xmlns:a16="http://schemas.microsoft.com/office/drawing/2014/main" id="{BA2F1277-3DEE-46F7-9786-6FE459B35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53125"/>
            <a:ext cx="11096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2677A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2677A"/>
                </a:solidFill>
              </a:defRPr>
            </a:pPr>
            <a:r>
              <a:rPr sz="1350" b="0">
                <a:solidFill>
                  <a:srgbClr val="52677A"/>
                </a:solidFill>
              </a:rPr>
              <a:t>Koncepční právní rozbor pro návrh. Konkrétní model schválí poskytovatel s právníkem a pověřencem pro ochranu údajů.</a:t>
            </a:r>
          </a:p>
        </p:txBody>
      </p:sp>
      <p:sp>
        <p:nvSpPr>
          <p:cNvPr id="16" name="text-14">
            <a:extLst xmlns:a="http://schemas.openxmlformats.org/drawingml/2006/main">
              <a:ext uri="{FF2B5EF4-FFF2-40B4-BE49-F238E27FC236}">
                <a16:creationId xmlns:a16="http://schemas.microsoft.com/office/drawing/2014/main" id="{F3CD05A0-2913-4A2C-A1E8-042FAE956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6419850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2677A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77A"/>
                </a:solidFill>
              </a:defRPr>
            </a:pPr>
            <a:r>
              <a:rPr sz="1275" b="0">
                <a:solidFill>
                  <a:srgbClr val="52677A"/>
                </a:solidFill>
              </a:rPr>
              <a:t>48</a:t>
            </a:r>
          </a:p>
        </p:txBody>
      </p:sp>
    </p:spTree>
    <p:extLst>
      <p:ext uri="{BB962C8B-B14F-4D97-AF65-F5344CB8AC3E}">
        <p14:creationId xmlns:p14="http://schemas.microsoft.com/office/powerpoint/2010/main" val="1644489498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brand-rule">
            <a:extLst xmlns:a="http://schemas.openxmlformats.org/drawingml/2006/main">
              <a:ext uri="{FF2B5EF4-FFF2-40B4-BE49-F238E27FC236}">
                <a16:creationId xmlns:a16="http://schemas.microsoft.com/office/drawing/2014/main" id="{B54FD963-9AB4-4238-BF19-49C910D17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5B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A6C5567F-1068-4B10-B761-CC8BA5398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4825"/>
            <a:ext cx="11239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00" b="1">
                <a:solidFill>
                  <a:srgbClr val="17324D"/>
                </a:solidFill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Extrakce nezbytných informací z dokumentace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8E41C3-E2B3-4718-A951-65430F482CE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d2218cfd6d45c3">
            <a:extLst>
              <a:ext uri="{96DAC541-7B7A-43D3-8B79-37D633B846F1}">
                <asvg:svgBlip xmlns:asvg="http://schemas.microsoft.com/office/drawing/2016/SVG/main" r:embed="R6c306e027b15469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47675" y="6343650"/>
            <a:ext cx="1504950" cy="409575"/>
          </a:xfrm>
          <a:prstGeom xmlns:a="http://schemas.openxmlformats.org/drawingml/2006/main" prst="rect">
            <a:avLst/>
          </a:prstGeom>
        </p:spPr>
      </p:pic>
      <p:sp>
        <p:nvSpPr>
          <p:cNvPr id="4" name="brand-rule">
            <a:extLst xmlns:a="http://schemas.openxmlformats.org/drawingml/2006/main">
              <a:ext uri="{FF2B5EF4-FFF2-40B4-BE49-F238E27FC236}">
                <a16:creationId xmlns:a16="http://schemas.microsoft.com/office/drawing/2014/main" id="{9A4EC0B2-7AA4-44A3-B676-F1CA4B24D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6448425"/>
            <a:ext cx="9191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38FBF38D-AE6D-48E4-813A-3401C565C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19250"/>
            <a:ext cx="2571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4800" b="1">
                <a:solidFill>
                  <a:srgbClr val="0065BD"/>
                </a:solidFill>
              </a:defRPr>
            </a:defPPr>
          </a:lstStyle>
          <a:p xmlns:a="http://schemas.openxmlformats.org/drawingml/2006/main">
            <a:pPr>
              <a:defRPr sz="4800" b="1">
                <a:solidFill>
                  <a:srgbClr val="0065BD"/>
                </a:solidFill>
              </a:defRPr>
            </a:pPr>
            <a:r>
              <a:rPr sz="4800" b="1">
                <a:solidFill>
                  <a:srgbClr val="0065BD"/>
                </a:solidFill>
              </a:rPr>
              <a:t>01</a:t>
            </a:r>
          </a:p>
        </p:txBody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C82EA66F-3CB6-4B91-83B6-60AE34CE2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19375"/>
            <a:ext cx="26003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17324D"/>
                </a:solidFill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7324D"/>
                </a:solidFill>
              </a:defRPr>
            </a:pPr>
            <a:r>
              <a:rPr sz="2100" b="1">
                <a:solidFill>
                  <a:srgbClr val="17324D"/>
                </a:solidFill>
              </a:rPr>
              <a:t>Oprávněný vstup</a:t>
            </a:r>
          </a:p>
        </p:txBody>
      </p:sp>
      <p:sp>
        <p:nvSpPr>
          <p:cNvPr id="7" name="text-5">
            <a:extLst xmlns:a="http://schemas.openxmlformats.org/drawingml/2006/main">
              <a:ext uri="{FF2B5EF4-FFF2-40B4-BE49-F238E27FC236}">
                <a16:creationId xmlns:a16="http://schemas.microsoft.com/office/drawing/2014/main" id="{0EF11230-BBB3-4333-AB15-E88B56FC3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19500"/>
            <a:ext cx="25717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17324D"/>
                </a:solidFill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7324D"/>
                </a:solidFill>
              </a:defRPr>
            </a:pPr>
            <a:r>
              <a:rPr sz="1800" b="0">
                <a:solidFill>
                  <a:srgbClr val="17324D"/>
                </a:solidFill>
              </a:rPr>
              <a:t>Ověřený zdroj, identita pacienta a účel přístupu.</a:t>
            </a:r>
          </a:p>
        </p:txBody>
      </p:sp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541F7B02-E0EC-4E80-91BB-77AEA5086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1619250"/>
            <a:ext cx="2571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4800" b="1">
                <a:solidFill>
                  <a:srgbClr val="0065BD"/>
                </a:solidFill>
              </a:defRPr>
            </a:defPPr>
          </a:lstStyle>
          <a:p xmlns:a="http://schemas.openxmlformats.org/drawingml/2006/main">
            <a:pPr>
              <a:defRPr sz="4800" b="1">
                <a:solidFill>
                  <a:srgbClr val="0065BD"/>
                </a:solidFill>
              </a:defRPr>
            </a:pPr>
            <a:r>
              <a:rPr sz="4800" b="1">
                <a:solidFill>
                  <a:srgbClr val="0065BD"/>
                </a:solidFill>
              </a:rPr>
              <a:t>02</a:t>
            </a:r>
          </a:p>
        </p:txBody>
      </p:sp>
      <p:sp>
        <p:nvSpPr>
          <p:cNvPr id="9" name="text-7">
            <a:extLst xmlns:a="http://schemas.openxmlformats.org/drawingml/2006/main">
              <a:ext uri="{FF2B5EF4-FFF2-40B4-BE49-F238E27FC236}">
                <a16:creationId xmlns:a16="http://schemas.microsoft.com/office/drawing/2014/main" id="{A30349F3-8F26-4F86-8334-D8006488A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2619375"/>
            <a:ext cx="26003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17324D"/>
                </a:solidFill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7324D"/>
                </a:solidFill>
              </a:defRPr>
            </a:pPr>
            <a:r>
              <a:rPr sz="2100" b="1">
                <a:solidFill>
                  <a:srgbClr val="17324D"/>
                </a:solidFill>
              </a:rPr>
              <a:t>Výběr údajů</a:t>
            </a:r>
          </a:p>
        </p:txBody>
      </p:sp>
      <p:sp>
        <p:nvSpPr>
          <p:cNvPr id="10" name="text-8">
            <a:extLst xmlns:a="http://schemas.openxmlformats.org/drawingml/2006/main">
              <a:ext uri="{FF2B5EF4-FFF2-40B4-BE49-F238E27FC236}">
                <a16:creationId xmlns:a16="http://schemas.microsoft.com/office/drawing/2014/main" id="{7B019926-2D0B-45B1-B88E-1AC9F5496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3619500"/>
            <a:ext cx="25717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17324D"/>
                </a:solidFill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7324D"/>
                </a:solidFill>
              </a:defRPr>
            </a:pPr>
            <a:r>
              <a:rPr sz="1800" b="0">
                <a:solidFill>
                  <a:srgbClr val="17324D"/>
                </a:solidFill>
              </a:rPr>
              <a:t>Jen pole potřebná pro konkrétní koordinační úkol.</a:t>
            </a:r>
          </a:p>
        </p:txBody>
      </p:sp>
      <p:sp>
        <p:nvSpPr>
          <p:cNvPr id="11" name="text-9">
            <a:extLst xmlns:a="http://schemas.openxmlformats.org/drawingml/2006/main">
              <a:ext uri="{FF2B5EF4-FFF2-40B4-BE49-F238E27FC236}">
                <a16:creationId xmlns:a16="http://schemas.microsoft.com/office/drawing/2014/main" id="{AC48E175-687C-4232-A948-C83547257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619250"/>
            <a:ext cx="2571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4800" b="1">
                <a:solidFill>
                  <a:srgbClr val="0065BD"/>
                </a:solidFill>
              </a:defRPr>
            </a:defPPr>
          </a:lstStyle>
          <a:p xmlns:a="http://schemas.openxmlformats.org/drawingml/2006/main">
            <a:pPr>
              <a:defRPr sz="4800" b="1">
                <a:solidFill>
                  <a:srgbClr val="0065BD"/>
                </a:solidFill>
              </a:defRPr>
            </a:pPr>
            <a:r>
              <a:rPr sz="4800" b="1">
                <a:solidFill>
                  <a:srgbClr val="0065BD"/>
                </a:solidFill>
              </a:rPr>
              <a:t>03</a:t>
            </a:r>
          </a:p>
        </p:txBody>
      </p:sp>
      <p:sp>
        <p:nvSpPr>
          <p:cNvPr id="12" name="text-10">
            <a:extLst xmlns:a="http://schemas.openxmlformats.org/drawingml/2006/main">
              <a:ext uri="{FF2B5EF4-FFF2-40B4-BE49-F238E27FC236}">
                <a16:creationId xmlns:a16="http://schemas.microsoft.com/office/drawing/2014/main" id="{87D562DB-253B-4703-A5D2-2B2405925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619375"/>
            <a:ext cx="26003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17324D"/>
                </a:solidFill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7324D"/>
                </a:solidFill>
              </a:defRPr>
            </a:pPr>
            <a:r>
              <a:rPr sz="2100" b="1">
                <a:solidFill>
                  <a:srgbClr val="17324D"/>
                </a:solidFill>
              </a:rPr>
              <a:t>Kontrola</a:t>
            </a:r>
          </a:p>
        </p:txBody>
      </p:sp>
      <p:sp>
        <p:nvSpPr>
          <p:cNvPr id="13" name="text-11">
            <a:extLst xmlns:a="http://schemas.openxmlformats.org/drawingml/2006/main">
              <a:ext uri="{FF2B5EF4-FFF2-40B4-BE49-F238E27FC236}">
                <a16:creationId xmlns:a16="http://schemas.microsoft.com/office/drawing/2014/main" id="{86B3933A-50BD-494A-8948-2A606BFAD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619500"/>
            <a:ext cx="25717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17324D"/>
                </a:solidFill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7324D"/>
                </a:solidFill>
              </a:defRPr>
            </a:pPr>
            <a:r>
              <a:rPr sz="1800" b="0">
                <a:solidFill>
                  <a:srgbClr val="17324D"/>
                </a:solidFill>
              </a:rPr>
              <a:t>Odkaz na zdroj, datum a označení nejistoty. Člověk ověří kritické údaje.</a:t>
            </a:r>
          </a:p>
        </p:txBody>
      </p:sp>
      <p:sp>
        <p:nvSpPr>
          <p:cNvPr id="14" name="text-12">
            <a:extLst xmlns:a="http://schemas.openxmlformats.org/drawingml/2006/main">
              <a:ext uri="{FF2B5EF4-FFF2-40B4-BE49-F238E27FC236}">
                <a16:creationId xmlns:a16="http://schemas.microsoft.com/office/drawing/2014/main" id="{C242B8EF-0495-4BB4-B534-D93F9F339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1619250"/>
            <a:ext cx="2571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4800" b="1">
                <a:solidFill>
                  <a:srgbClr val="0065BD"/>
                </a:solidFill>
              </a:defRPr>
            </a:defPPr>
          </a:lstStyle>
          <a:p xmlns:a="http://schemas.openxmlformats.org/drawingml/2006/main">
            <a:pPr>
              <a:defRPr sz="4800" b="1">
                <a:solidFill>
                  <a:srgbClr val="0065BD"/>
                </a:solidFill>
              </a:defRPr>
            </a:pPr>
            <a:r>
              <a:rPr sz="4800" b="1">
                <a:solidFill>
                  <a:srgbClr val="0065BD"/>
                </a:solidFill>
              </a:rPr>
              <a:t>04</a:t>
            </a:r>
          </a:p>
        </p:txBody>
      </p:sp>
      <p:sp>
        <p:nvSpPr>
          <p:cNvPr id="15" name="text-13">
            <a:extLst xmlns:a="http://schemas.openxmlformats.org/drawingml/2006/main">
              <a:ext uri="{FF2B5EF4-FFF2-40B4-BE49-F238E27FC236}">
                <a16:creationId xmlns:a16="http://schemas.microsoft.com/office/drawing/2014/main" id="{C8732862-3EC3-44AE-8E7E-8C489E3D0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2619375"/>
            <a:ext cx="26003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17324D"/>
                </a:solidFill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7324D"/>
                </a:solidFill>
              </a:defRPr>
            </a:pPr>
            <a:r>
              <a:rPr sz="2100" b="1">
                <a:solidFill>
                  <a:srgbClr val="17324D"/>
                </a:solidFill>
              </a:rPr>
              <a:t>Předání a audit</a:t>
            </a:r>
          </a:p>
        </p:txBody>
      </p:sp>
      <p:sp>
        <p:nvSpPr>
          <p:cNvPr id="16" name="text-14">
            <a:extLst xmlns:a="http://schemas.openxmlformats.org/drawingml/2006/main">
              <a:ext uri="{FF2B5EF4-FFF2-40B4-BE49-F238E27FC236}">
                <a16:creationId xmlns:a16="http://schemas.microsoft.com/office/drawing/2014/main" id="{02677ABE-5171-4D57-ACE5-3C0A477E9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3619500"/>
            <a:ext cx="25717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17324D"/>
                </a:solidFill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7324D"/>
                </a:solidFill>
              </a:defRPr>
            </a:pPr>
            <a:r>
              <a:rPr sz="1800" b="0">
                <a:solidFill>
                  <a:srgbClr val="17324D"/>
                </a:solidFill>
              </a:rPr>
              <a:t>Role určují rozsah. Záznam přístupu, změn a doby uchování.</a:t>
            </a:r>
          </a:p>
        </p:txBody>
      </p:sp>
      <p:sp>
        <p:nvSpPr>
          <p:cNvPr id="17" name="text-15">
            <a:extLst xmlns:a="http://schemas.openxmlformats.org/drawingml/2006/main">
              <a:ext uri="{FF2B5EF4-FFF2-40B4-BE49-F238E27FC236}">
                <a16:creationId xmlns:a16="http://schemas.microsoft.com/office/drawing/2014/main" id="{1A954201-CDBE-42AE-8846-847BDD9C3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629275"/>
            <a:ext cx="111252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52677A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2677A"/>
                </a:solidFill>
              </a:defRPr>
            </a:pPr>
            <a:r>
              <a:rPr sz="1650" b="0">
                <a:solidFill>
                  <a:srgbClr val="52677A"/>
                </a:solidFill>
              </a:rPr>
              <a:t>Příklad výstupu: další krok, termín, odpovědné pracoviště, chybějící podklady a praktická omezení. Původní klinická zpráva zůstává dohledatelná.</a:t>
            </a:r>
          </a:p>
        </p:txBody>
      </p:sp>
      <p:sp>
        <p:nvSpPr>
          <p:cNvPr id="18" name="text-16">
            <a:extLst xmlns:a="http://schemas.openxmlformats.org/drawingml/2006/main">
              <a:ext uri="{FF2B5EF4-FFF2-40B4-BE49-F238E27FC236}">
                <a16:creationId xmlns:a16="http://schemas.microsoft.com/office/drawing/2014/main" id="{D00C1036-0657-4D10-BF70-298482323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6419850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2677A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77A"/>
                </a:solidFill>
              </a:defRPr>
            </a:pPr>
            <a:r>
              <a:rPr sz="1275" b="0">
                <a:solidFill>
                  <a:srgbClr val="52677A"/>
                </a:solidFill>
              </a:rPr>
              <a:t>49</a:t>
            </a:r>
          </a:p>
        </p:txBody>
      </p:sp>
    </p:spTree>
    <p:extLst>
      <p:ext uri="{BB962C8B-B14F-4D97-AF65-F5344CB8AC3E}">
        <p14:creationId xmlns:p14="http://schemas.microsoft.com/office/powerpoint/2010/main" val="1105700218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brand-rule">
            <a:extLst xmlns:a="http://schemas.openxmlformats.org/drawingml/2006/main">
              <a:ext uri="{FF2B5EF4-FFF2-40B4-BE49-F238E27FC236}">
                <a16:creationId xmlns:a16="http://schemas.microsoft.com/office/drawing/2014/main" id="{E33437A4-63EC-4F7A-B504-841B5C3AE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5B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2EAEF296-3D7C-41D2-87EA-8621FABC0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4825"/>
            <a:ext cx="11239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00" b="1">
                <a:solidFill>
                  <a:srgbClr val="17324D"/>
                </a:solidFill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Ověření prototypů na společných scénářích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B10A72-0BDF-4395-A3B5-5B6D50F7994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62a0d76b2c4dd3">
            <a:extLst>
              <a:ext uri="{96DAC541-7B7A-43D3-8B79-37D633B846F1}">
                <asvg:svgBlip xmlns:asvg="http://schemas.microsoft.com/office/drawing/2016/SVG/main" r:embed="R6e82167fee73471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47675" y="6343650"/>
            <a:ext cx="1504950" cy="409575"/>
          </a:xfrm>
          <a:prstGeom xmlns:a="http://schemas.openxmlformats.org/drawingml/2006/main" prst="rect">
            <a:avLst/>
          </a:prstGeom>
        </p:spPr>
      </p:pic>
      <p:sp>
        <p:nvSpPr>
          <p:cNvPr id="4" name="brand-rule">
            <a:extLst xmlns:a="http://schemas.openxmlformats.org/drawingml/2006/main">
              <a:ext uri="{FF2B5EF4-FFF2-40B4-BE49-F238E27FC236}">
                <a16:creationId xmlns:a16="http://schemas.microsoft.com/office/drawing/2014/main" id="{058CD414-A0BC-4B5B-B263-6DF47C9C3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6448425"/>
            <a:ext cx="9191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92FB9E2E-AD67-469D-B568-89BEB081E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24000"/>
            <a:ext cx="2524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0065BD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0065BD"/>
                </a:solidFill>
              </a:defRPr>
            </a:pPr>
            <a:r>
              <a:rPr sz="1800" b="1">
                <a:solidFill>
                  <a:srgbClr val="0065BD"/>
                </a:solidFill>
              </a:rPr>
              <a:t>Ztracený výsledek</a:t>
            </a:r>
          </a:p>
        </p:txBody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FD0C12DD-5C1C-442D-A896-98CCE0A05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1524000"/>
            <a:ext cx="84010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17324D"/>
                </a:solidFill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7324D"/>
                </a:solidFill>
              </a:defRPr>
            </a:pPr>
            <a:r>
              <a:rPr sz="1800" b="0">
                <a:solidFill>
                  <a:srgbClr val="17324D"/>
                </a:solidFill>
              </a:rPr>
              <a:t>Vyšetření proběhlo, ale zpráva chybí. Systém zachytí problém a určí, kdo jej řeší.</a:t>
            </a:r>
          </a:p>
        </p:txBody>
      </p:sp>
      <p:sp>
        <p:nvSpPr>
          <p:cNvPr id="7" name="text-5">
            <a:extLst xmlns:a="http://schemas.openxmlformats.org/drawingml/2006/main">
              <a:ext uri="{FF2B5EF4-FFF2-40B4-BE49-F238E27FC236}">
                <a16:creationId xmlns:a16="http://schemas.microsoft.com/office/drawing/2014/main" id="{C8D292BA-17A6-4859-80BC-C8BE6B10F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09825"/>
            <a:ext cx="2524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0065BD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0065BD"/>
                </a:solidFill>
              </a:defRPr>
            </a:pPr>
            <a:r>
              <a:rPr sz="1800" b="1">
                <a:solidFill>
                  <a:srgbClr val="0065BD"/>
                </a:solidFill>
              </a:rPr>
              <a:t>Nepřevzatá péče</a:t>
            </a:r>
          </a:p>
        </p:txBody>
      </p:sp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56484D00-3227-4C2E-956A-AA03CABBF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2409825"/>
            <a:ext cx="84010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17324D"/>
                </a:solidFill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7324D"/>
                </a:solidFill>
              </a:defRPr>
            </a:pPr>
            <a:r>
              <a:rPr sz="1800" b="0">
                <a:solidFill>
                  <a:srgbClr val="17324D"/>
                </a:solidFill>
              </a:rPr>
              <a:t>KOC odeslalo plán, region zatím nepotvrdil převzetí. Pacient zůstane v aktivním sledování.</a:t>
            </a:r>
          </a:p>
        </p:txBody>
      </p:sp>
      <p:sp>
        <p:nvSpPr>
          <p:cNvPr id="9" name="text-7">
            <a:extLst xmlns:a="http://schemas.openxmlformats.org/drawingml/2006/main">
              <a:ext uri="{FF2B5EF4-FFF2-40B4-BE49-F238E27FC236}">
                <a16:creationId xmlns:a16="http://schemas.microsoft.com/office/drawing/2014/main" id="{3A9CF822-66C7-481A-852B-07B88CBC8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95650"/>
            <a:ext cx="2524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0065BD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0065BD"/>
                </a:solidFill>
              </a:defRPr>
            </a:pPr>
            <a:r>
              <a:rPr sz="1800" b="1">
                <a:solidFill>
                  <a:srgbClr val="0065BD"/>
                </a:solidFill>
              </a:rPr>
              <a:t>Výpadek dopravy</a:t>
            </a:r>
          </a:p>
        </p:txBody>
      </p:sp>
      <p:sp>
        <p:nvSpPr>
          <p:cNvPr id="10" name="text-8">
            <a:extLst xmlns:a="http://schemas.openxmlformats.org/drawingml/2006/main">
              <a:ext uri="{FF2B5EF4-FFF2-40B4-BE49-F238E27FC236}">
                <a16:creationId xmlns:a16="http://schemas.microsoft.com/office/drawing/2014/main" id="{A2EC8E44-CE96-4AB6-ABBB-7051881AA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3295650"/>
            <a:ext cx="84010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17324D"/>
                </a:solidFill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7324D"/>
                </a:solidFill>
              </a:defRPr>
            </a:pPr>
            <a:r>
              <a:rPr sz="1800" b="0">
                <a:solidFill>
                  <a:srgbClr val="17324D"/>
                </a:solidFill>
              </a:rPr>
              <a:t>Řidič zruší cestu nebo se výkon protáhne. Dispečink najde bezpečné náhradní řešení.</a:t>
            </a:r>
          </a:p>
        </p:txBody>
      </p:sp>
      <p:sp>
        <p:nvSpPr>
          <p:cNvPr id="11" name="text-9">
            <a:extLst xmlns:a="http://schemas.openxmlformats.org/drawingml/2006/main">
              <a:ext uri="{FF2B5EF4-FFF2-40B4-BE49-F238E27FC236}">
                <a16:creationId xmlns:a16="http://schemas.microsoft.com/office/drawing/2014/main" id="{A832DEEC-8F70-4794-A2A6-119D175C1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181475"/>
            <a:ext cx="2524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0065BD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0065BD"/>
                </a:solidFill>
              </a:defRPr>
            </a:pPr>
            <a:r>
              <a:rPr sz="1800" b="1">
                <a:solidFill>
                  <a:srgbClr val="0065BD"/>
                </a:solidFill>
              </a:rPr>
              <a:t>Chyba extrakce</a:t>
            </a:r>
          </a:p>
        </p:txBody>
      </p:sp>
      <p:sp>
        <p:nvSpPr>
          <p:cNvPr id="12" name="text-10">
            <a:extLst xmlns:a="http://schemas.openxmlformats.org/drawingml/2006/main">
              <a:ext uri="{FF2B5EF4-FFF2-40B4-BE49-F238E27FC236}">
                <a16:creationId xmlns:a16="http://schemas.microsoft.com/office/drawing/2014/main" id="{AFB1D641-3A71-4EC3-97FD-4322D1DA8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4181475"/>
            <a:ext cx="84010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17324D"/>
                </a:solidFill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7324D"/>
                </a:solidFill>
              </a:defRPr>
            </a:pPr>
            <a:r>
              <a:rPr sz="1800" b="0">
                <a:solidFill>
                  <a:srgbClr val="17324D"/>
                </a:solidFill>
              </a:rPr>
              <a:t>Dokument uvádí negovaný nález nebo starý termín. Systém zachová zdroj a vyžádá ověření.</a:t>
            </a:r>
          </a:p>
        </p:txBody>
      </p:sp>
      <p:sp>
        <p:nvSpPr>
          <p:cNvPr id="13" name="text-11">
            <a:extLst xmlns:a="http://schemas.openxmlformats.org/drawingml/2006/main">
              <a:ext uri="{FF2B5EF4-FFF2-40B4-BE49-F238E27FC236}">
                <a16:creationId xmlns:a16="http://schemas.microsoft.com/office/drawing/2014/main" id="{D94B43DA-8D71-4AE5-984F-DCA0AF9BD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067300"/>
            <a:ext cx="2524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0065BD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0065BD"/>
                </a:solidFill>
              </a:defRPr>
            </a:pPr>
            <a:r>
              <a:rPr sz="1800" b="1">
                <a:solidFill>
                  <a:srgbClr val="0065BD"/>
                </a:solidFill>
              </a:rPr>
              <a:t>Měřitelné výsledky</a:t>
            </a:r>
          </a:p>
        </p:txBody>
      </p:sp>
      <p:sp>
        <p:nvSpPr>
          <p:cNvPr id="14" name="text-12">
            <a:extLst xmlns:a="http://schemas.openxmlformats.org/drawingml/2006/main">
              <a:ext uri="{FF2B5EF4-FFF2-40B4-BE49-F238E27FC236}">
                <a16:creationId xmlns:a16="http://schemas.microsoft.com/office/drawing/2014/main" id="{CDBA853B-AECF-4C85-BE77-FBA13C7D9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5067300"/>
            <a:ext cx="84010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17324D"/>
                </a:solidFill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7324D"/>
                </a:solidFill>
              </a:defRPr>
            </a:pPr>
            <a:r>
              <a:rPr sz="1800" b="0">
                <a:solidFill>
                  <a:srgbClr val="17324D"/>
                </a:solidFill>
              </a:rPr>
              <a:t>Čas k dalšímu kroku, podíl dokončených úkolů, cestovní zátěž, chyby a čas koordinátora.</a:t>
            </a:r>
          </a:p>
        </p:txBody>
      </p:sp>
      <p:sp>
        <p:nvSpPr>
          <p:cNvPr id="15" name="text-13">
            <a:extLst xmlns:a="http://schemas.openxmlformats.org/drawingml/2006/main">
              <a:ext uri="{FF2B5EF4-FFF2-40B4-BE49-F238E27FC236}">
                <a16:creationId xmlns:a16="http://schemas.microsoft.com/office/drawing/2014/main" id="{D40DE4EA-349D-41C7-B6EE-D59CD0365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53125"/>
            <a:ext cx="11096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2677A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2677A"/>
                </a:solidFill>
              </a:defRPr>
            </a:pPr>
            <a:r>
              <a:rPr sz="1350" b="0">
                <a:solidFill>
                  <a:srgbClr val="52677A"/>
                </a:solidFill>
              </a:rPr>
              <a:t>Termíny vycházejí z konkrétní diagnózy a klinického plánu. Čtyři týdny nejsou univerzální bezpečná čekací doba.</a:t>
            </a:r>
          </a:p>
        </p:txBody>
      </p:sp>
      <p:sp>
        <p:nvSpPr>
          <p:cNvPr id="16" name="text-14">
            <a:extLst xmlns:a="http://schemas.openxmlformats.org/drawingml/2006/main">
              <a:ext uri="{FF2B5EF4-FFF2-40B4-BE49-F238E27FC236}">
                <a16:creationId xmlns:a16="http://schemas.microsoft.com/office/drawing/2014/main" id="{084BA5B6-9E53-4157-A8E9-A3911005D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6419850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2677A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77A"/>
                </a:solidFill>
              </a:defRPr>
            </a:pPr>
            <a:r>
              <a:rPr sz="1275" b="0">
                <a:solidFill>
                  <a:srgbClr val="52677A"/>
                </a:solidFill>
              </a:rPr>
              <a:t>50</a:t>
            </a:r>
          </a:p>
        </p:txBody>
      </p:sp>
    </p:spTree>
    <p:extLst>
      <p:ext uri="{BB962C8B-B14F-4D97-AF65-F5344CB8AC3E}">
        <p14:creationId xmlns:p14="http://schemas.microsoft.com/office/powerpoint/2010/main" val="777746715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brand-rule">
            <a:extLst xmlns:a="http://schemas.openxmlformats.org/drawingml/2006/main">
              <a:ext uri="{FF2B5EF4-FFF2-40B4-BE49-F238E27FC236}">
                <a16:creationId xmlns:a16="http://schemas.microsoft.com/office/drawing/2014/main" id="{A71BA829-AB63-4C59-B3DD-56D84BF7E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5B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96D2BC6B-CB34-43EF-8716-A6AE58384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4825"/>
            <a:ext cx="11239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00" b="1">
                <a:solidFill>
                  <a:srgbClr val="17324D"/>
                </a:solidFill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Zdroje doplněných principů a zadání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5475EA-9DF3-4E0B-8D35-74FE12D78E6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48f7b257794aff">
            <a:extLst>
              <a:ext uri="{96DAC541-7B7A-43D3-8B79-37D633B846F1}">
                <asvg:svgBlip xmlns:asvg="http://schemas.microsoft.com/office/drawing/2016/SVG/main" r:embed="R33a5fc63d9be43e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47675" y="6343650"/>
            <a:ext cx="1504950" cy="409575"/>
          </a:xfrm>
          <a:prstGeom xmlns:a="http://schemas.openxmlformats.org/drawingml/2006/main" prst="rect">
            <a:avLst/>
          </a:prstGeom>
        </p:spPr>
      </p:pic>
      <p:sp>
        <p:nvSpPr>
          <p:cNvPr id="4" name="brand-rule">
            <a:extLst xmlns:a="http://schemas.openxmlformats.org/drawingml/2006/main">
              <a:ext uri="{FF2B5EF4-FFF2-40B4-BE49-F238E27FC236}">
                <a16:creationId xmlns:a16="http://schemas.microsoft.com/office/drawing/2014/main" id="{69890A18-FAAF-43DF-A011-7888A9AEB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6448425"/>
            <a:ext cx="9191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B938F15A-E5C7-415A-8168-CE5F7E17D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24000"/>
            <a:ext cx="2524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0065BD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0065BD"/>
                </a:solidFill>
              </a:defRPr>
            </a:pPr>
            <a:r>
              <a:rPr sz="1800" b="1">
                <a:solidFill>
                  <a:srgbClr val="0065BD"/>
                </a:solidFill>
              </a:rPr>
              <a:t>Organizace péče</a:t>
            </a:r>
          </a:p>
        </p:txBody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4BBB85E4-5BF2-4BA4-9D5B-A8777607E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1524000"/>
            <a:ext cx="84010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17324D"/>
                </a:solidFill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7324D"/>
                </a:solidFill>
              </a:defRPr>
            </a:pPr>
            <a:r>
              <a:rPr sz="1800" b="0">
                <a:solidFill>
                  <a:srgbClr val="17324D"/>
                </a:solidFill>
              </a:rPr>
              <a:t>ČVUT, 25. 9. 2026: Centralizovat bychom neměli pacienta, ale péči, která centralizaci potřebuje.</a:t>
            </a:r>
          </a:p>
        </p:txBody>
      </p:sp>
      <p:sp>
        <p:nvSpPr>
          <p:cNvPr id="7" name="text-5">
            <a:extLst xmlns:a="http://schemas.openxmlformats.org/drawingml/2006/main">
              <a:ext uri="{FF2B5EF4-FFF2-40B4-BE49-F238E27FC236}">
                <a16:creationId xmlns:a16="http://schemas.microsoft.com/office/drawing/2014/main" id="{118422BD-61DB-40C0-8C49-73AC95A24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09825"/>
            <a:ext cx="2524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0065BD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0065BD"/>
                </a:solidFill>
              </a:defRPr>
            </a:pPr>
            <a:r>
              <a:rPr sz="1800" b="1">
                <a:solidFill>
                  <a:srgbClr val="0065BD"/>
                </a:solidFill>
              </a:rPr>
              <a:t>Čas do léčby</a:t>
            </a:r>
          </a:p>
        </p:txBody>
      </p:sp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65600EEA-28EC-4A70-AE4D-45908B3D2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2409825"/>
            <a:ext cx="84010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17324D"/>
                </a:solidFill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7324D"/>
                </a:solidFill>
              </a:defRPr>
            </a:pPr>
            <a:r>
              <a:rPr sz="1800" b="0">
                <a:solidFill>
                  <a:srgbClr val="17324D"/>
                </a:solidFill>
              </a:rPr>
              <a:t>Hanna TP et al. Mortality due to cancer treatment delay. BMJ 2020;371:m4087. doi:10.1136/bmj.m4087.</a:t>
            </a:r>
          </a:p>
        </p:txBody>
      </p:sp>
      <p:sp>
        <p:nvSpPr>
          <p:cNvPr id="9" name="text-7">
            <a:extLst xmlns:a="http://schemas.openxmlformats.org/drawingml/2006/main">
              <a:ext uri="{FF2B5EF4-FFF2-40B4-BE49-F238E27FC236}">
                <a16:creationId xmlns:a16="http://schemas.microsoft.com/office/drawing/2014/main" id="{EC59A0C6-CFD1-4E02-A541-1898CE9D6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95650"/>
            <a:ext cx="2524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0065BD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0065BD"/>
                </a:solidFill>
              </a:defRPr>
            </a:pPr>
            <a:r>
              <a:rPr sz="1800" b="1">
                <a:solidFill>
                  <a:srgbClr val="0065BD"/>
                </a:solidFill>
              </a:rPr>
              <a:t>Zdravotnická dokumentace</a:t>
            </a:r>
          </a:p>
        </p:txBody>
      </p:sp>
      <p:sp>
        <p:nvSpPr>
          <p:cNvPr id="10" name="text-8">
            <a:extLst xmlns:a="http://schemas.openxmlformats.org/drawingml/2006/main">
              <a:ext uri="{FF2B5EF4-FFF2-40B4-BE49-F238E27FC236}">
                <a16:creationId xmlns:a16="http://schemas.microsoft.com/office/drawing/2014/main" id="{E7FC5B98-9345-4E7B-88D0-AB2AE7454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3295650"/>
            <a:ext cx="84010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17324D"/>
                </a:solidFill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7324D"/>
                </a:solidFill>
              </a:defRPr>
            </a:pPr>
            <a:r>
              <a:rPr sz="1800" b="0">
                <a:solidFill>
                  <a:srgbClr val="17324D"/>
                </a:solidFill>
              </a:rPr>
              <a:t>Zákon č. 372/2011 Sb., zejména § 45, § 51 a § 65–66. Aktuální znění ověřené 15. 10. 2026.</a:t>
            </a:r>
          </a:p>
        </p:txBody>
      </p:sp>
      <p:sp>
        <p:nvSpPr>
          <p:cNvPr id="11" name="text-9">
            <a:extLst xmlns:a="http://schemas.openxmlformats.org/drawingml/2006/main">
              <a:ext uri="{FF2B5EF4-FFF2-40B4-BE49-F238E27FC236}">
                <a16:creationId xmlns:a16="http://schemas.microsoft.com/office/drawing/2014/main" id="{4050F5F4-DFD2-497B-9585-7C4CD5C21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181475"/>
            <a:ext cx="2524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0065BD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0065BD"/>
                </a:solidFill>
              </a:defRPr>
            </a:pPr>
            <a:r>
              <a:rPr sz="1800" b="1">
                <a:solidFill>
                  <a:srgbClr val="0065BD"/>
                </a:solidFill>
              </a:rPr>
              <a:t>Ochrana údajů</a:t>
            </a:r>
          </a:p>
        </p:txBody>
      </p:sp>
      <p:sp>
        <p:nvSpPr>
          <p:cNvPr id="12" name="text-10">
            <a:extLst xmlns:a="http://schemas.openxmlformats.org/drawingml/2006/main">
              <a:ext uri="{FF2B5EF4-FFF2-40B4-BE49-F238E27FC236}">
                <a16:creationId xmlns:a16="http://schemas.microsoft.com/office/drawing/2014/main" id="{6A56D406-66C3-46C0-9241-5C4A5EBED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4181475"/>
            <a:ext cx="84010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17324D"/>
                </a:solidFill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7324D"/>
                </a:solidFill>
              </a:defRPr>
            </a:pPr>
            <a:r>
              <a:rPr sz="1800" b="0">
                <a:solidFill>
                  <a:srgbClr val="17324D"/>
                </a:solidFill>
              </a:rPr>
              <a:t>GDPR: čl. 5, 6, 9, 25, 28, 32 a 35. Výkladové informace ÚOOÚ pro zdravotnictví.</a:t>
            </a:r>
          </a:p>
        </p:txBody>
      </p:sp>
      <p:sp>
        <p:nvSpPr>
          <p:cNvPr id="13" name="text-11">
            <a:extLst xmlns:a="http://schemas.openxmlformats.org/drawingml/2006/main">
              <a:ext uri="{FF2B5EF4-FFF2-40B4-BE49-F238E27FC236}">
                <a16:creationId xmlns:a16="http://schemas.microsoft.com/office/drawing/2014/main" id="{5588A2F2-DEA3-490A-88E4-7846D1574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067300"/>
            <a:ext cx="2524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0065BD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0065BD"/>
                </a:solidFill>
              </a:defRPr>
            </a:pPr>
            <a:r>
              <a:rPr sz="1800" b="1">
                <a:solidFill>
                  <a:srgbClr val="0065BD"/>
                </a:solidFill>
              </a:rPr>
              <a:t>Hackathonové výzvy</a:t>
            </a:r>
          </a:p>
        </p:txBody>
      </p:sp>
      <p:sp>
        <p:nvSpPr>
          <p:cNvPr id="14" name="text-12">
            <a:extLst xmlns:a="http://schemas.openxmlformats.org/drawingml/2006/main">
              <a:ext uri="{FF2B5EF4-FFF2-40B4-BE49-F238E27FC236}">
                <a16:creationId xmlns:a16="http://schemas.microsoft.com/office/drawing/2014/main" id="{86A5B208-A1AA-4B7C-8C66-CC910D9B9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5067300"/>
            <a:ext cx="84010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17324D"/>
                </a:solidFill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7324D"/>
                </a:solidFill>
              </a:defRPr>
            </a:pPr>
            <a:r>
              <a:rPr sz="1800" b="0">
                <a:solidFill>
                  <a:srgbClr val="17324D"/>
                </a:solidFill>
              </a:rPr>
              <a:t>Vlastní návrhy procesů k ověření s klinickými garanty, koordinátory a pacienty. Nejde o schválené klinické algoritmy.</a:t>
            </a:r>
          </a:p>
        </p:txBody>
      </p:sp>
      <p:sp>
        <p:nvSpPr>
          <p:cNvPr id="15" name="text-13">
            <a:extLst xmlns:a="http://schemas.openxmlformats.org/drawingml/2006/main">
              <a:ext uri="{FF2B5EF4-FFF2-40B4-BE49-F238E27FC236}">
                <a16:creationId xmlns:a16="http://schemas.microsoft.com/office/drawing/2014/main" id="{365E1C1C-B133-4D55-A3AC-C7F4EC992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6419850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2677A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77A"/>
                </a:solidFill>
              </a:defRPr>
            </a:pPr>
            <a:r>
              <a:rPr sz="1275" b="0">
                <a:solidFill>
                  <a:srgbClr val="52677A"/>
                </a:solidFill>
              </a:rPr>
              <a:t>51</a:t>
            </a:r>
          </a:p>
        </p:txBody>
      </p:sp>
    </p:spTree>
    <p:extLst>
      <p:ext uri="{BB962C8B-B14F-4D97-AF65-F5344CB8AC3E}">
        <p14:creationId xmlns:p14="http://schemas.microsoft.com/office/powerpoint/2010/main" val="514372577"/>
      </p:ext>
    </p:extLst>
  </p:cSld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brand-rule">
            <a:extLst xmlns:a="http://schemas.openxmlformats.org/drawingml/2006/main">
              <a:ext uri="{FF2B5EF4-FFF2-40B4-BE49-F238E27FC236}">
                <a16:creationId xmlns:a16="http://schemas.microsoft.com/office/drawing/2014/main" id="{92C385B4-8D27-44E0-99AD-9761E2094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5B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AA195F-6024-4986-8F80-057B645B507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a566cf26434589">
            <a:extLst>
              <a:ext uri="{96DAC541-7B7A-43D3-8B79-37D633B846F1}">
                <asvg:svgBlip xmlns:asvg="http://schemas.microsoft.com/office/drawing/2016/SVG/main" r:embed="Rd9970737ea364aa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47675" y="6343650"/>
            <a:ext cx="1504950" cy="409575"/>
          </a:xfrm>
          <a:prstGeom xmlns:a="http://schemas.openxmlformats.org/drawingml/2006/main" prst="rect">
            <a:avLst/>
          </a:prstGeom>
        </p:spPr>
      </p:pic>
      <p:sp>
        <p:nvSpPr>
          <p:cNvPr id="3" name="brand-rule">
            <a:extLst xmlns:a="http://schemas.openxmlformats.org/drawingml/2006/main">
              <a:ext uri="{FF2B5EF4-FFF2-40B4-BE49-F238E27FC236}">
                <a16:creationId xmlns:a16="http://schemas.microsoft.com/office/drawing/2014/main" id="{4ACDBBEF-FACF-4BC7-BFA5-6D7A3CCBE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6448425"/>
            <a:ext cx="9191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DC6C7B88-777D-419A-994B-B53FCB7D5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85900"/>
            <a:ext cx="700087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75" b="1">
                <a:solidFill>
                  <a:srgbClr val="17324D"/>
                </a:solidFill>
              </a:defRPr>
            </a:defPPr>
          </a:lstStyle>
          <a:p xmlns:a="http://schemas.openxmlformats.org/drawingml/2006/main">
            <a:pPr>
              <a:defRPr sz="3675" b="1">
                <a:solidFill>
                  <a:srgbClr val="17324D"/>
                </a:solidFill>
              </a:defRPr>
            </a:pPr>
            <a:r>
              <a:rPr sz="3675" b="1">
                <a:solidFill>
                  <a:srgbClr val="17324D"/>
                </a:solidFill>
              </a:rPr>
              <a:t>Systémová koordinace</a:t>
            </a:r>
          </a:p>
          <a:p xmlns:a="http://schemas.openxmlformats.org/drawingml/2006/main">
            <a:pPr>
              <a:defRPr sz="3675" b="1">
                <a:solidFill>
                  <a:srgbClr val="17324D"/>
                </a:solidFill>
              </a:defRPr>
            </a:pPr>
            <a:r>
              <a:rPr sz="3675" b="1">
                <a:solidFill>
                  <a:srgbClr val="17324D"/>
                </a:solidFill>
              </a:rPr>
              <a:t>cesty pacienta</a:t>
            </a:r>
          </a:p>
        </p:txBody>
      </p:sp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8F89B247-3D7F-4872-893B-5BA4D3EAF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67025"/>
            <a:ext cx="647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52677A"/>
                </a:solidFill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52677A"/>
                </a:solidFill>
              </a:defRPr>
            </a:pPr>
            <a:r>
              <a:rPr sz="2025" b="0">
                <a:solidFill>
                  <a:srgbClr val="52677A"/>
                </a:solidFill>
              </a:rPr>
              <a:t>Vzdělávací kurz</a:t>
            </a:r>
          </a:p>
        </p:txBody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16A60092-96A0-42DD-A454-6C18E6F8A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38550"/>
            <a:ext cx="68389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550" b="1">
                <a:solidFill>
                  <a:srgbClr val="0065BD"/>
                </a:solidFill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0065BD"/>
                </a:solidFill>
              </a:defRPr>
            </a:pPr>
            <a:r>
              <a:rPr sz="2550" b="1">
                <a:solidFill>
                  <a:srgbClr val="0065BD"/>
                </a:solidFill>
              </a:rPr>
              <a:t>Děkuji za pozornost.</a:t>
            </a:r>
          </a:p>
        </p:txBody>
      </p:sp>
      <p:sp>
        <p:nvSpPr>
          <p:cNvPr id="7" name="text-5">
            <a:extLst xmlns:a="http://schemas.openxmlformats.org/drawingml/2006/main">
              <a:ext uri="{FF2B5EF4-FFF2-40B4-BE49-F238E27FC236}">
                <a16:creationId xmlns:a16="http://schemas.microsoft.com/office/drawing/2014/main" id="{A9CD6EB9-10C7-487B-8322-0D13CDAAD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05475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2677A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2677A"/>
                </a:solidFill>
              </a:defRPr>
            </a:pPr>
            <a:r>
              <a:rPr sz="1350" b="0">
                <a:solidFill>
                  <a:srgbClr val="52677A"/>
                </a:solidFill>
              </a:rPr>
              <a:t>Leden 2026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248443-EFF3-4305-803D-B61D6EA3756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1d52ed5ef0411b"/>
          <a:stretch xmlns:a="http://schemas.openxmlformats.org/drawingml/2006/main"/>
        </p:blipFill>
        <p:spPr>
          <a:xfrm xmlns:a="http://schemas.openxmlformats.org/drawingml/2006/main">
            <a:off x="8148974" y="1647825"/>
            <a:ext cx="3247353" cy="3790950"/>
          </a:xfrm>
          <a:prstGeom xmlns:a="http://schemas.openxmlformats.org/drawingml/2006/main" prst="rect">
            <a:avLst/>
          </a:prstGeom>
        </p:spPr>
      </p:pic>
      <p:sp>
        <p:nvSpPr>
          <p:cNvPr id="9" name="text-6">
            <a:extLst xmlns:a="http://schemas.openxmlformats.org/drawingml/2006/main">
              <a:ext uri="{FF2B5EF4-FFF2-40B4-BE49-F238E27FC236}">
                <a16:creationId xmlns:a16="http://schemas.microsoft.com/office/drawing/2014/main" id="{6537661C-FDD2-4C5F-A0B0-2A771FC38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6419850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2677A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77A"/>
                </a:solidFill>
              </a:defRPr>
            </a:pPr>
            <a:r>
              <a:rPr sz="1275" b="0">
                <a:solidFill>
                  <a:srgbClr val="52677A"/>
                </a:solidFill>
              </a:rPr>
              <a:t>52</a:t>
            </a:r>
          </a:p>
        </p:txBody>
      </p:sp>
    </p:spTree>
    <p:extLst>
      <p:ext uri="{BB962C8B-B14F-4D97-AF65-F5344CB8AC3E}">
        <p14:creationId xmlns:p14="http://schemas.microsoft.com/office/powerpoint/2010/main" val="1861002105"/>
      </p:ext>
    </p:extLst>
  </p:cSld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Arial"/>
        <a:ea typeface="Arial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2026-10-15T07:29:29.7470000Z</dcterms:created>
  <dcterms:modified xsi:type="dcterms:W3CDTF">2026-10-15T07:29:29.7470000Z</dcterms:modified>
</coreProperties>
</file>