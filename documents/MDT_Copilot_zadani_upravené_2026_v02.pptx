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4"/>
  </p:sldMasterIdLst>
  <p:notesMasterIdLst>
    <p:notesMasterId r:id="rId18"/>
  </p:notesMasterIdLst>
  <p:handoutMasterIdLst>
    <p:handoutMasterId r:id="rId19"/>
  </p:handoutMasterIdLst>
  <p:sldIdLst>
    <p:sldId id="2184" r:id="rId5"/>
    <p:sldId id="2147378137" r:id="rId6"/>
    <p:sldId id="2147378139" r:id="rId7"/>
    <p:sldId id="2147378034" r:id="rId8"/>
    <p:sldId id="2147378140" r:id="rId9"/>
    <p:sldId id="2147378141" r:id="rId10"/>
    <p:sldId id="2147378142" r:id="rId11"/>
    <p:sldId id="2147378143" r:id="rId12"/>
    <p:sldId id="2147378144" r:id="rId13"/>
    <p:sldId id="2147378145" r:id="rId14"/>
    <p:sldId id="2147378146" r:id="rId15"/>
    <p:sldId id="2147378026" r:id="rId16"/>
    <p:sldId id="2147378147" r:id="rId17"/>
  </p:sldIdLst>
  <p:sldSz cx="12192000" cy="6858000"/>
  <p:notesSz cx="6797675" cy="9872663"/>
  <p:defaultTex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pos="688" userDrawn="1">
          <p15:clr>
            <a:srgbClr val="A4A3A4"/>
          </p15:clr>
        </p15:guide>
      </p15:sldGuideLst>
    </p:ext>
    <p:ext uri="{2D200454-40CA-4A62-9FC3-DE9A4176ACB9}">
      <p15:notesGuideLst xmlns:p15="http://schemas.microsoft.com/office/powerpoint/2012/main">
        <p15:guide id="1" orient="horz" pos="3109" userDrawn="1">
          <p15:clr>
            <a:srgbClr val="A4A3A4"/>
          </p15:clr>
        </p15:guide>
        <p15:guide id="2" pos="214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68FA8A-B235-FF37-A18F-8B9BE07C432A}" name="ŠIMONKOVÁ Katarína" initials="ŠK" userId="S::katarina.simonkova@asseco-ce.com::45136e2e-b6ea-406d-9901-44094ad0783e" providerId="AD"/>
  <p188:author id="{CA325FED-F9B1-3E8D-D9B9-C77EB88D9D7F}" name="BAKOVÁ Romana" initials="RB" userId="S::romana.bakova@asseco-ce.com::1da6c510-8582-477e-ad99-5d7417cf6b8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gosia" initials="" lastIdx="1" clrIdx="0"/>
  <p:cmAuthor id="1" name="MARCINČIN Róbert" initials="MR" lastIdx="7" clrIdx="1">
    <p:extLst>
      <p:ext uri="{19B8F6BF-5375-455C-9EA6-DF929625EA0E}">
        <p15:presenceInfo xmlns:p15="http://schemas.microsoft.com/office/powerpoint/2012/main" userId="MARCINČIN Róbert" providerId="None"/>
      </p:ext>
    </p:extLst>
  </p:cmAuthor>
  <p:cmAuthor id="2" name="Zuzana HULECOVÁ" initials="ZH" lastIdx="1" clrIdx="2">
    <p:extLst>
      <p:ext uri="{19B8F6BF-5375-455C-9EA6-DF929625EA0E}">
        <p15:presenceInfo xmlns:p15="http://schemas.microsoft.com/office/powerpoint/2012/main" userId="S::zuzana.hulecova@asseco-ce.com::125212ed-3fa4-455d-8c28-eeec3ef3ba4e" providerId="AD"/>
      </p:ext>
    </p:extLst>
  </p:cmAuthor>
  <p:cmAuthor id="3" name="KONÁRSKA Petra" initials="KP" lastIdx="1" clrIdx="3">
    <p:extLst>
      <p:ext uri="{19B8F6BF-5375-455C-9EA6-DF929625EA0E}">
        <p15:presenceInfo xmlns:p15="http://schemas.microsoft.com/office/powerpoint/2012/main" userId="S::petra.konarska@asseco-ce.com::1256962c-89fb-4a54-a292-6a577d1f3a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5C51"/>
    <a:srgbClr val="18235C"/>
    <a:srgbClr val="25368B"/>
    <a:srgbClr val="1C589E"/>
    <a:srgbClr val="EEEDF9"/>
    <a:srgbClr val="5E7596"/>
    <a:srgbClr val="FFFFFF"/>
    <a:srgbClr val="0088CC"/>
    <a:srgbClr val="0096F2"/>
    <a:srgbClr val="08B4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Styl pośredni 1 — Ak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4" autoAdjust="0"/>
    <p:restoredTop sz="87605" autoAdjust="0"/>
  </p:normalViewPr>
  <p:slideViewPr>
    <p:cSldViewPr snapToGrid="0">
      <p:cViewPr>
        <p:scale>
          <a:sx n="100" d="100"/>
          <a:sy n="100" d="100"/>
        </p:scale>
        <p:origin x="2442" y="960"/>
      </p:cViewPr>
      <p:guideLst>
        <p:guide orient="horz"/>
        <p:guide pos="688"/>
      </p:guideLst>
    </p:cSldViewPr>
  </p:slideViewPr>
  <p:notesTextViewPr>
    <p:cViewPr>
      <p:scale>
        <a:sx n="3" d="2"/>
        <a:sy n="3" d="2"/>
      </p:scale>
      <p:origin x="0" y="0"/>
    </p:cViewPr>
  </p:notesTextViewPr>
  <p:sorterViewPr>
    <p:cViewPr>
      <p:scale>
        <a:sx n="30" d="100"/>
        <a:sy n="30" d="100"/>
      </p:scale>
      <p:origin x="0" y="0"/>
    </p:cViewPr>
  </p:sorterViewPr>
  <p:notesViewPr>
    <p:cSldViewPr snapToGrid="0">
      <p:cViewPr>
        <p:scale>
          <a:sx n="99" d="100"/>
          <a:sy n="99" d="100"/>
        </p:scale>
        <p:origin x="1241" y="-1272"/>
      </p:cViewPr>
      <p:guideLst>
        <p:guide orient="horz" pos="3109"/>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Váha</c:v>
                </c:pt>
              </c:strCache>
            </c:strRef>
          </c:tx>
          <c:spPr>
            <a:solidFill>
              <a:schemeClr val="bg2"/>
            </a:solidFill>
          </c:spPr>
          <c:invertIfNegative val="1"/>
          <c:dPt>
            <c:idx val="4"/>
            <c:invertIfNegative val="1"/>
            <c:bubble3D val="0"/>
            <c:spPr>
              <a:solidFill>
                <a:schemeClr val="bg2">
                  <a:lumMod val="75000"/>
                </a:schemeClr>
              </a:solidFill>
            </c:spPr>
            <c:extLst>
              <c:ext xmlns:c16="http://schemas.microsoft.com/office/drawing/2014/chart" uri="{C3380CC4-5D6E-409C-BE32-E72D297353CC}">
                <c16:uniqueId val="{00000001-1B31-41D1-A8C7-7DB842A65D95}"/>
              </c:ext>
            </c:extLst>
          </c:dPt>
          <c:dLbls>
            <c:numFmt formatCode="0%" sourceLinked="0"/>
            <c:spPr>
              <a:noFill/>
              <a:ln>
                <a:noFill/>
              </a:ln>
              <a:effectLst/>
            </c:spPr>
            <c:txPr>
              <a:bodyPr/>
              <a:lstStyle/>
              <a:p>
                <a:pPr>
                  <a:defRPr sz="1100" b="0">
                    <a:solidFill>
                      <a:srgbClr val="333333"/>
                    </a:solidFill>
                    <a:latin typeface="+mj-lt"/>
                  </a:defRPr>
                </a:pPr>
                <a:endParaRPr lang="en-C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Podpora procesu &amp; zodpovědná AI</c:v>
                </c:pt>
                <c:pt idx="1">
                  <c:v>Propojení dat a standardy</c:v>
                </c:pt>
                <c:pt idx="2">
                  <c:v>Spolehlivost AI</c:v>
                </c:pt>
                <c:pt idx="3">
                  <c:v>Nastavitelnost</c:v>
                </c:pt>
                <c:pt idx="4">
                  <c:v>Klinická hodnota &amp; UX</c:v>
                </c:pt>
              </c:strCache>
            </c:strRef>
          </c:cat>
          <c:val>
            <c:numRef>
              <c:f>Sheet1!$B$2:$B$6</c:f>
              <c:numCache>
                <c:formatCode>General</c:formatCode>
                <c:ptCount val="5"/>
                <c:pt idx="0">
                  <c:v>0.15</c:v>
                </c:pt>
                <c:pt idx="1">
                  <c:v>0.15</c:v>
                </c:pt>
                <c:pt idx="2">
                  <c:v>0.2</c:v>
                </c:pt>
                <c:pt idx="3">
                  <c:v>0.2</c:v>
                </c:pt>
                <c:pt idx="4">
                  <c:v>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B31-41D1-A8C7-7DB842A65D95}"/>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200">
                <a:solidFill>
                  <a:srgbClr val="333333"/>
                </a:solidFill>
              </a:defRPr>
            </a:pPr>
            <a:endParaRPr lang="en-CZ"/>
          </a:p>
        </c:txPr>
        <c:crossAx val="-2113994440"/>
        <c:crosses val="autoZero"/>
        <c:auto val="1"/>
        <c:lblAlgn val="ctr"/>
        <c:lblOffset val="100"/>
        <c:noMultiLvlLbl val="0"/>
      </c:catAx>
      <c:valAx>
        <c:axId val="-2113994440"/>
        <c:scaling>
          <c:orientation val="minMax"/>
          <c:max val="0.3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44958" cy="494186"/>
          </a:xfrm>
          <a:prstGeom prst="rect">
            <a:avLst/>
          </a:prstGeom>
        </p:spPr>
        <p:txBody>
          <a:bodyPr vert="horz" lIns="90432" tIns="45216" rIns="90432" bIns="45216" rtlCol="0"/>
          <a:lstStyle>
            <a:lvl1pPr algn="l">
              <a:defRPr sz="1200"/>
            </a:lvl1pPr>
          </a:lstStyle>
          <a:p>
            <a:r>
              <a:rPr lang="pl-PL" sz="1000" dirty="0"/>
              <a:t>Asseco Poland S.A.</a:t>
            </a:r>
          </a:p>
        </p:txBody>
      </p:sp>
      <p:sp>
        <p:nvSpPr>
          <p:cNvPr id="3" name="Symbol zastępczy daty 2"/>
          <p:cNvSpPr>
            <a:spLocks noGrp="1"/>
          </p:cNvSpPr>
          <p:nvPr>
            <p:ph type="dt" sz="quarter" idx="1"/>
          </p:nvPr>
        </p:nvSpPr>
        <p:spPr>
          <a:xfrm>
            <a:off x="3851098" y="0"/>
            <a:ext cx="2944958" cy="494186"/>
          </a:xfrm>
          <a:prstGeom prst="rect">
            <a:avLst/>
          </a:prstGeom>
        </p:spPr>
        <p:txBody>
          <a:bodyPr vert="horz" lIns="90432" tIns="45216" rIns="90432" bIns="45216" rtlCol="0"/>
          <a:lstStyle>
            <a:lvl1pPr algn="r">
              <a:defRPr sz="1200"/>
            </a:lvl1pPr>
          </a:lstStyle>
          <a:p>
            <a:fld id="{8058D9CF-951F-4DB7-A66F-C025D3B84BF9}" type="datetimeFigureOut">
              <a:rPr lang="pl-PL" sz="1000"/>
              <a:t>13.10.2026</a:t>
            </a:fld>
            <a:endParaRPr lang="pl-PL" sz="1000"/>
          </a:p>
        </p:txBody>
      </p:sp>
      <p:sp>
        <p:nvSpPr>
          <p:cNvPr id="4" name="Symbol zastępczy stopki 3"/>
          <p:cNvSpPr>
            <a:spLocks noGrp="1"/>
          </p:cNvSpPr>
          <p:nvPr>
            <p:ph type="ftr" sz="quarter" idx="2"/>
          </p:nvPr>
        </p:nvSpPr>
        <p:spPr>
          <a:xfrm>
            <a:off x="0" y="9376902"/>
            <a:ext cx="2944958" cy="494185"/>
          </a:xfrm>
          <a:prstGeom prst="rect">
            <a:avLst/>
          </a:prstGeom>
        </p:spPr>
        <p:txBody>
          <a:bodyPr vert="horz" lIns="90432" tIns="45216" rIns="90432" bIns="45216" rtlCol="0" anchor="b"/>
          <a:lstStyle>
            <a:lvl1pPr algn="l">
              <a:defRPr sz="1200"/>
            </a:lvl1pPr>
          </a:lstStyle>
          <a:p>
            <a:r>
              <a:rPr lang="pl-PL" sz="1000" dirty="0">
                <a:solidFill>
                  <a:srgbClr val="58595B"/>
                </a:solidFill>
              </a:rPr>
              <a:t>asseco.pl</a:t>
            </a:r>
          </a:p>
        </p:txBody>
      </p:sp>
      <p:sp>
        <p:nvSpPr>
          <p:cNvPr id="5" name="Symbol zastępczy numeru slajdu 4"/>
          <p:cNvSpPr>
            <a:spLocks noGrp="1"/>
          </p:cNvSpPr>
          <p:nvPr>
            <p:ph type="sldNum" sz="quarter" idx="3"/>
          </p:nvPr>
        </p:nvSpPr>
        <p:spPr>
          <a:xfrm>
            <a:off x="3851098" y="9376902"/>
            <a:ext cx="2944958" cy="494185"/>
          </a:xfrm>
          <a:prstGeom prst="rect">
            <a:avLst/>
          </a:prstGeom>
        </p:spPr>
        <p:txBody>
          <a:bodyPr vert="horz" lIns="90432" tIns="45216" rIns="90432" bIns="45216" rtlCol="0" anchor="b"/>
          <a:lstStyle>
            <a:lvl1pPr algn="r">
              <a:defRPr sz="1200"/>
            </a:lvl1pPr>
          </a:lstStyle>
          <a:p>
            <a:fld id="{D58FC140-D6D2-468F-97D6-897500CBF34B}" type="slidenum">
              <a:rPr lang="pl-PL" sz="900"/>
              <a:t>‹#›</a:t>
            </a:fld>
            <a:endParaRPr lang="pl-PL" sz="900" dirty="0"/>
          </a:p>
        </p:txBody>
      </p:sp>
    </p:spTree>
    <p:extLst>
      <p:ext uri="{BB962C8B-B14F-4D97-AF65-F5344CB8AC3E}">
        <p14:creationId xmlns:p14="http://schemas.microsoft.com/office/powerpoint/2010/main" val="11797870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44958" cy="494186"/>
          </a:xfrm>
          <a:prstGeom prst="rect">
            <a:avLst/>
          </a:prstGeom>
        </p:spPr>
        <p:txBody>
          <a:bodyPr vert="horz" lIns="90432" tIns="45216" rIns="90432" bIns="45216" rtlCol="0"/>
          <a:lstStyle>
            <a:lvl1pPr algn="l">
              <a:defRPr sz="1000"/>
            </a:lvl1pPr>
          </a:lstStyle>
          <a:p>
            <a:r>
              <a:rPr lang="pl-PL"/>
              <a:t>Asseco Poland S.A.</a:t>
            </a:r>
            <a:endParaRPr lang="pl-PL" dirty="0"/>
          </a:p>
        </p:txBody>
      </p:sp>
      <p:sp>
        <p:nvSpPr>
          <p:cNvPr id="3" name="Symbol zastępczy daty 2"/>
          <p:cNvSpPr>
            <a:spLocks noGrp="1"/>
          </p:cNvSpPr>
          <p:nvPr>
            <p:ph type="dt" idx="1"/>
          </p:nvPr>
        </p:nvSpPr>
        <p:spPr>
          <a:xfrm>
            <a:off x="3851098" y="0"/>
            <a:ext cx="2944958" cy="494186"/>
          </a:xfrm>
          <a:prstGeom prst="rect">
            <a:avLst/>
          </a:prstGeom>
        </p:spPr>
        <p:txBody>
          <a:bodyPr vert="horz" lIns="90432" tIns="45216" rIns="90432" bIns="45216" rtlCol="0"/>
          <a:lstStyle>
            <a:lvl1pPr algn="r">
              <a:defRPr sz="1000"/>
            </a:lvl1pPr>
          </a:lstStyle>
          <a:p>
            <a:fld id="{4CEB447A-91AE-4BEF-8DAE-D1B3BDF93E14}" type="datetimeFigureOut">
              <a:rPr lang="pl-PL" smtClean="0"/>
              <a:pPr/>
              <a:t>13.10.2026</a:t>
            </a:fld>
            <a:endParaRPr lang="pl-PL"/>
          </a:p>
        </p:txBody>
      </p:sp>
      <p:sp>
        <p:nvSpPr>
          <p:cNvPr id="4" name="Symbol zastępczy obrazu slajdu 3"/>
          <p:cNvSpPr>
            <a:spLocks noGrp="1" noRot="1" noChangeAspect="1"/>
          </p:cNvSpPr>
          <p:nvPr>
            <p:ph type="sldImg" idx="2"/>
          </p:nvPr>
        </p:nvSpPr>
        <p:spPr>
          <a:xfrm>
            <a:off x="107950" y="739775"/>
            <a:ext cx="6581775" cy="3703638"/>
          </a:xfrm>
          <a:prstGeom prst="rect">
            <a:avLst/>
          </a:prstGeom>
          <a:noFill/>
          <a:ln w="12700">
            <a:solidFill>
              <a:schemeClr val="tx1"/>
            </a:solidFill>
          </a:ln>
        </p:spPr>
        <p:txBody>
          <a:bodyPr vert="horz" lIns="90432" tIns="45216" rIns="90432" bIns="45216" rtlCol="0" anchor="ctr"/>
          <a:lstStyle/>
          <a:p>
            <a:endParaRPr lang="pl-PL"/>
          </a:p>
        </p:txBody>
      </p:sp>
      <p:sp>
        <p:nvSpPr>
          <p:cNvPr id="5" name="Symbol zastępczy notatek 4"/>
          <p:cNvSpPr>
            <a:spLocks noGrp="1"/>
          </p:cNvSpPr>
          <p:nvPr>
            <p:ph type="body" sz="quarter" idx="3"/>
          </p:nvPr>
        </p:nvSpPr>
        <p:spPr>
          <a:xfrm>
            <a:off x="679606" y="4689242"/>
            <a:ext cx="5438464" cy="4442935"/>
          </a:xfrm>
          <a:prstGeom prst="rect">
            <a:avLst/>
          </a:prstGeom>
        </p:spPr>
        <p:txBody>
          <a:bodyPr vert="horz" lIns="90432" tIns="45216" rIns="90432" bIns="45216"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9376902"/>
            <a:ext cx="2944958" cy="494185"/>
          </a:xfrm>
          <a:prstGeom prst="rect">
            <a:avLst/>
          </a:prstGeom>
        </p:spPr>
        <p:txBody>
          <a:bodyPr vert="horz" lIns="90432" tIns="45216" rIns="90432" bIns="45216" rtlCol="0" anchor="b"/>
          <a:lstStyle>
            <a:lvl1pPr algn="l">
              <a:defRPr sz="1000"/>
            </a:lvl1pPr>
          </a:lstStyle>
          <a:p>
            <a:r>
              <a:rPr lang="pl-PL" dirty="0"/>
              <a:t>asseco.pl</a:t>
            </a:r>
          </a:p>
        </p:txBody>
      </p:sp>
      <p:sp>
        <p:nvSpPr>
          <p:cNvPr id="7" name="Symbol zastępczy numeru slajdu 6"/>
          <p:cNvSpPr>
            <a:spLocks noGrp="1"/>
          </p:cNvSpPr>
          <p:nvPr>
            <p:ph type="sldNum" sz="quarter" idx="5"/>
          </p:nvPr>
        </p:nvSpPr>
        <p:spPr>
          <a:xfrm>
            <a:off x="3851098" y="9376902"/>
            <a:ext cx="2944958" cy="494185"/>
          </a:xfrm>
          <a:prstGeom prst="rect">
            <a:avLst/>
          </a:prstGeom>
        </p:spPr>
        <p:txBody>
          <a:bodyPr vert="horz" lIns="90432" tIns="45216" rIns="90432" bIns="45216" rtlCol="0" anchor="b"/>
          <a:lstStyle>
            <a:lvl1pPr algn="r">
              <a:defRPr sz="900"/>
            </a:lvl1pPr>
          </a:lstStyle>
          <a:p>
            <a:fld id="{0C127573-7ADF-411A-9B23-EA9E8B4CF7AA}" type="slidenum">
              <a:rPr lang="pl-PL" smtClean="0"/>
              <a:pPr/>
              <a:t>‹#›</a:t>
            </a:fld>
            <a:endParaRPr lang="pl-PL"/>
          </a:p>
        </p:txBody>
      </p:sp>
    </p:spTree>
    <p:extLst>
      <p:ext uri="{BB962C8B-B14F-4D97-AF65-F5344CB8AC3E}">
        <p14:creationId xmlns:p14="http://schemas.microsoft.com/office/powerpoint/2010/main" val="1796307221"/>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Dobrý den / dobrý večer, vítejte v Praze na Rakathonu 2026. Jmenuji se Michal Bušek, jsem z Asseco Central Europe a letos jsem i v porotě. Na pár minut vám řeknu, kdo jsme, proč je pro nás onkologie srdeční téma a jaké zadání jsme pro vás připravili.</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1</a:t>
            </a:fld>
            <a:endParaRPr lang="pl-PL"/>
          </a:p>
        </p:txBody>
      </p:sp>
    </p:spTree>
    <p:extLst>
      <p:ext uri="{BB962C8B-B14F-4D97-AF65-F5344CB8AC3E}">
        <p14:creationId xmlns:p14="http://schemas.microsoft.com/office/powerpoint/2010/main" val="249021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~1:30. MDT = multidisciplinární tým; v ČR indikační onkologická komise / onkologické konzilium. U jednoho stolu sedí klinický onkolog, chirurg, radiační onkolog, radiolog a patolog. Výsledkem je společné doporučení léčby, které se zapisuje do dokumentace. MDT není jen samotné zasedání – je to proces: příprava (nominace pacienta s otázkou), zasedání (diskuse a rozhodnutí), realizace (úkoly, kontrola, opětovné posouzení).</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2</a:t>
            </a:fld>
            <a:endParaRPr lang="pl-PL"/>
          </a:p>
        </p:txBody>
      </p:sp>
    </p:spTree>
    <p:extLst>
      <p:ext uri="{BB962C8B-B14F-4D97-AF65-F5344CB8AC3E}">
        <p14:creationId xmlns:p14="http://schemas.microsoft.com/office/powerpoint/2010/main" val="1038658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~0:45. Klíčový problém: nestrukturovaný text v eZdraví + chybějící propojení s dotazníkem pacienta (PROMs). Copilot má podpořit všechny tři fáze procesu, nejen přípravu podkladu.</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3</a:t>
            </a:fld>
            <a:endParaRPr lang="pl-PL"/>
          </a:p>
        </p:txBody>
      </p:sp>
    </p:spTree>
    <p:extLst>
      <p:ext uri="{BB962C8B-B14F-4D97-AF65-F5344CB8AC3E}">
        <p14:creationId xmlns:p14="http://schemas.microsoft.com/office/powerpoint/2010/main" val="1265099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~0:30. Cíl hackathonu podle zadání. Důraz na human-in-the-loop: žádný výstup AI se nestane součástí oficiálního záznamu bez potvrzení lékařem a obsah AI musí být vizuálně odlišen.</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4</a:t>
            </a:fld>
            <a:endParaRPr lang="pl-PL"/>
          </a:p>
        </p:txBody>
      </p:sp>
    </p:spTree>
    <p:extLst>
      <p:ext uri="{BB962C8B-B14F-4D97-AF65-F5344CB8AC3E}">
        <p14:creationId xmlns:p14="http://schemas.microsoft.com/office/powerpoint/2010/main" val="3072035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Čas: ~1:30. Struktura výstupního reportu: A společný souhrn (orientace do 30 sekund; výrazný rozdíl mezi kondicí hodnocenou lékařem a pacientem je varovný signál), B sekce podle odborností (povinně min. 3 role), B2 panel podpory rozhodování (povinné minimum – možnosti léčby z dodaných doporučených postupů, tzv. guidelines, např. ESMO; screening klinických studií = zda pacient splňuje podmínky pro zařazení do výzkumu nových léků), C strukturovaný zápis závěru a akční plán. Bonusy: kontrola připravenosti případu, předvýpočet odpovědi na léčbu podle RECIST, AI zapisovatel, shrnutí pro pacienta.</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5</a:t>
            </a:fld>
            <a:endParaRPr lang="pl-PL"/>
          </a:p>
        </p:txBody>
      </p:sp>
    </p:spTree>
    <p:extLst>
      <p:ext uri="{BB962C8B-B14F-4D97-AF65-F5344CB8AC3E}">
        <p14:creationId xmlns:p14="http://schemas.microsoft.com/office/powerpoint/2010/main" val="2107426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~1:00. Halucinace = AI s jistotou uvede něco, co v podkladech není. Proto: grounding (AI pracuje jen s daty pacienta a dodanými dokumenty) a citace u každého tvrzení. Každý varovný signál musí mít závažnost a citaci obou zdrojů.</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6</a:t>
            </a:fld>
            <a:endParaRPr lang="pl-PL"/>
          </a:p>
        </p:txBody>
      </p:sp>
    </p:spTree>
    <p:extLst>
      <p:ext uri="{BB962C8B-B14F-4D97-AF65-F5344CB8AC3E}">
        <p14:creationId xmlns:p14="http://schemas.microsoft.com/office/powerpoint/2010/main" val="3875145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~0:45. PROMs = Patient-Reported Outcome Measures, tedy výsledky hlášené pacientem. Dataset obsahuje i referenční řešení (tzv. ground truth) – očekávané varovné signály a klíčová fakta, podle kterých se bude měřit spolehlivost. Všechna data jsou smyšlená (mock), žádní skuteční pacienti.</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7</a:t>
            </a:fld>
            <a:endParaRPr lang="pl-PL"/>
          </a:p>
        </p:txBody>
      </p:sp>
    </p:spTree>
    <p:extLst>
      <p:ext uri="{BB962C8B-B14F-4D97-AF65-F5344CB8AC3E}">
        <p14:creationId xmlns:p14="http://schemas.microsoft.com/office/powerpoint/2010/main" val="3790301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~1:00. HL7 FHIR = Fast Healthcare Interoperability Resources, verze R4. Mapování exportu na FHIR R4 / mCODE je v zadání bonus. HL7 Europe Common Cancer Model (ECCDM) je evropský společný datový model pro onkologii (verze 1.0.0-ballot), inspirovaný mCODE. Hodí se i v kontextu EHDS – Evropského prostoru pro zdravotní data, který sjednocuje výměnu zdravotních záznamů v EU. Zadání zmiňuje i profil IPS (International Patient Summary – mezinárodní souhrn pacienta).</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8</a:t>
            </a:fld>
            <a:endParaRPr lang="pl-PL"/>
          </a:p>
        </p:txBody>
      </p:sp>
    </p:spTree>
    <p:extLst>
      <p:ext uri="{BB962C8B-B14F-4D97-AF65-F5344CB8AC3E}">
        <p14:creationId xmlns:p14="http://schemas.microsoft.com/office/powerpoint/2010/main" val="866196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~1:00. Nejvyšší váhu má klinická hodnota a použitelnost pro lékaře (30 %). RAG = Retrieval-Augmented Generation: AI si nejdřív vyhledá relevantní pasáže v dodaných dokumentech a odpovídá jen z nich. Ochrana údajů: pseudonymizace, zpracování v EU, GDPR; v produkci by šlo o vysoce rizikový systém podle AI Act a o zdravotnický prostředek (MDR).</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9</a:t>
            </a:fld>
            <a:endParaRPr lang="pl-PL"/>
          </a:p>
        </p:txBody>
      </p:sp>
    </p:spTree>
    <p:extLst>
      <p:ext uri="{BB962C8B-B14F-4D97-AF65-F5344CB8AC3E}">
        <p14:creationId xmlns:p14="http://schemas.microsoft.com/office/powerpoint/2010/main" val="3998284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~0:45. Doplnit foto, pozici/organizaci a profil Ľuboslava Piljana (na webu rakathon.cz/lide zatím není). Profil Ondřeje Hoferka je převzat a zkrácen z https://www.rakathon.cz/lide (Mentor, porotce · InterSystems / HL7); fotografii lze převzít tamtéž.</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10</a:t>
            </a:fld>
            <a:endParaRPr lang="pl-PL"/>
          </a:p>
        </p:txBody>
      </p:sp>
    </p:spTree>
    <p:extLst>
      <p:ext uri="{BB962C8B-B14F-4D97-AF65-F5344CB8AC3E}">
        <p14:creationId xmlns:p14="http://schemas.microsoft.com/office/powerpoint/2010/main" val="852968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Čas: ~0:30. Výzva k výběru zadání. Následuje závěrečný slide; slovníček pojmů a odkazy jsou v příloze za ním.</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11</a:t>
            </a:fld>
            <a:endParaRPr lang="pl-PL"/>
          </a:p>
        </p:txBody>
      </p:sp>
    </p:spTree>
    <p:extLst>
      <p:ext uri="{BB962C8B-B14F-4D97-AF65-F5344CB8AC3E}">
        <p14:creationId xmlns:p14="http://schemas.microsoft.com/office/powerpoint/2010/main" val="989578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Děkuji, přeji vám skvělý víkend, hodně energie a hlavně řešení, která pomohou pacientům. Těšíme se na vaše prezentace.</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12</a:t>
            </a:fld>
            <a:endParaRPr lang="pl-PL"/>
          </a:p>
        </p:txBody>
      </p:sp>
    </p:spTree>
    <p:extLst>
      <p:ext uri="{BB962C8B-B14F-4D97-AF65-F5344CB8AC3E}">
        <p14:creationId xmlns:p14="http://schemas.microsoft.com/office/powerpoint/2010/main" val="592426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t>Záložní slide – nepromítá se v rámci 10 minut, slouží týmům k dohledání pojmů.</a:t>
            </a:r>
          </a:p>
          <a:p>
            <a:endParaRPr lang="en-US"/>
          </a:p>
        </p:txBody>
      </p:sp>
      <p:sp>
        <p:nvSpPr>
          <p:cNvPr id="4" name="Slide Number Placeholder 3"/>
          <p:cNvSpPr>
            <a:spLocks noGrp="1"/>
          </p:cNvSpPr>
          <p:nvPr>
            <p:ph type="sldNum" sz="quarter" idx="5"/>
          </p:nvPr>
        </p:nvSpPr>
        <p:spPr/>
        <p:txBody>
          <a:bodyPr/>
          <a:lstStyle/>
          <a:p>
            <a:fld id="{0C127573-7ADF-411A-9B23-EA9E8B4CF7AA}" type="slidenum">
              <a:rPr lang="pl-PL" smtClean="0"/>
              <a:pPr/>
              <a:t>13</a:t>
            </a:fld>
            <a:endParaRPr lang="pl-PL"/>
          </a:p>
        </p:txBody>
      </p:sp>
    </p:spTree>
    <p:extLst>
      <p:ext uri="{BB962C8B-B14F-4D97-AF65-F5344CB8AC3E}">
        <p14:creationId xmlns:p14="http://schemas.microsoft.com/office/powerpoint/2010/main" val="377319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2.svg"/><Relationship Id="rId7"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Logo">
    <p:spTree>
      <p:nvGrpSpPr>
        <p:cNvPr id="1" name=""/>
        <p:cNvGrpSpPr/>
        <p:nvPr/>
      </p:nvGrpSpPr>
      <p:grpSpPr>
        <a:xfrm>
          <a:off x="0" y="0"/>
          <a:ext cx="0" cy="0"/>
          <a:chOff x="0" y="0"/>
          <a:chExt cx="0" cy="0"/>
        </a:xfrm>
      </p:grpSpPr>
      <p:grpSp>
        <p:nvGrpSpPr>
          <p:cNvPr id="2" name="Grupa 11">
            <a:extLst>
              <a:ext uri="{FF2B5EF4-FFF2-40B4-BE49-F238E27FC236}">
                <a16:creationId xmlns:a16="http://schemas.microsoft.com/office/drawing/2014/main" id="{BC42BF60-FCAF-6B5C-CC61-16F67B917136}"/>
              </a:ext>
            </a:extLst>
          </p:cNvPr>
          <p:cNvGrpSpPr/>
          <p:nvPr userDrawn="1"/>
        </p:nvGrpSpPr>
        <p:grpSpPr>
          <a:xfrm>
            <a:off x="2794002" y="3065174"/>
            <a:ext cx="6603996" cy="727652"/>
            <a:chOff x="1719263" y="3114675"/>
            <a:chExt cx="5705476" cy="628650"/>
          </a:xfrm>
          <a:solidFill>
            <a:srgbClr val="000000"/>
          </a:solidFill>
        </p:grpSpPr>
        <p:sp>
          <p:nvSpPr>
            <p:cNvPr id="3" name="Freeform 5">
              <a:extLst>
                <a:ext uri="{FF2B5EF4-FFF2-40B4-BE49-F238E27FC236}">
                  <a16:creationId xmlns:a16="http://schemas.microsoft.com/office/drawing/2014/main" id="{6F1274D7-7408-6C13-E3F6-15A851039F36}"/>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4" name="Freeform 6">
              <a:extLst>
                <a:ext uri="{FF2B5EF4-FFF2-40B4-BE49-F238E27FC236}">
                  <a16:creationId xmlns:a16="http://schemas.microsoft.com/office/drawing/2014/main" id="{0563406B-92F6-A859-D839-54E111B0449D}"/>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5" name="Freeform 7">
              <a:extLst>
                <a:ext uri="{FF2B5EF4-FFF2-40B4-BE49-F238E27FC236}">
                  <a16:creationId xmlns:a16="http://schemas.microsoft.com/office/drawing/2014/main" id="{82D134DE-A542-1E25-A48E-F52C96BB25C6}"/>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8">
              <a:extLst>
                <a:ext uri="{FF2B5EF4-FFF2-40B4-BE49-F238E27FC236}">
                  <a16:creationId xmlns:a16="http://schemas.microsoft.com/office/drawing/2014/main" id="{09F9E126-53E3-D621-E45D-2C43458852B7}"/>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9">
              <a:extLst>
                <a:ext uri="{FF2B5EF4-FFF2-40B4-BE49-F238E27FC236}">
                  <a16:creationId xmlns:a16="http://schemas.microsoft.com/office/drawing/2014/main" id="{31CDE28C-1A9A-7EE4-958F-34E143437C11}"/>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10">
              <a:extLst>
                <a:ext uri="{FF2B5EF4-FFF2-40B4-BE49-F238E27FC236}">
                  <a16:creationId xmlns:a16="http://schemas.microsoft.com/office/drawing/2014/main" id="{C71AF974-A97A-D784-6479-5F60E0B463F1}"/>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grpSp>
        <p:nvGrpSpPr>
          <p:cNvPr id="10" name="Grupa 72">
            <a:extLst>
              <a:ext uri="{FF2B5EF4-FFF2-40B4-BE49-F238E27FC236}">
                <a16:creationId xmlns:a16="http://schemas.microsoft.com/office/drawing/2014/main" id="{60854506-858C-744D-572C-97C91D8FB072}"/>
              </a:ext>
            </a:extLst>
          </p:cNvPr>
          <p:cNvGrpSpPr/>
          <p:nvPr userDrawn="1"/>
        </p:nvGrpSpPr>
        <p:grpSpPr>
          <a:xfrm rot="5400000">
            <a:off x="-3572540" y="3312041"/>
            <a:ext cx="6815472" cy="233918"/>
            <a:chOff x="0" y="-711770"/>
            <a:chExt cx="4642907" cy="564813"/>
          </a:xfrm>
        </p:grpSpPr>
        <p:grpSp>
          <p:nvGrpSpPr>
            <p:cNvPr id="11" name="Grupa 73">
              <a:extLst>
                <a:ext uri="{FF2B5EF4-FFF2-40B4-BE49-F238E27FC236}">
                  <a16:creationId xmlns:a16="http://schemas.microsoft.com/office/drawing/2014/main" id="{DA8DAF01-5012-FA35-F10A-BF556F6EFF75}"/>
                </a:ext>
              </a:extLst>
            </p:cNvPr>
            <p:cNvGrpSpPr/>
            <p:nvPr userDrawn="1"/>
          </p:nvGrpSpPr>
          <p:grpSpPr>
            <a:xfrm>
              <a:off x="791421" y="-711770"/>
              <a:ext cx="685800" cy="564813"/>
              <a:chOff x="304800" y="937146"/>
              <a:chExt cx="1624082" cy="286603"/>
            </a:xfrm>
          </p:grpSpPr>
          <p:sp>
            <p:nvSpPr>
              <p:cNvPr id="32" name="Prostokąt: zaokrąglone rogi 94">
                <a:extLst>
                  <a:ext uri="{FF2B5EF4-FFF2-40B4-BE49-F238E27FC236}">
                    <a16:creationId xmlns:a16="http://schemas.microsoft.com/office/drawing/2014/main" id="{3602300A-A6D8-A066-C743-8C93D7AF1F13}"/>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Prostokąt: zaokrąglone rogi 95">
                <a:extLst>
                  <a:ext uri="{FF2B5EF4-FFF2-40B4-BE49-F238E27FC236}">
                    <a16:creationId xmlns:a16="http://schemas.microsoft.com/office/drawing/2014/main" id="{14D35068-B86D-9D68-6F55-7F33E746ED71}"/>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Prostokąt: zaokrąglone rogi 96">
                <a:extLst>
                  <a:ext uri="{FF2B5EF4-FFF2-40B4-BE49-F238E27FC236}">
                    <a16:creationId xmlns:a16="http://schemas.microsoft.com/office/drawing/2014/main" id="{39868E53-9938-E9EE-71D3-AF490CB8D94C}"/>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2" name="Grupa 74">
              <a:extLst>
                <a:ext uri="{FF2B5EF4-FFF2-40B4-BE49-F238E27FC236}">
                  <a16:creationId xmlns:a16="http://schemas.microsoft.com/office/drawing/2014/main" id="{5344454A-47C6-7BB5-C6AA-D0860389193F}"/>
                </a:ext>
              </a:extLst>
            </p:cNvPr>
            <p:cNvGrpSpPr/>
            <p:nvPr userDrawn="1"/>
          </p:nvGrpSpPr>
          <p:grpSpPr>
            <a:xfrm>
              <a:off x="2374263" y="-711770"/>
              <a:ext cx="685800" cy="564813"/>
              <a:chOff x="304800" y="937146"/>
              <a:chExt cx="1624082" cy="286603"/>
            </a:xfrm>
          </p:grpSpPr>
          <p:sp>
            <p:nvSpPr>
              <p:cNvPr id="29" name="Prostokąt: zaokrąglone rogi 91">
                <a:extLst>
                  <a:ext uri="{FF2B5EF4-FFF2-40B4-BE49-F238E27FC236}">
                    <a16:creationId xmlns:a16="http://schemas.microsoft.com/office/drawing/2014/main" id="{5AFFC2D2-3C67-6B2D-33E6-2E8EBCA07624}"/>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rostokąt: zaokrąglone rogi 92">
                <a:extLst>
                  <a:ext uri="{FF2B5EF4-FFF2-40B4-BE49-F238E27FC236}">
                    <a16:creationId xmlns:a16="http://schemas.microsoft.com/office/drawing/2014/main" id="{9B72EE04-049F-1705-2AFB-E1347653CF9D}"/>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Prostokąt: zaokrąglone rogi 93">
                <a:extLst>
                  <a:ext uri="{FF2B5EF4-FFF2-40B4-BE49-F238E27FC236}">
                    <a16:creationId xmlns:a16="http://schemas.microsoft.com/office/drawing/2014/main" id="{88477A57-2C00-EAAB-3954-7956C9037A2A}"/>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3" name="Grupa 75">
              <a:extLst>
                <a:ext uri="{FF2B5EF4-FFF2-40B4-BE49-F238E27FC236}">
                  <a16:creationId xmlns:a16="http://schemas.microsoft.com/office/drawing/2014/main" id="{EAEF0978-B9E2-5C02-5413-C405315F98CA}"/>
                </a:ext>
              </a:extLst>
            </p:cNvPr>
            <p:cNvGrpSpPr/>
            <p:nvPr userDrawn="1"/>
          </p:nvGrpSpPr>
          <p:grpSpPr>
            <a:xfrm>
              <a:off x="1582842" y="-711770"/>
              <a:ext cx="685800" cy="564813"/>
              <a:chOff x="304800" y="937146"/>
              <a:chExt cx="1624082" cy="286603"/>
            </a:xfrm>
          </p:grpSpPr>
          <p:sp>
            <p:nvSpPr>
              <p:cNvPr id="26" name="Prostokąt: zaokrąglone rogi 88">
                <a:extLst>
                  <a:ext uri="{FF2B5EF4-FFF2-40B4-BE49-F238E27FC236}">
                    <a16:creationId xmlns:a16="http://schemas.microsoft.com/office/drawing/2014/main" id="{0E5865ED-7DDB-850A-20A5-199328E6944F}"/>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Prostokąt: zaokrąglone rogi 89">
                <a:extLst>
                  <a:ext uri="{FF2B5EF4-FFF2-40B4-BE49-F238E27FC236}">
                    <a16:creationId xmlns:a16="http://schemas.microsoft.com/office/drawing/2014/main" id="{25FA3540-8F52-02D1-4A27-CD4AC1401BFB}"/>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rostokąt: zaokrąglone rogi 90">
                <a:extLst>
                  <a:ext uri="{FF2B5EF4-FFF2-40B4-BE49-F238E27FC236}">
                    <a16:creationId xmlns:a16="http://schemas.microsoft.com/office/drawing/2014/main" id="{C5A8A345-BAF4-0D72-7E09-83ADE4A6CBB6}"/>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 name="Grupa 76">
              <a:extLst>
                <a:ext uri="{FF2B5EF4-FFF2-40B4-BE49-F238E27FC236}">
                  <a16:creationId xmlns:a16="http://schemas.microsoft.com/office/drawing/2014/main" id="{BC227C6F-799C-5534-8F3C-8E34FF32A510}"/>
                </a:ext>
              </a:extLst>
            </p:cNvPr>
            <p:cNvGrpSpPr/>
            <p:nvPr userDrawn="1"/>
          </p:nvGrpSpPr>
          <p:grpSpPr>
            <a:xfrm>
              <a:off x="0" y="-711770"/>
              <a:ext cx="685800" cy="564813"/>
              <a:chOff x="304800" y="937146"/>
              <a:chExt cx="1624082" cy="286603"/>
            </a:xfrm>
          </p:grpSpPr>
          <p:sp>
            <p:nvSpPr>
              <p:cNvPr id="23" name="Prostokąt: zaokrąglone rogi 85">
                <a:extLst>
                  <a:ext uri="{FF2B5EF4-FFF2-40B4-BE49-F238E27FC236}">
                    <a16:creationId xmlns:a16="http://schemas.microsoft.com/office/drawing/2014/main" id="{15A525CC-3409-69A4-76E3-ED4A87644C68}"/>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Prostokąt: zaokrąglone rogi 86">
                <a:extLst>
                  <a:ext uri="{FF2B5EF4-FFF2-40B4-BE49-F238E27FC236}">
                    <a16:creationId xmlns:a16="http://schemas.microsoft.com/office/drawing/2014/main" id="{90A4F241-71C5-3A5B-2A6C-CB53223C1C14}"/>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Prostokąt: zaokrąglone rogi 87">
                <a:extLst>
                  <a:ext uri="{FF2B5EF4-FFF2-40B4-BE49-F238E27FC236}">
                    <a16:creationId xmlns:a16="http://schemas.microsoft.com/office/drawing/2014/main" id="{1F29B55E-ABC4-C9DD-EF5A-26AB3805DDE7}"/>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5" name="Grupa 77">
              <a:extLst>
                <a:ext uri="{FF2B5EF4-FFF2-40B4-BE49-F238E27FC236}">
                  <a16:creationId xmlns:a16="http://schemas.microsoft.com/office/drawing/2014/main" id="{83C0C48A-7416-75C9-A7A1-2A42D851412D}"/>
                </a:ext>
              </a:extLst>
            </p:cNvPr>
            <p:cNvGrpSpPr/>
            <p:nvPr userDrawn="1"/>
          </p:nvGrpSpPr>
          <p:grpSpPr>
            <a:xfrm>
              <a:off x="3957107" y="-711770"/>
              <a:ext cx="685800" cy="564813"/>
              <a:chOff x="304800" y="937146"/>
              <a:chExt cx="1624082" cy="286603"/>
            </a:xfrm>
          </p:grpSpPr>
          <p:sp>
            <p:nvSpPr>
              <p:cNvPr id="20" name="Prostokąt: zaokrąglone rogi 82">
                <a:extLst>
                  <a:ext uri="{FF2B5EF4-FFF2-40B4-BE49-F238E27FC236}">
                    <a16:creationId xmlns:a16="http://schemas.microsoft.com/office/drawing/2014/main" id="{4B3219CD-292E-8019-15D2-161BE9BFC8C5}"/>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Prostokąt: zaokrąglone rogi 83">
                <a:extLst>
                  <a:ext uri="{FF2B5EF4-FFF2-40B4-BE49-F238E27FC236}">
                    <a16:creationId xmlns:a16="http://schemas.microsoft.com/office/drawing/2014/main" id="{3D6CE690-FC5A-26DF-0580-286A84FE2581}"/>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Prostokąt: zaokrąglone rogi 84">
                <a:extLst>
                  <a:ext uri="{FF2B5EF4-FFF2-40B4-BE49-F238E27FC236}">
                    <a16:creationId xmlns:a16="http://schemas.microsoft.com/office/drawing/2014/main" id="{6B3BD548-2B78-EDD3-B542-491CC2721429}"/>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6" name="Grupa 78">
              <a:extLst>
                <a:ext uri="{FF2B5EF4-FFF2-40B4-BE49-F238E27FC236}">
                  <a16:creationId xmlns:a16="http://schemas.microsoft.com/office/drawing/2014/main" id="{BA2054D6-5165-A468-3871-EF7A2DDD5C4D}"/>
                </a:ext>
              </a:extLst>
            </p:cNvPr>
            <p:cNvGrpSpPr/>
            <p:nvPr userDrawn="1"/>
          </p:nvGrpSpPr>
          <p:grpSpPr>
            <a:xfrm>
              <a:off x="3165684" y="-711770"/>
              <a:ext cx="685800" cy="564813"/>
              <a:chOff x="304800" y="937146"/>
              <a:chExt cx="1624082" cy="286603"/>
            </a:xfrm>
          </p:grpSpPr>
          <p:sp>
            <p:nvSpPr>
              <p:cNvPr id="17" name="Prostokąt: zaokrąglone rogi 79">
                <a:extLst>
                  <a:ext uri="{FF2B5EF4-FFF2-40B4-BE49-F238E27FC236}">
                    <a16:creationId xmlns:a16="http://schemas.microsoft.com/office/drawing/2014/main" id="{99F8EAD9-E345-ECA0-D56B-17C2BE6E8EE1}"/>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Prostokąt: zaokrąglone rogi 80">
                <a:extLst>
                  <a:ext uri="{FF2B5EF4-FFF2-40B4-BE49-F238E27FC236}">
                    <a16:creationId xmlns:a16="http://schemas.microsoft.com/office/drawing/2014/main" id="{D92FCB64-6AE8-0554-5918-B3CDE2E626E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Prostokąt: zaokrąglone rogi 81">
                <a:extLst>
                  <a:ext uri="{FF2B5EF4-FFF2-40B4-BE49-F238E27FC236}">
                    <a16:creationId xmlns:a16="http://schemas.microsoft.com/office/drawing/2014/main" id="{8D6A9200-B09F-C5E3-B9F0-ACF4D67129C8}"/>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1929145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Logo AC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94002" y="2657321"/>
            <a:ext cx="6603998" cy="1543357"/>
          </a:xfrm>
          <a:prstGeom prst="rect">
            <a:avLst/>
          </a:prstGeom>
        </p:spPr>
      </p:pic>
      <p:grpSp>
        <p:nvGrpSpPr>
          <p:cNvPr id="10" name="Grupa 72">
            <a:extLst>
              <a:ext uri="{FF2B5EF4-FFF2-40B4-BE49-F238E27FC236}">
                <a16:creationId xmlns:a16="http://schemas.microsoft.com/office/drawing/2014/main" id="{34693BD4-5FB0-F566-17F2-55F1463BF89A}"/>
              </a:ext>
            </a:extLst>
          </p:cNvPr>
          <p:cNvGrpSpPr/>
          <p:nvPr userDrawn="1"/>
        </p:nvGrpSpPr>
        <p:grpSpPr>
          <a:xfrm rot="5400000">
            <a:off x="-3572540" y="3312041"/>
            <a:ext cx="6815472" cy="233918"/>
            <a:chOff x="0" y="-711770"/>
            <a:chExt cx="4642907" cy="564813"/>
          </a:xfrm>
        </p:grpSpPr>
        <p:grpSp>
          <p:nvGrpSpPr>
            <p:cNvPr id="11" name="Grupa 73">
              <a:extLst>
                <a:ext uri="{FF2B5EF4-FFF2-40B4-BE49-F238E27FC236}">
                  <a16:creationId xmlns:a16="http://schemas.microsoft.com/office/drawing/2014/main" id="{B9F432D0-EFB3-2887-6D43-8E0CD8D5B303}"/>
                </a:ext>
              </a:extLst>
            </p:cNvPr>
            <p:cNvGrpSpPr/>
            <p:nvPr userDrawn="1"/>
          </p:nvGrpSpPr>
          <p:grpSpPr>
            <a:xfrm>
              <a:off x="791421" y="-711770"/>
              <a:ext cx="685800" cy="564813"/>
              <a:chOff x="304800" y="937146"/>
              <a:chExt cx="1624082" cy="286603"/>
            </a:xfrm>
          </p:grpSpPr>
          <p:sp>
            <p:nvSpPr>
              <p:cNvPr id="32" name="Prostokąt: zaokrąglone rogi 94">
                <a:extLst>
                  <a:ext uri="{FF2B5EF4-FFF2-40B4-BE49-F238E27FC236}">
                    <a16:creationId xmlns:a16="http://schemas.microsoft.com/office/drawing/2014/main" id="{33944480-C794-D2EE-3D05-A9C5BF090655}"/>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Prostokąt: zaokrąglone rogi 95">
                <a:extLst>
                  <a:ext uri="{FF2B5EF4-FFF2-40B4-BE49-F238E27FC236}">
                    <a16:creationId xmlns:a16="http://schemas.microsoft.com/office/drawing/2014/main" id="{E751AAA1-C039-D2DE-EA33-66F47AD855FB}"/>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Prostokąt: zaokrąglone rogi 96">
                <a:extLst>
                  <a:ext uri="{FF2B5EF4-FFF2-40B4-BE49-F238E27FC236}">
                    <a16:creationId xmlns:a16="http://schemas.microsoft.com/office/drawing/2014/main" id="{EF250CB0-F88C-3A66-2CDC-BCA6E3F0402A}"/>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2" name="Grupa 74">
              <a:extLst>
                <a:ext uri="{FF2B5EF4-FFF2-40B4-BE49-F238E27FC236}">
                  <a16:creationId xmlns:a16="http://schemas.microsoft.com/office/drawing/2014/main" id="{4EB23F6C-FB01-6B13-F6B1-3CCB639E3BEC}"/>
                </a:ext>
              </a:extLst>
            </p:cNvPr>
            <p:cNvGrpSpPr/>
            <p:nvPr userDrawn="1"/>
          </p:nvGrpSpPr>
          <p:grpSpPr>
            <a:xfrm>
              <a:off x="2374263" y="-711770"/>
              <a:ext cx="685800" cy="564813"/>
              <a:chOff x="304800" y="937146"/>
              <a:chExt cx="1624082" cy="286603"/>
            </a:xfrm>
          </p:grpSpPr>
          <p:sp>
            <p:nvSpPr>
              <p:cNvPr id="29" name="Prostokąt: zaokrąglone rogi 91">
                <a:extLst>
                  <a:ext uri="{FF2B5EF4-FFF2-40B4-BE49-F238E27FC236}">
                    <a16:creationId xmlns:a16="http://schemas.microsoft.com/office/drawing/2014/main" id="{077971C1-C1CF-42E3-7300-3CC6E1CBACD9}"/>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rostokąt: zaokrąglone rogi 92">
                <a:extLst>
                  <a:ext uri="{FF2B5EF4-FFF2-40B4-BE49-F238E27FC236}">
                    <a16:creationId xmlns:a16="http://schemas.microsoft.com/office/drawing/2014/main" id="{3C068325-B212-D42F-AED3-42F73699C829}"/>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Prostokąt: zaokrąglone rogi 93">
                <a:extLst>
                  <a:ext uri="{FF2B5EF4-FFF2-40B4-BE49-F238E27FC236}">
                    <a16:creationId xmlns:a16="http://schemas.microsoft.com/office/drawing/2014/main" id="{DFDBD8F9-8D69-8F93-AC33-02008CB45C2C}"/>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3" name="Grupa 75">
              <a:extLst>
                <a:ext uri="{FF2B5EF4-FFF2-40B4-BE49-F238E27FC236}">
                  <a16:creationId xmlns:a16="http://schemas.microsoft.com/office/drawing/2014/main" id="{3C546B1D-5352-5921-6204-201C1C584FD1}"/>
                </a:ext>
              </a:extLst>
            </p:cNvPr>
            <p:cNvGrpSpPr/>
            <p:nvPr userDrawn="1"/>
          </p:nvGrpSpPr>
          <p:grpSpPr>
            <a:xfrm>
              <a:off x="1582842" y="-711770"/>
              <a:ext cx="685800" cy="564813"/>
              <a:chOff x="304800" y="937146"/>
              <a:chExt cx="1624082" cy="286603"/>
            </a:xfrm>
          </p:grpSpPr>
          <p:sp>
            <p:nvSpPr>
              <p:cNvPr id="26" name="Prostokąt: zaokrąglone rogi 88">
                <a:extLst>
                  <a:ext uri="{FF2B5EF4-FFF2-40B4-BE49-F238E27FC236}">
                    <a16:creationId xmlns:a16="http://schemas.microsoft.com/office/drawing/2014/main" id="{AB497D3C-9A33-CEA4-FA06-A30C9D69A8F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Prostokąt: zaokrąglone rogi 89">
                <a:extLst>
                  <a:ext uri="{FF2B5EF4-FFF2-40B4-BE49-F238E27FC236}">
                    <a16:creationId xmlns:a16="http://schemas.microsoft.com/office/drawing/2014/main" id="{BC46492C-89AB-98C5-F6DD-8214BAF6D847}"/>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rostokąt: zaokrąglone rogi 90">
                <a:extLst>
                  <a:ext uri="{FF2B5EF4-FFF2-40B4-BE49-F238E27FC236}">
                    <a16:creationId xmlns:a16="http://schemas.microsoft.com/office/drawing/2014/main" id="{0E1792F0-F935-F17D-25BC-D363F86FF4F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 name="Grupa 76">
              <a:extLst>
                <a:ext uri="{FF2B5EF4-FFF2-40B4-BE49-F238E27FC236}">
                  <a16:creationId xmlns:a16="http://schemas.microsoft.com/office/drawing/2014/main" id="{DBA8931A-3A4B-200E-ECEB-88C5C05DE073}"/>
                </a:ext>
              </a:extLst>
            </p:cNvPr>
            <p:cNvGrpSpPr/>
            <p:nvPr userDrawn="1"/>
          </p:nvGrpSpPr>
          <p:grpSpPr>
            <a:xfrm>
              <a:off x="0" y="-711770"/>
              <a:ext cx="685800" cy="564813"/>
              <a:chOff x="304800" y="937146"/>
              <a:chExt cx="1624082" cy="286603"/>
            </a:xfrm>
          </p:grpSpPr>
          <p:sp>
            <p:nvSpPr>
              <p:cNvPr id="23" name="Prostokąt: zaokrąglone rogi 85">
                <a:extLst>
                  <a:ext uri="{FF2B5EF4-FFF2-40B4-BE49-F238E27FC236}">
                    <a16:creationId xmlns:a16="http://schemas.microsoft.com/office/drawing/2014/main" id="{0DB7E627-3C56-9723-BC82-0202D88EAE3D}"/>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Prostokąt: zaokrąglone rogi 86">
                <a:extLst>
                  <a:ext uri="{FF2B5EF4-FFF2-40B4-BE49-F238E27FC236}">
                    <a16:creationId xmlns:a16="http://schemas.microsoft.com/office/drawing/2014/main" id="{4E9DB6BC-35CE-8B0A-22CF-B26AC5AA1810}"/>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Prostokąt: zaokrąglone rogi 87">
                <a:extLst>
                  <a:ext uri="{FF2B5EF4-FFF2-40B4-BE49-F238E27FC236}">
                    <a16:creationId xmlns:a16="http://schemas.microsoft.com/office/drawing/2014/main" id="{CAF7DD46-7D9C-CA3D-F25A-FBBE541382C5}"/>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5" name="Grupa 77">
              <a:extLst>
                <a:ext uri="{FF2B5EF4-FFF2-40B4-BE49-F238E27FC236}">
                  <a16:creationId xmlns:a16="http://schemas.microsoft.com/office/drawing/2014/main" id="{4B480210-ECCA-AC7E-4896-1FB34C92F796}"/>
                </a:ext>
              </a:extLst>
            </p:cNvPr>
            <p:cNvGrpSpPr/>
            <p:nvPr userDrawn="1"/>
          </p:nvGrpSpPr>
          <p:grpSpPr>
            <a:xfrm>
              <a:off x="3957107" y="-711770"/>
              <a:ext cx="685800" cy="564813"/>
              <a:chOff x="304800" y="937146"/>
              <a:chExt cx="1624082" cy="286603"/>
            </a:xfrm>
          </p:grpSpPr>
          <p:sp>
            <p:nvSpPr>
              <p:cNvPr id="20" name="Prostokąt: zaokrąglone rogi 82">
                <a:extLst>
                  <a:ext uri="{FF2B5EF4-FFF2-40B4-BE49-F238E27FC236}">
                    <a16:creationId xmlns:a16="http://schemas.microsoft.com/office/drawing/2014/main" id="{708BA22B-6F46-E5B4-05D6-E23FE4C873E1}"/>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Prostokąt: zaokrąglone rogi 83">
                <a:extLst>
                  <a:ext uri="{FF2B5EF4-FFF2-40B4-BE49-F238E27FC236}">
                    <a16:creationId xmlns:a16="http://schemas.microsoft.com/office/drawing/2014/main" id="{20DE9CAE-12BE-C1A2-95F5-367EA9B764E3}"/>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Prostokąt: zaokrąglone rogi 84">
                <a:extLst>
                  <a:ext uri="{FF2B5EF4-FFF2-40B4-BE49-F238E27FC236}">
                    <a16:creationId xmlns:a16="http://schemas.microsoft.com/office/drawing/2014/main" id="{2FEE91B0-109C-ECC9-BB4A-9A75A4B8D61C}"/>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6" name="Grupa 78">
              <a:extLst>
                <a:ext uri="{FF2B5EF4-FFF2-40B4-BE49-F238E27FC236}">
                  <a16:creationId xmlns:a16="http://schemas.microsoft.com/office/drawing/2014/main" id="{95A41D7D-EF27-E96D-60AF-0840B1BC76A1}"/>
                </a:ext>
              </a:extLst>
            </p:cNvPr>
            <p:cNvGrpSpPr/>
            <p:nvPr userDrawn="1"/>
          </p:nvGrpSpPr>
          <p:grpSpPr>
            <a:xfrm>
              <a:off x="3165684" y="-711770"/>
              <a:ext cx="685800" cy="564813"/>
              <a:chOff x="304800" y="937146"/>
              <a:chExt cx="1624082" cy="286603"/>
            </a:xfrm>
          </p:grpSpPr>
          <p:sp>
            <p:nvSpPr>
              <p:cNvPr id="17" name="Prostokąt: zaokrąglone rogi 79">
                <a:extLst>
                  <a:ext uri="{FF2B5EF4-FFF2-40B4-BE49-F238E27FC236}">
                    <a16:creationId xmlns:a16="http://schemas.microsoft.com/office/drawing/2014/main" id="{A676F68A-BBAA-4D63-95AA-9CEC72DCAA3E}"/>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Prostokąt: zaokrąglone rogi 80">
                <a:extLst>
                  <a:ext uri="{FF2B5EF4-FFF2-40B4-BE49-F238E27FC236}">
                    <a16:creationId xmlns:a16="http://schemas.microsoft.com/office/drawing/2014/main" id="{72089977-A51B-20DD-1AA7-6472B763D9D8}"/>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Prostokąt: zaokrąglone rogi 81">
                <a:extLst>
                  <a:ext uri="{FF2B5EF4-FFF2-40B4-BE49-F238E27FC236}">
                    <a16:creationId xmlns:a16="http://schemas.microsoft.com/office/drawing/2014/main" id="{11116CBC-564B-8470-6C9E-0095CC023A72}"/>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581360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14F0A6-1138-D443-A099-840BC971F9E5}"/>
              </a:ext>
            </a:extLst>
          </p:cNvPr>
          <p:cNvSpPr/>
          <p:nvPr userDrawn="1"/>
        </p:nvSpPr>
        <p:spPr bwMode="auto">
          <a:xfrm rot="16200000">
            <a:off x="971550" y="4997450"/>
            <a:ext cx="889000" cy="2832100"/>
          </a:xfrm>
          <a:prstGeom prst="rect">
            <a:avLst/>
          </a:prstGeom>
          <a:solidFill>
            <a:schemeClr val="tx1"/>
          </a:solidFill>
          <a:ln w="127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k-SK" dirty="0"/>
          </a:p>
        </p:txBody>
      </p:sp>
      <p:sp>
        <p:nvSpPr>
          <p:cNvPr id="20" name="Picture Placeholder 19">
            <a:extLst>
              <a:ext uri="{FF2B5EF4-FFF2-40B4-BE49-F238E27FC236}">
                <a16:creationId xmlns:a16="http://schemas.microsoft.com/office/drawing/2014/main" id="{AB620F07-AF38-FA5F-FBBA-A0DAF43767A8}"/>
              </a:ext>
            </a:extLst>
          </p:cNvPr>
          <p:cNvSpPr>
            <a:spLocks noGrp="1"/>
          </p:cNvSpPr>
          <p:nvPr>
            <p:ph type="pic" sz="quarter" idx="13" hasCustomPrompt="1"/>
          </p:nvPr>
        </p:nvSpPr>
        <p:spPr>
          <a:xfrm>
            <a:off x="0" y="0"/>
            <a:ext cx="12191999" cy="6858000"/>
          </a:xfrm>
          <a:custGeom>
            <a:avLst/>
            <a:gdLst>
              <a:gd name="connsiteX0" fmla="*/ 2811780 w 12191999"/>
              <a:gd name="connsiteY0" fmla="*/ 2553817 h 6858000"/>
              <a:gd name="connsiteX1" fmla="*/ 2811780 w 12191999"/>
              <a:gd name="connsiteY1" fmla="*/ 5297017 h 6858000"/>
              <a:gd name="connsiteX2" fmla="*/ 10256518 w 12191999"/>
              <a:gd name="connsiteY2" fmla="*/ 5297017 h 6858000"/>
              <a:gd name="connsiteX3" fmla="*/ 10256518 w 12191999"/>
              <a:gd name="connsiteY3" fmla="*/ 2553817 h 6858000"/>
              <a:gd name="connsiteX4" fmla="*/ 0 w 12191999"/>
              <a:gd name="connsiteY4" fmla="*/ 0 h 6858000"/>
              <a:gd name="connsiteX5" fmla="*/ 12191999 w 12191999"/>
              <a:gd name="connsiteY5" fmla="*/ 0 h 6858000"/>
              <a:gd name="connsiteX6" fmla="*/ 12191999 w 12191999"/>
              <a:gd name="connsiteY6" fmla="*/ 6858000 h 6858000"/>
              <a:gd name="connsiteX7" fmla="*/ 2743201 w 12191999"/>
              <a:gd name="connsiteY7" fmla="*/ 6858000 h 6858000"/>
              <a:gd name="connsiteX8" fmla="*/ 2743201 w 12191999"/>
              <a:gd name="connsiteY8" fmla="*/ 6065520 h 6858000"/>
              <a:gd name="connsiteX9" fmla="*/ 0 w 12191999"/>
              <a:gd name="connsiteY9" fmla="*/ 6065520 h 6858000"/>
              <a:gd name="connsiteX10" fmla="*/ 0 w 12191999"/>
              <a:gd name="connsiteY10" fmla="*/ 5297017 h 6858000"/>
              <a:gd name="connsiteX11" fmla="*/ 2743200 w 12191999"/>
              <a:gd name="connsiteY11" fmla="*/ 5297017 h 6858000"/>
              <a:gd name="connsiteX12" fmla="*/ 2743200 w 12191999"/>
              <a:gd name="connsiteY12" fmla="*/ 2553817 h 6858000"/>
              <a:gd name="connsiteX13" fmla="*/ 0 w 12191999"/>
              <a:gd name="connsiteY13" fmla="*/ 25538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2811780" y="2553817"/>
                </a:moveTo>
                <a:lnTo>
                  <a:pt x="2811780" y="5297017"/>
                </a:lnTo>
                <a:lnTo>
                  <a:pt x="10256518" y="5297017"/>
                </a:lnTo>
                <a:lnTo>
                  <a:pt x="10256518" y="2553817"/>
                </a:lnTo>
                <a:close/>
                <a:moveTo>
                  <a:pt x="0" y="0"/>
                </a:moveTo>
                <a:lnTo>
                  <a:pt x="12191999" y="0"/>
                </a:lnTo>
                <a:lnTo>
                  <a:pt x="12191999" y="6858000"/>
                </a:lnTo>
                <a:lnTo>
                  <a:pt x="2743201" y="6858000"/>
                </a:lnTo>
                <a:lnTo>
                  <a:pt x="2743201" y="6065520"/>
                </a:lnTo>
                <a:lnTo>
                  <a:pt x="0" y="6065520"/>
                </a:lnTo>
                <a:lnTo>
                  <a:pt x="0" y="5297017"/>
                </a:lnTo>
                <a:lnTo>
                  <a:pt x="2743200" y="5297017"/>
                </a:lnTo>
                <a:lnTo>
                  <a:pt x="2743200" y="2553817"/>
                </a:lnTo>
                <a:lnTo>
                  <a:pt x="0" y="2553817"/>
                </a:lnTo>
                <a:close/>
              </a:path>
            </a:pathLst>
          </a:custGeom>
          <a:solidFill>
            <a:schemeClr val="accent4">
              <a:lumMod val="40000"/>
              <a:lumOff val="60000"/>
            </a:schemeClr>
          </a:solidFill>
        </p:spPr>
        <p:txBody>
          <a:bodyPr wrap="square" anchor="ctr">
            <a:no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11" name="Text Placeholder 7">
            <a:extLst>
              <a:ext uri="{FF2B5EF4-FFF2-40B4-BE49-F238E27FC236}">
                <a16:creationId xmlns:a16="http://schemas.microsoft.com/office/drawing/2014/main" id="{E144684E-87E6-F53C-35EF-718261378090}"/>
              </a:ext>
            </a:extLst>
          </p:cNvPr>
          <p:cNvSpPr txBox="1">
            <a:spLocks/>
          </p:cNvSpPr>
          <p:nvPr userDrawn="1"/>
        </p:nvSpPr>
        <p:spPr>
          <a:xfrm>
            <a:off x="412288" y="6294186"/>
            <a:ext cx="2208184" cy="293995"/>
          </a:xfrm>
          <a:prstGeom prst="rect">
            <a:avLst/>
          </a:prstGeom>
        </p:spPr>
        <p:txBody>
          <a:bodyPr vert="horz" lIns="0" tIns="0" rIns="0" bIns="0" rtlCol="0" anchor="ctr">
            <a:normAutofit/>
          </a:bodyPr>
          <a:lstStyle>
            <a:lvl1pPr marL="0" indent="0" algn="l" defTabSz="1219170" rtl="0" eaLnBrk="1" latinLnBrk="0" hangingPunct="1">
              <a:lnSpc>
                <a:spcPct val="95000"/>
              </a:lnSpc>
              <a:spcBef>
                <a:spcPts val="0"/>
              </a:spcBef>
              <a:spcAft>
                <a:spcPts val="800"/>
              </a:spcAft>
              <a:buClr>
                <a:schemeClr val="accent4"/>
              </a:buClr>
              <a:buSzPct val="100000"/>
              <a:buFont typeface="Calibri" panose="020F0502020204030204" pitchFamily="34" charset="0"/>
              <a:buNone/>
              <a:defRPr sz="2000" b="0" kern="1200">
                <a:solidFill>
                  <a:srgbClr val="000000"/>
                </a:solidFill>
                <a:latin typeface="Roboto Light" panose="02000000000000000000" pitchFamily="2" charset="0"/>
                <a:ea typeface="Roboto Light" panose="02000000000000000000" pitchFamily="2" charset="0"/>
                <a:cs typeface="+mn-cs"/>
              </a:defRPr>
            </a:lvl1pPr>
            <a:lvl2pPr marL="720000" indent="-360000" algn="l" defTabSz="1219170"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mn-lt"/>
                <a:ea typeface="+mn-ea"/>
                <a:cs typeface="+mn-cs"/>
              </a:defRPr>
            </a:lvl2pPr>
            <a:lvl3pPr marL="1008000" indent="-252000" algn="l" defTabSz="1077357"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mn-lt"/>
                <a:ea typeface="+mn-ea"/>
                <a:cs typeface="+mn-cs"/>
              </a:defRPr>
            </a:lvl3pPr>
            <a:lvl4pPr marL="960943" indent="-245527" algn="l" defTabSz="1219170" rtl="0" eaLnBrk="1" latinLnBrk="0" hangingPunct="1">
              <a:spcBef>
                <a:spcPct val="20000"/>
              </a:spcBef>
              <a:buFont typeface="Symbol" pitchFamily="18" charset="2"/>
              <a:buChar char="-"/>
              <a:defRPr sz="2400" kern="1200">
                <a:solidFill>
                  <a:schemeClr val="tx1"/>
                </a:solidFill>
                <a:latin typeface="+mn-lt"/>
                <a:ea typeface="+mn-ea"/>
                <a:cs typeface="+mn-cs"/>
              </a:defRPr>
            </a:lvl4pPr>
            <a:lvl5pPr marL="1195887" indent="-234945" algn="l" defTabSz="1219170" rtl="0" eaLnBrk="1" latinLnBrk="0" hangingPunct="1">
              <a:spcBef>
                <a:spcPct val="20000"/>
              </a:spcBef>
              <a:buFont typeface="Wingdings" pitchFamily="2" charset="2"/>
              <a:buChar char="§"/>
              <a:defRPr sz="24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sk-SK" sz="1000">
                <a:solidFill>
                  <a:schemeClr val="bg1"/>
                </a:solidFill>
              </a:rPr>
              <a:t>2026 © Asseco Central Europe</a:t>
            </a:r>
            <a:endParaRPr lang="sk-SK" sz="1000" dirty="0">
              <a:solidFill>
                <a:schemeClr val="bg1"/>
              </a:solidFill>
            </a:endParaRPr>
          </a:p>
        </p:txBody>
      </p:sp>
      <p:sp>
        <p:nvSpPr>
          <p:cNvPr id="18" name="Symbol zastępczy tekstu 5">
            <a:extLst>
              <a:ext uri="{FF2B5EF4-FFF2-40B4-BE49-F238E27FC236}">
                <a16:creationId xmlns:a16="http://schemas.microsoft.com/office/drawing/2014/main" id="{D6BAE43B-FC95-48B8-8A8B-E4251D6E9F09}"/>
              </a:ext>
            </a:extLst>
          </p:cNvPr>
          <p:cNvSpPr>
            <a:spLocks noGrp="1"/>
          </p:cNvSpPr>
          <p:nvPr>
            <p:ph type="body" sz="quarter" idx="14" hasCustomPrompt="1"/>
          </p:nvPr>
        </p:nvSpPr>
        <p:spPr>
          <a:xfrm>
            <a:off x="3162300" y="4630680"/>
            <a:ext cx="6694788" cy="390081"/>
          </a:xfrm>
        </p:spPr>
        <p:txBody>
          <a:bodyPr anchor="ctr">
            <a:normAutofit/>
          </a:bodyPr>
          <a:lstStyle>
            <a:lvl1pPr marL="0" indent="0">
              <a:buNone/>
              <a:defRPr sz="2000">
                <a:solidFill>
                  <a:srgbClr val="000000"/>
                </a:solidFill>
                <a:latin typeface="Roboto Light" panose="02000000000000000000" pitchFamily="2" charset="0"/>
                <a:ea typeface="Roboto Light" panose="02000000000000000000" pitchFamily="2" charset="0"/>
              </a:defRPr>
            </a:lvl1pPr>
          </a:lstStyle>
          <a:p>
            <a:pPr lvl="0"/>
            <a:r>
              <a:rPr lang="en-US" noProof="0"/>
              <a:t>Name and surname</a:t>
            </a:r>
          </a:p>
        </p:txBody>
      </p:sp>
      <p:sp>
        <p:nvSpPr>
          <p:cNvPr id="2" name="Tytuł 1">
            <a:extLst>
              <a:ext uri="{FF2B5EF4-FFF2-40B4-BE49-F238E27FC236}">
                <a16:creationId xmlns:a16="http://schemas.microsoft.com/office/drawing/2014/main" id="{0FE034EC-B3E8-4E27-A148-5E2388EE48DC}"/>
              </a:ext>
            </a:extLst>
          </p:cNvPr>
          <p:cNvSpPr>
            <a:spLocks noGrp="1"/>
          </p:cNvSpPr>
          <p:nvPr>
            <p:ph type="title" hasCustomPrompt="1"/>
          </p:nvPr>
        </p:nvSpPr>
        <p:spPr>
          <a:xfrm>
            <a:off x="3162300" y="2919774"/>
            <a:ext cx="6694788" cy="1674562"/>
          </a:xfrm>
        </p:spPr>
        <p:txBody>
          <a:bodyPr>
            <a:noAutofit/>
          </a:bodyPr>
          <a:lstStyle>
            <a:lvl1pPr>
              <a:defRPr sz="5400" b="1">
                <a:latin typeface="Roboto Black" panose="02000000000000000000" pitchFamily="2" charset="0"/>
                <a:ea typeface="Roboto Black" panose="02000000000000000000" pitchFamily="2" charset="0"/>
              </a:defRPr>
            </a:lvl1pPr>
          </a:lstStyle>
          <a:p>
            <a:r>
              <a:rPr lang="en-US" noProof="0"/>
              <a:t>Title of presentation</a:t>
            </a:r>
          </a:p>
        </p:txBody>
      </p:sp>
      <p:grpSp>
        <p:nvGrpSpPr>
          <p:cNvPr id="73" name="Grupa 72">
            <a:extLst>
              <a:ext uri="{FF2B5EF4-FFF2-40B4-BE49-F238E27FC236}">
                <a16:creationId xmlns:a16="http://schemas.microsoft.com/office/drawing/2014/main" id="{B7478B59-CA66-469F-8F73-AB7FFEA9D6C4}"/>
              </a:ext>
            </a:extLst>
          </p:cNvPr>
          <p:cNvGrpSpPr/>
          <p:nvPr userDrawn="1"/>
        </p:nvGrpSpPr>
        <p:grpSpPr>
          <a:xfrm rot="5400000">
            <a:off x="-3572540" y="3312041"/>
            <a:ext cx="6815472" cy="233918"/>
            <a:chOff x="0" y="-711770"/>
            <a:chExt cx="4642907" cy="564813"/>
          </a:xfrm>
        </p:grpSpPr>
        <p:grpSp>
          <p:nvGrpSpPr>
            <p:cNvPr id="74" name="Grupa 73">
              <a:extLst>
                <a:ext uri="{FF2B5EF4-FFF2-40B4-BE49-F238E27FC236}">
                  <a16:creationId xmlns:a16="http://schemas.microsoft.com/office/drawing/2014/main" id="{746D5FBF-F464-4AED-8FC3-607C9F724FC7}"/>
                </a:ext>
              </a:extLst>
            </p:cNvPr>
            <p:cNvGrpSpPr/>
            <p:nvPr userDrawn="1"/>
          </p:nvGrpSpPr>
          <p:grpSpPr>
            <a:xfrm>
              <a:off x="791421" y="-711770"/>
              <a:ext cx="685800" cy="564813"/>
              <a:chOff x="304800" y="937146"/>
              <a:chExt cx="1624082" cy="286603"/>
            </a:xfrm>
          </p:grpSpPr>
          <p:sp>
            <p:nvSpPr>
              <p:cNvPr id="95" name="Prostokąt: zaokrąglone rogi 94">
                <a:extLst>
                  <a:ext uri="{FF2B5EF4-FFF2-40B4-BE49-F238E27FC236}">
                    <a16:creationId xmlns:a16="http://schemas.microsoft.com/office/drawing/2014/main" id="{FF6EB662-8815-4C4A-8EBE-492B31BD1C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95961A05-9BAE-433E-90DC-6E59AFC85DE7}"/>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7" name="Prostokąt: zaokrąglone rogi 96">
                <a:extLst>
                  <a:ext uri="{FF2B5EF4-FFF2-40B4-BE49-F238E27FC236}">
                    <a16:creationId xmlns:a16="http://schemas.microsoft.com/office/drawing/2014/main" id="{965E3BDA-0E08-4313-AE93-A8E8D3FC878A}"/>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90CF57-EAE5-4259-9D9F-F1FDF4C5E722}"/>
                </a:ext>
              </a:extLst>
            </p:cNvPr>
            <p:cNvGrpSpPr/>
            <p:nvPr userDrawn="1"/>
          </p:nvGrpSpPr>
          <p:grpSpPr>
            <a:xfrm>
              <a:off x="2374263" y="-711770"/>
              <a:ext cx="685800" cy="564813"/>
              <a:chOff x="304800" y="937146"/>
              <a:chExt cx="1624082" cy="286603"/>
            </a:xfrm>
          </p:grpSpPr>
          <p:sp>
            <p:nvSpPr>
              <p:cNvPr id="92" name="Prostokąt: zaokrąglone rogi 91">
                <a:extLst>
                  <a:ext uri="{FF2B5EF4-FFF2-40B4-BE49-F238E27FC236}">
                    <a16:creationId xmlns:a16="http://schemas.microsoft.com/office/drawing/2014/main" id="{59764DB9-4245-4347-93F2-143C99D602E2}"/>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101207D0-25E6-4E04-BAB8-59F1AD494992}"/>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5C91B490-D9C1-4DCF-8E12-79218EE021B2}"/>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6673C142-71A3-4252-9CE8-CDF64FE32F4C}"/>
                </a:ext>
              </a:extLst>
            </p:cNvPr>
            <p:cNvGrpSpPr/>
            <p:nvPr userDrawn="1"/>
          </p:nvGrpSpPr>
          <p:grpSpPr>
            <a:xfrm>
              <a:off x="1582842" y="-711770"/>
              <a:ext cx="685800" cy="564813"/>
              <a:chOff x="304800" y="937146"/>
              <a:chExt cx="1624082" cy="286603"/>
            </a:xfrm>
          </p:grpSpPr>
          <p:sp>
            <p:nvSpPr>
              <p:cNvPr id="89" name="Prostokąt: zaokrąglone rogi 88">
                <a:extLst>
                  <a:ext uri="{FF2B5EF4-FFF2-40B4-BE49-F238E27FC236}">
                    <a16:creationId xmlns:a16="http://schemas.microsoft.com/office/drawing/2014/main" id="{B50412F8-EA82-4F78-A476-D7A31BB518AB}"/>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8A58F4-D904-4708-B9BE-FE3098ADED1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18D2B323-4DA7-4CC6-B642-B03DD11FC5A1}"/>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32CDD1A5-AF1D-4661-9532-4571DFC4B430}"/>
                </a:ext>
              </a:extLst>
            </p:cNvPr>
            <p:cNvGrpSpPr/>
            <p:nvPr userDrawn="1"/>
          </p:nvGrpSpPr>
          <p:grpSpPr>
            <a:xfrm>
              <a:off x="0" y="-711770"/>
              <a:ext cx="685800" cy="564813"/>
              <a:chOff x="304800" y="937146"/>
              <a:chExt cx="1624082" cy="286603"/>
            </a:xfrm>
          </p:grpSpPr>
          <p:sp>
            <p:nvSpPr>
              <p:cNvPr id="86" name="Prostokąt: zaokrąglone rogi 85">
                <a:extLst>
                  <a:ext uri="{FF2B5EF4-FFF2-40B4-BE49-F238E27FC236}">
                    <a16:creationId xmlns:a16="http://schemas.microsoft.com/office/drawing/2014/main" id="{4E0C28F1-D7B9-4F28-A9E6-E3372B331A28}"/>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C32C97DB-11C1-41AE-BCD8-C2AAEF41838E}"/>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8D49BC9F-9FE6-4B69-B57D-02E1BF47EA44}"/>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F76098CF-4869-4B7C-B9CD-0FC0E7EA1A85}"/>
                </a:ext>
              </a:extLst>
            </p:cNvPr>
            <p:cNvGrpSpPr/>
            <p:nvPr userDrawn="1"/>
          </p:nvGrpSpPr>
          <p:grpSpPr>
            <a:xfrm>
              <a:off x="3957107" y="-711770"/>
              <a:ext cx="685800" cy="564813"/>
              <a:chOff x="304800" y="937146"/>
              <a:chExt cx="1624082" cy="286603"/>
            </a:xfrm>
          </p:grpSpPr>
          <p:sp>
            <p:nvSpPr>
              <p:cNvPr id="83" name="Prostokąt: zaokrąglone rogi 82">
                <a:extLst>
                  <a:ext uri="{FF2B5EF4-FFF2-40B4-BE49-F238E27FC236}">
                    <a16:creationId xmlns:a16="http://schemas.microsoft.com/office/drawing/2014/main" id="{93207ED2-1448-48AA-B1F1-ABF5DE87511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324FDC63-5A45-412B-9979-0D3F70EDEAF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9430D757-0DA1-4C23-A9D5-86A7C4021A5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9" name="Grupa 78">
              <a:extLst>
                <a:ext uri="{FF2B5EF4-FFF2-40B4-BE49-F238E27FC236}">
                  <a16:creationId xmlns:a16="http://schemas.microsoft.com/office/drawing/2014/main" id="{311390E9-B0B0-4832-9EF0-E71F9F6AA7A5}"/>
                </a:ext>
              </a:extLst>
            </p:cNvPr>
            <p:cNvGrpSpPr/>
            <p:nvPr userDrawn="1"/>
          </p:nvGrpSpPr>
          <p:grpSpPr>
            <a:xfrm>
              <a:off x="3165684" y="-711770"/>
              <a:ext cx="685800" cy="564813"/>
              <a:chOff x="304800" y="937146"/>
              <a:chExt cx="1624082" cy="286603"/>
            </a:xfrm>
          </p:grpSpPr>
          <p:sp>
            <p:nvSpPr>
              <p:cNvPr id="80" name="Prostokąt: zaokrąglone rogi 79">
                <a:extLst>
                  <a:ext uri="{FF2B5EF4-FFF2-40B4-BE49-F238E27FC236}">
                    <a16:creationId xmlns:a16="http://schemas.microsoft.com/office/drawing/2014/main" id="{B246218C-1A51-419D-8608-EBEF05F8037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5E41E63D-A1FE-44BF-9F55-EF0453F6C7B5}"/>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FB8A9228-7B43-4B94-A36C-2BF582F5F41E}"/>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 name="Grupa 11">
            <a:extLst>
              <a:ext uri="{FF2B5EF4-FFF2-40B4-BE49-F238E27FC236}">
                <a16:creationId xmlns:a16="http://schemas.microsoft.com/office/drawing/2014/main" id="{22697DBF-C96D-AFDC-CFF2-53B6057AF7EA}"/>
              </a:ext>
            </a:extLst>
          </p:cNvPr>
          <p:cNvGrpSpPr/>
          <p:nvPr userDrawn="1"/>
        </p:nvGrpSpPr>
        <p:grpSpPr>
          <a:xfrm>
            <a:off x="412288" y="3801799"/>
            <a:ext cx="1888448" cy="208076"/>
            <a:chOff x="1719263" y="3114675"/>
            <a:chExt cx="5705476" cy="628650"/>
          </a:xfrm>
          <a:solidFill>
            <a:srgbClr val="000000"/>
          </a:solidFill>
        </p:grpSpPr>
        <p:sp>
          <p:nvSpPr>
            <p:cNvPr id="4" name="Freeform 5">
              <a:extLst>
                <a:ext uri="{FF2B5EF4-FFF2-40B4-BE49-F238E27FC236}">
                  <a16:creationId xmlns:a16="http://schemas.microsoft.com/office/drawing/2014/main" id="{A905642D-4A56-EC94-E752-CC16765CAFFB}"/>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494F07FB-E933-B702-3199-0E89ACA26664}"/>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1D4F5E98-7321-0166-FFAC-4DD5EBE176B0}"/>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8">
              <a:extLst>
                <a:ext uri="{FF2B5EF4-FFF2-40B4-BE49-F238E27FC236}">
                  <a16:creationId xmlns:a16="http://schemas.microsoft.com/office/drawing/2014/main" id="{0B9CEB25-9B65-EFA3-FD48-8A759E7CA457}"/>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9">
              <a:extLst>
                <a:ext uri="{FF2B5EF4-FFF2-40B4-BE49-F238E27FC236}">
                  <a16:creationId xmlns:a16="http://schemas.microsoft.com/office/drawing/2014/main" id="{DE459022-8DBC-925D-2C37-C2648DA8D2A1}"/>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3" name="Freeform 10">
              <a:extLst>
                <a:ext uri="{FF2B5EF4-FFF2-40B4-BE49-F238E27FC236}">
                  <a16:creationId xmlns:a16="http://schemas.microsoft.com/office/drawing/2014/main" id="{47A9B8E1-F6A7-CF57-9E4C-5EDDA367EA53}"/>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50924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AC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14F0A6-1138-D443-A099-840BC971F9E5}"/>
              </a:ext>
            </a:extLst>
          </p:cNvPr>
          <p:cNvSpPr/>
          <p:nvPr userDrawn="1"/>
        </p:nvSpPr>
        <p:spPr bwMode="auto">
          <a:xfrm rot="16200000">
            <a:off x="971550" y="4997450"/>
            <a:ext cx="889000" cy="2832100"/>
          </a:xfrm>
          <a:prstGeom prst="rect">
            <a:avLst/>
          </a:prstGeom>
          <a:solidFill>
            <a:schemeClr val="tx1"/>
          </a:solidFill>
          <a:ln w="127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k-SK" dirty="0"/>
          </a:p>
        </p:txBody>
      </p:sp>
      <p:sp>
        <p:nvSpPr>
          <p:cNvPr id="20" name="Picture Placeholder 19">
            <a:extLst>
              <a:ext uri="{FF2B5EF4-FFF2-40B4-BE49-F238E27FC236}">
                <a16:creationId xmlns:a16="http://schemas.microsoft.com/office/drawing/2014/main" id="{AB620F07-AF38-FA5F-FBBA-A0DAF43767A8}"/>
              </a:ext>
            </a:extLst>
          </p:cNvPr>
          <p:cNvSpPr>
            <a:spLocks noGrp="1"/>
          </p:cNvSpPr>
          <p:nvPr>
            <p:ph type="pic" sz="quarter" idx="13" hasCustomPrompt="1"/>
          </p:nvPr>
        </p:nvSpPr>
        <p:spPr>
          <a:xfrm>
            <a:off x="0" y="0"/>
            <a:ext cx="12191999" cy="6858000"/>
          </a:xfrm>
          <a:custGeom>
            <a:avLst/>
            <a:gdLst>
              <a:gd name="connsiteX0" fmla="*/ 2811780 w 12191999"/>
              <a:gd name="connsiteY0" fmla="*/ 2553817 h 6858000"/>
              <a:gd name="connsiteX1" fmla="*/ 2811780 w 12191999"/>
              <a:gd name="connsiteY1" fmla="*/ 5297017 h 6858000"/>
              <a:gd name="connsiteX2" fmla="*/ 10256518 w 12191999"/>
              <a:gd name="connsiteY2" fmla="*/ 5297017 h 6858000"/>
              <a:gd name="connsiteX3" fmla="*/ 10256518 w 12191999"/>
              <a:gd name="connsiteY3" fmla="*/ 2553817 h 6858000"/>
              <a:gd name="connsiteX4" fmla="*/ 0 w 12191999"/>
              <a:gd name="connsiteY4" fmla="*/ 0 h 6858000"/>
              <a:gd name="connsiteX5" fmla="*/ 12191999 w 12191999"/>
              <a:gd name="connsiteY5" fmla="*/ 0 h 6858000"/>
              <a:gd name="connsiteX6" fmla="*/ 12191999 w 12191999"/>
              <a:gd name="connsiteY6" fmla="*/ 6858000 h 6858000"/>
              <a:gd name="connsiteX7" fmla="*/ 2743201 w 12191999"/>
              <a:gd name="connsiteY7" fmla="*/ 6858000 h 6858000"/>
              <a:gd name="connsiteX8" fmla="*/ 2743201 w 12191999"/>
              <a:gd name="connsiteY8" fmla="*/ 6065520 h 6858000"/>
              <a:gd name="connsiteX9" fmla="*/ 0 w 12191999"/>
              <a:gd name="connsiteY9" fmla="*/ 6065520 h 6858000"/>
              <a:gd name="connsiteX10" fmla="*/ 0 w 12191999"/>
              <a:gd name="connsiteY10" fmla="*/ 5297017 h 6858000"/>
              <a:gd name="connsiteX11" fmla="*/ 2743200 w 12191999"/>
              <a:gd name="connsiteY11" fmla="*/ 5297017 h 6858000"/>
              <a:gd name="connsiteX12" fmla="*/ 2743200 w 12191999"/>
              <a:gd name="connsiteY12" fmla="*/ 2553817 h 6858000"/>
              <a:gd name="connsiteX13" fmla="*/ 0 w 12191999"/>
              <a:gd name="connsiteY13" fmla="*/ 25538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2811780" y="2553817"/>
                </a:moveTo>
                <a:lnTo>
                  <a:pt x="2811780" y="5297017"/>
                </a:lnTo>
                <a:lnTo>
                  <a:pt x="10256518" y="5297017"/>
                </a:lnTo>
                <a:lnTo>
                  <a:pt x="10256518" y="2553817"/>
                </a:lnTo>
                <a:close/>
                <a:moveTo>
                  <a:pt x="0" y="0"/>
                </a:moveTo>
                <a:lnTo>
                  <a:pt x="12191999" y="0"/>
                </a:lnTo>
                <a:lnTo>
                  <a:pt x="12191999" y="6858000"/>
                </a:lnTo>
                <a:lnTo>
                  <a:pt x="2743201" y="6858000"/>
                </a:lnTo>
                <a:lnTo>
                  <a:pt x="2743201" y="6065520"/>
                </a:lnTo>
                <a:lnTo>
                  <a:pt x="0" y="6065520"/>
                </a:lnTo>
                <a:lnTo>
                  <a:pt x="0" y="5297017"/>
                </a:lnTo>
                <a:lnTo>
                  <a:pt x="2743200" y="5297017"/>
                </a:lnTo>
                <a:lnTo>
                  <a:pt x="2743200" y="2553817"/>
                </a:lnTo>
                <a:lnTo>
                  <a:pt x="0" y="2553817"/>
                </a:lnTo>
                <a:close/>
              </a:path>
            </a:pathLst>
          </a:custGeom>
          <a:solidFill>
            <a:schemeClr val="accent4">
              <a:lumMod val="40000"/>
              <a:lumOff val="60000"/>
            </a:schemeClr>
          </a:solidFill>
        </p:spPr>
        <p:txBody>
          <a:bodyPr wrap="square" anchor="ctr">
            <a:no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11" name="Text Placeholder 7">
            <a:extLst>
              <a:ext uri="{FF2B5EF4-FFF2-40B4-BE49-F238E27FC236}">
                <a16:creationId xmlns:a16="http://schemas.microsoft.com/office/drawing/2014/main" id="{E144684E-87E6-F53C-35EF-718261378090}"/>
              </a:ext>
            </a:extLst>
          </p:cNvPr>
          <p:cNvSpPr txBox="1">
            <a:spLocks/>
          </p:cNvSpPr>
          <p:nvPr userDrawn="1"/>
        </p:nvSpPr>
        <p:spPr>
          <a:xfrm>
            <a:off x="412288" y="6294186"/>
            <a:ext cx="2208184" cy="293995"/>
          </a:xfrm>
          <a:prstGeom prst="rect">
            <a:avLst/>
          </a:prstGeom>
        </p:spPr>
        <p:txBody>
          <a:bodyPr vert="horz" lIns="0" tIns="0" rIns="0" bIns="0" rtlCol="0" anchor="ctr">
            <a:normAutofit/>
          </a:bodyPr>
          <a:lstStyle>
            <a:lvl1pPr marL="0" indent="0" algn="l" defTabSz="1219170" rtl="0" eaLnBrk="1" latinLnBrk="0" hangingPunct="1">
              <a:lnSpc>
                <a:spcPct val="95000"/>
              </a:lnSpc>
              <a:spcBef>
                <a:spcPts val="0"/>
              </a:spcBef>
              <a:spcAft>
                <a:spcPts val="800"/>
              </a:spcAft>
              <a:buClr>
                <a:schemeClr val="accent4"/>
              </a:buClr>
              <a:buSzPct val="100000"/>
              <a:buFont typeface="Calibri" panose="020F0502020204030204" pitchFamily="34" charset="0"/>
              <a:buNone/>
              <a:defRPr sz="2000" b="0" kern="1200">
                <a:solidFill>
                  <a:srgbClr val="000000"/>
                </a:solidFill>
                <a:latin typeface="Roboto Light" panose="02000000000000000000" pitchFamily="2" charset="0"/>
                <a:ea typeface="Roboto Light" panose="02000000000000000000" pitchFamily="2" charset="0"/>
                <a:cs typeface="+mn-cs"/>
              </a:defRPr>
            </a:lvl1pPr>
            <a:lvl2pPr marL="720000" indent="-360000" algn="l" defTabSz="1219170"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mn-lt"/>
                <a:ea typeface="+mn-ea"/>
                <a:cs typeface="+mn-cs"/>
              </a:defRPr>
            </a:lvl2pPr>
            <a:lvl3pPr marL="1008000" indent="-252000" algn="l" defTabSz="1077357"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mn-lt"/>
                <a:ea typeface="+mn-ea"/>
                <a:cs typeface="+mn-cs"/>
              </a:defRPr>
            </a:lvl3pPr>
            <a:lvl4pPr marL="960943" indent="-245527" algn="l" defTabSz="1219170" rtl="0" eaLnBrk="1" latinLnBrk="0" hangingPunct="1">
              <a:spcBef>
                <a:spcPct val="20000"/>
              </a:spcBef>
              <a:buFont typeface="Symbol" pitchFamily="18" charset="2"/>
              <a:buChar char="-"/>
              <a:defRPr sz="2400" kern="1200">
                <a:solidFill>
                  <a:schemeClr val="tx1"/>
                </a:solidFill>
                <a:latin typeface="+mn-lt"/>
                <a:ea typeface="+mn-ea"/>
                <a:cs typeface="+mn-cs"/>
              </a:defRPr>
            </a:lvl4pPr>
            <a:lvl5pPr marL="1195887" indent="-234945" algn="l" defTabSz="1219170" rtl="0" eaLnBrk="1" latinLnBrk="0" hangingPunct="1">
              <a:spcBef>
                <a:spcPct val="20000"/>
              </a:spcBef>
              <a:buFont typeface="Wingdings" pitchFamily="2" charset="2"/>
              <a:buChar char="§"/>
              <a:defRPr sz="24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sk-SK" sz="1000">
                <a:solidFill>
                  <a:schemeClr val="bg1"/>
                </a:solidFill>
              </a:rPr>
              <a:t>2026 © Asseco Central Europe</a:t>
            </a:r>
            <a:endParaRPr lang="sk-SK" sz="1000" dirty="0">
              <a:solidFill>
                <a:schemeClr val="bg1"/>
              </a:solidFill>
            </a:endParaRPr>
          </a:p>
        </p:txBody>
      </p:sp>
      <p:pic>
        <p:nvPicPr>
          <p:cNvPr id="12" name="Graphic 11">
            <a:extLst>
              <a:ext uri="{FF2B5EF4-FFF2-40B4-BE49-F238E27FC236}">
                <a16:creationId xmlns:a16="http://schemas.microsoft.com/office/drawing/2014/main" id="{B17FB7F3-B7A1-9EC9-C008-3B1543CB9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9100" y="3701992"/>
            <a:ext cx="1905000" cy="446850"/>
          </a:xfrm>
          <a:prstGeom prst="rect">
            <a:avLst/>
          </a:prstGeom>
        </p:spPr>
      </p:pic>
      <p:sp>
        <p:nvSpPr>
          <p:cNvPr id="18" name="Symbol zastępczy tekstu 5">
            <a:extLst>
              <a:ext uri="{FF2B5EF4-FFF2-40B4-BE49-F238E27FC236}">
                <a16:creationId xmlns:a16="http://schemas.microsoft.com/office/drawing/2014/main" id="{D6BAE43B-FC95-48B8-8A8B-E4251D6E9F09}"/>
              </a:ext>
            </a:extLst>
          </p:cNvPr>
          <p:cNvSpPr>
            <a:spLocks noGrp="1"/>
          </p:cNvSpPr>
          <p:nvPr>
            <p:ph type="body" sz="quarter" idx="14" hasCustomPrompt="1"/>
          </p:nvPr>
        </p:nvSpPr>
        <p:spPr>
          <a:xfrm>
            <a:off x="3162300" y="4630680"/>
            <a:ext cx="6694788" cy="390081"/>
          </a:xfrm>
        </p:spPr>
        <p:txBody>
          <a:bodyPr anchor="ctr">
            <a:normAutofit/>
          </a:bodyPr>
          <a:lstStyle>
            <a:lvl1pPr marL="0" indent="0">
              <a:buNone/>
              <a:defRPr sz="2000">
                <a:solidFill>
                  <a:srgbClr val="000000"/>
                </a:solidFill>
                <a:latin typeface="Roboto Light" panose="02000000000000000000" pitchFamily="2" charset="0"/>
                <a:ea typeface="Roboto Light" panose="02000000000000000000" pitchFamily="2" charset="0"/>
              </a:defRPr>
            </a:lvl1pPr>
          </a:lstStyle>
          <a:p>
            <a:pPr lvl="0"/>
            <a:r>
              <a:rPr lang="en-US" noProof="0"/>
              <a:t>Name and surname</a:t>
            </a:r>
          </a:p>
        </p:txBody>
      </p:sp>
      <p:sp>
        <p:nvSpPr>
          <p:cNvPr id="2" name="Tytuł 1">
            <a:extLst>
              <a:ext uri="{FF2B5EF4-FFF2-40B4-BE49-F238E27FC236}">
                <a16:creationId xmlns:a16="http://schemas.microsoft.com/office/drawing/2014/main" id="{0FE034EC-B3E8-4E27-A148-5E2388EE48DC}"/>
              </a:ext>
            </a:extLst>
          </p:cNvPr>
          <p:cNvSpPr>
            <a:spLocks noGrp="1"/>
          </p:cNvSpPr>
          <p:nvPr>
            <p:ph type="title" hasCustomPrompt="1"/>
          </p:nvPr>
        </p:nvSpPr>
        <p:spPr>
          <a:xfrm>
            <a:off x="3162300" y="2919774"/>
            <a:ext cx="6694788" cy="1674562"/>
          </a:xfrm>
        </p:spPr>
        <p:txBody>
          <a:bodyPr>
            <a:noAutofit/>
          </a:bodyPr>
          <a:lstStyle>
            <a:lvl1pPr>
              <a:defRPr sz="5400" b="1">
                <a:latin typeface="Roboto Black" panose="02000000000000000000" pitchFamily="2" charset="0"/>
                <a:ea typeface="Roboto Black" panose="02000000000000000000" pitchFamily="2" charset="0"/>
              </a:defRPr>
            </a:lvl1pPr>
          </a:lstStyle>
          <a:p>
            <a:r>
              <a:rPr lang="en-US" noProof="0"/>
              <a:t>Title of presentation</a:t>
            </a:r>
          </a:p>
        </p:txBody>
      </p:sp>
      <p:grpSp>
        <p:nvGrpSpPr>
          <p:cNvPr id="73" name="Grupa 72">
            <a:extLst>
              <a:ext uri="{FF2B5EF4-FFF2-40B4-BE49-F238E27FC236}">
                <a16:creationId xmlns:a16="http://schemas.microsoft.com/office/drawing/2014/main" id="{B7478B59-CA66-469F-8F73-AB7FFEA9D6C4}"/>
              </a:ext>
            </a:extLst>
          </p:cNvPr>
          <p:cNvGrpSpPr/>
          <p:nvPr userDrawn="1"/>
        </p:nvGrpSpPr>
        <p:grpSpPr>
          <a:xfrm rot="5400000">
            <a:off x="-3572540" y="3312041"/>
            <a:ext cx="6815472" cy="233918"/>
            <a:chOff x="0" y="-711770"/>
            <a:chExt cx="4642907" cy="564813"/>
          </a:xfrm>
        </p:grpSpPr>
        <p:grpSp>
          <p:nvGrpSpPr>
            <p:cNvPr id="74" name="Grupa 73">
              <a:extLst>
                <a:ext uri="{FF2B5EF4-FFF2-40B4-BE49-F238E27FC236}">
                  <a16:creationId xmlns:a16="http://schemas.microsoft.com/office/drawing/2014/main" id="{746D5FBF-F464-4AED-8FC3-607C9F724FC7}"/>
                </a:ext>
              </a:extLst>
            </p:cNvPr>
            <p:cNvGrpSpPr/>
            <p:nvPr userDrawn="1"/>
          </p:nvGrpSpPr>
          <p:grpSpPr>
            <a:xfrm>
              <a:off x="791421" y="-711770"/>
              <a:ext cx="685800" cy="564813"/>
              <a:chOff x="304800" y="937146"/>
              <a:chExt cx="1624082" cy="286603"/>
            </a:xfrm>
          </p:grpSpPr>
          <p:sp>
            <p:nvSpPr>
              <p:cNvPr id="95" name="Prostokąt: zaokrąglone rogi 94">
                <a:extLst>
                  <a:ext uri="{FF2B5EF4-FFF2-40B4-BE49-F238E27FC236}">
                    <a16:creationId xmlns:a16="http://schemas.microsoft.com/office/drawing/2014/main" id="{FF6EB662-8815-4C4A-8EBE-492B31BD1C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95961A05-9BAE-433E-90DC-6E59AFC85DE7}"/>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7" name="Prostokąt: zaokrąglone rogi 96">
                <a:extLst>
                  <a:ext uri="{FF2B5EF4-FFF2-40B4-BE49-F238E27FC236}">
                    <a16:creationId xmlns:a16="http://schemas.microsoft.com/office/drawing/2014/main" id="{965E3BDA-0E08-4313-AE93-A8E8D3FC878A}"/>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90CF57-EAE5-4259-9D9F-F1FDF4C5E722}"/>
                </a:ext>
              </a:extLst>
            </p:cNvPr>
            <p:cNvGrpSpPr/>
            <p:nvPr userDrawn="1"/>
          </p:nvGrpSpPr>
          <p:grpSpPr>
            <a:xfrm>
              <a:off x="2374263" y="-711770"/>
              <a:ext cx="685800" cy="564813"/>
              <a:chOff x="304800" y="937146"/>
              <a:chExt cx="1624082" cy="286603"/>
            </a:xfrm>
          </p:grpSpPr>
          <p:sp>
            <p:nvSpPr>
              <p:cNvPr id="92" name="Prostokąt: zaokrąglone rogi 91">
                <a:extLst>
                  <a:ext uri="{FF2B5EF4-FFF2-40B4-BE49-F238E27FC236}">
                    <a16:creationId xmlns:a16="http://schemas.microsoft.com/office/drawing/2014/main" id="{59764DB9-4245-4347-93F2-143C99D602E2}"/>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101207D0-25E6-4E04-BAB8-59F1AD494992}"/>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5C91B490-D9C1-4DCF-8E12-79218EE021B2}"/>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6673C142-71A3-4252-9CE8-CDF64FE32F4C}"/>
                </a:ext>
              </a:extLst>
            </p:cNvPr>
            <p:cNvGrpSpPr/>
            <p:nvPr userDrawn="1"/>
          </p:nvGrpSpPr>
          <p:grpSpPr>
            <a:xfrm>
              <a:off x="1582842" y="-711770"/>
              <a:ext cx="685800" cy="564813"/>
              <a:chOff x="304800" y="937146"/>
              <a:chExt cx="1624082" cy="286603"/>
            </a:xfrm>
          </p:grpSpPr>
          <p:sp>
            <p:nvSpPr>
              <p:cNvPr id="89" name="Prostokąt: zaokrąglone rogi 88">
                <a:extLst>
                  <a:ext uri="{FF2B5EF4-FFF2-40B4-BE49-F238E27FC236}">
                    <a16:creationId xmlns:a16="http://schemas.microsoft.com/office/drawing/2014/main" id="{B50412F8-EA82-4F78-A476-D7A31BB518AB}"/>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8A58F4-D904-4708-B9BE-FE3098ADED1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18D2B323-4DA7-4CC6-B642-B03DD11FC5A1}"/>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32CDD1A5-AF1D-4661-9532-4571DFC4B430}"/>
                </a:ext>
              </a:extLst>
            </p:cNvPr>
            <p:cNvGrpSpPr/>
            <p:nvPr userDrawn="1"/>
          </p:nvGrpSpPr>
          <p:grpSpPr>
            <a:xfrm>
              <a:off x="0" y="-711770"/>
              <a:ext cx="685800" cy="564813"/>
              <a:chOff x="304800" y="937146"/>
              <a:chExt cx="1624082" cy="286603"/>
            </a:xfrm>
          </p:grpSpPr>
          <p:sp>
            <p:nvSpPr>
              <p:cNvPr id="86" name="Prostokąt: zaokrąglone rogi 85">
                <a:extLst>
                  <a:ext uri="{FF2B5EF4-FFF2-40B4-BE49-F238E27FC236}">
                    <a16:creationId xmlns:a16="http://schemas.microsoft.com/office/drawing/2014/main" id="{4E0C28F1-D7B9-4F28-A9E6-E3372B331A28}"/>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C32C97DB-11C1-41AE-BCD8-C2AAEF41838E}"/>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8D49BC9F-9FE6-4B69-B57D-02E1BF47EA44}"/>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F76098CF-4869-4B7C-B9CD-0FC0E7EA1A85}"/>
                </a:ext>
              </a:extLst>
            </p:cNvPr>
            <p:cNvGrpSpPr/>
            <p:nvPr userDrawn="1"/>
          </p:nvGrpSpPr>
          <p:grpSpPr>
            <a:xfrm>
              <a:off x="3957107" y="-711770"/>
              <a:ext cx="685800" cy="564813"/>
              <a:chOff x="304800" y="937146"/>
              <a:chExt cx="1624082" cy="286603"/>
            </a:xfrm>
          </p:grpSpPr>
          <p:sp>
            <p:nvSpPr>
              <p:cNvPr id="83" name="Prostokąt: zaokrąglone rogi 82">
                <a:extLst>
                  <a:ext uri="{FF2B5EF4-FFF2-40B4-BE49-F238E27FC236}">
                    <a16:creationId xmlns:a16="http://schemas.microsoft.com/office/drawing/2014/main" id="{93207ED2-1448-48AA-B1F1-ABF5DE87511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324FDC63-5A45-412B-9979-0D3F70EDEAF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9430D757-0DA1-4C23-A9D5-86A7C4021A5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9" name="Grupa 78">
              <a:extLst>
                <a:ext uri="{FF2B5EF4-FFF2-40B4-BE49-F238E27FC236}">
                  <a16:creationId xmlns:a16="http://schemas.microsoft.com/office/drawing/2014/main" id="{311390E9-B0B0-4832-9EF0-E71F9F6AA7A5}"/>
                </a:ext>
              </a:extLst>
            </p:cNvPr>
            <p:cNvGrpSpPr/>
            <p:nvPr userDrawn="1"/>
          </p:nvGrpSpPr>
          <p:grpSpPr>
            <a:xfrm>
              <a:off x="3165684" y="-711770"/>
              <a:ext cx="685800" cy="564813"/>
              <a:chOff x="304800" y="937146"/>
              <a:chExt cx="1624082" cy="286603"/>
            </a:xfrm>
          </p:grpSpPr>
          <p:sp>
            <p:nvSpPr>
              <p:cNvPr id="80" name="Prostokąt: zaokrąglone rogi 79">
                <a:extLst>
                  <a:ext uri="{FF2B5EF4-FFF2-40B4-BE49-F238E27FC236}">
                    <a16:creationId xmlns:a16="http://schemas.microsoft.com/office/drawing/2014/main" id="{B246218C-1A51-419D-8608-EBEF05F8037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5E41E63D-A1FE-44BF-9F55-EF0453F6C7B5}"/>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FB8A9228-7B43-4B94-A36C-2BF582F5F41E}"/>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284286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Fußzeilenplatzhalter 3"/>
          <p:cNvSpPr>
            <a:spLocks noGrp="1"/>
          </p:cNvSpPr>
          <p:nvPr>
            <p:ph type="ftr" sz="quarter" idx="11"/>
          </p:nvPr>
        </p:nvSpPr>
        <p:spPr>
          <a:xfrm>
            <a:off x="1107429" y="4039781"/>
            <a:ext cx="10572207" cy="365125"/>
          </a:xfrm>
          <a:prstGeom prst="rect">
            <a:avLst/>
          </a:prstGeom>
        </p:spPr>
        <p:txBody>
          <a:bodyPr/>
          <a:lstStyle>
            <a:lvl1pPr>
              <a:defRPr sz="1400">
                <a:solidFill>
                  <a:schemeClr val="tx1"/>
                </a:solidFill>
              </a:defRPr>
            </a:lvl1pPr>
          </a:lstStyle>
          <a:p>
            <a:r>
              <a:rPr lang="en-US" noProof="0" dirty="0"/>
              <a:t>City, date</a:t>
            </a:r>
          </a:p>
        </p:txBody>
      </p:sp>
      <p:sp>
        <p:nvSpPr>
          <p:cNvPr id="18" name="Symbol zastępczy tekstu 5">
            <a:extLst>
              <a:ext uri="{FF2B5EF4-FFF2-40B4-BE49-F238E27FC236}">
                <a16:creationId xmlns:a16="http://schemas.microsoft.com/office/drawing/2014/main" id="{D6BAE43B-FC95-48B8-8A8B-E4251D6E9F09}"/>
              </a:ext>
            </a:extLst>
          </p:cNvPr>
          <p:cNvSpPr>
            <a:spLocks noGrp="1"/>
          </p:cNvSpPr>
          <p:nvPr>
            <p:ph type="body" sz="quarter" idx="14" hasCustomPrompt="1"/>
          </p:nvPr>
        </p:nvSpPr>
        <p:spPr>
          <a:xfrm>
            <a:off x="1085850" y="2583932"/>
            <a:ext cx="10593786" cy="964553"/>
          </a:xfrm>
        </p:spPr>
        <p:txBody>
          <a:bodyPr>
            <a:normAutofit/>
          </a:bodyPr>
          <a:lstStyle>
            <a:lvl1pPr marL="0" indent="0">
              <a:buNone/>
              <a:defRPr sz="2400">
                <a:solidFill>
                  <a:srgbClr val="000000"/>
                </a:solidFill>
              </a:defRPr>
            </a:lvl1pPr>
          </a:lstStyle>
          <a:p>
            <a:pPr lvl="0"/>
            <a:r>
              <a:rPr lang="en-US" noProof="0"/>
              <a:t>Name and surname</a:t>
            </a:r>
          </a:p>
        </p:txBody>
      </p:sp>
      <p:sp>
        <p:nvSpPr>
          <p:cNvPr id="2" name="Tytuł 1">
            <a:extLst>
              <a:ext uri="{FF2B5EF4-FFF2-40B4-BE49-F238E27FC236}">
                <a16:creationId xmlns:a16="http://schemas.microsoft.com/office/drawing/2014/main" id="{0FE034EC-B3E8-4E27-A148-5E2388EE48DC}"/>
              </a:ext>
            </a:extLst>
          </p:cNvPr>
          <p:cNvSpPr>
            <a:spLocks noGrp="1"/>
          </p:cNvSpPr>
          <p:nvPr>
            <p:ph type="title" hasCustomPrompt="1"/>
          </p:nvPr>
        </p:nvSpPr>
        <p:spPr>
          <a:xfrm>
            <a:off x="1085851" y="1328045"/>
            <a:ext cx="10593786" cy="612527"/>
          </a:xfrm>
        </p:spPr>
        <p:txBody>
          <a:bodyPr>
            <a:noAutofit/>
          </a:bodyPr>
          <a:lstStyle>
            <a:lvl1pPr>
              <a:defRPr sz="4800" b="1"/>
            </a:lvl1pPr>
          </a:lstStyle>
          <a:p>
            <a:r>
              <a:rPr lang="en-US" noProof="0"/>
              <a:t>Title of presentation</a:t>
            </a:r>
          </a:p>
        </p:txBody>
      </p:sp>
      <p:sp>
        <p:nvSpPr>
          <p:cNvPr id="43" name="Symbol zastępczy obrazu 42">
            <a:extLst>
              <a:ext uri="{FF2B5EF4-FFF2-40B4-BE49-F238E27FC236}">
                <a16:creationId xmlns:a16="http://schemas.microsoft.com/office/drawing/2014/main" id="{D9480DC8-669E-4EC9-8313-2AED23DAB806}"/>
              </a:ext>
            </a:extLst>
          </p:cNvPr>
          <p:cNvSpPr>
            <a:spLocks noGrp="1"/>
          </p:cNvSpPr>
          <p:nvPr>
            <p:ph type="pic" sz="quarter" idx="15" hasCustomPrompt="1"/>
          </p:nvPr>
        </p:nvSpPr>
        <p:spPr>
          <a:xfrm>
            <a:off x="-4763" y="4564959"/>
            <a:ext cx="12196763" cy="2320029"/>
          </a:xfrm>
          <a:custGeom>
            <a:avLst/>
            <a:gdLst>
              <a:gd name="connsiteX0" fmla="*/ 12196712 w 12196763"/>
              <a:gd name="connsiteY0" fmla="*/ 0 h 2320029"/>
              <a:gd name="connsiteX1" fmla="*/ 12196763 w 12196763"/>
              <a:gd name="connsiteY1" fmla="*/ 0 h 2320029"/>
              <a:gd name="connsiteX2" fmla="*/ 12196763 w 12196763"/>
              <a:gd name="connsiteY2" fmla="*/ 2320029 h 2320029"/>
              <a:gd name="connsiteX3" fmla="*/ 0 w 12196763"/>
              <a:gd name="connsiteY3" fmla="*/ 2320029 h 2320029"/>
              <a:gd name="connsiteX4" fmla="*/ 0 w 12196763"/>
              <a:gd name="connsiteY4" fmla="*/ 1096213 h 2320029"/>
              <a:gd name="connsiteX5" fmla="*/ 24566 w 12196763"/>
              <a:gd name="connsiteY5" fmla="*/ 1096213 h 2320029"/>
              <a:gd name="connsiteX6" fmla="*/ 497300 w 12196763"/>
              <a:gd name="connsiteY6" fmla="*/ 861548 h 2320029"/>
              <a:gd name="connsiteX7" fmla="*/ 1136599 w 12196763"/>
              <a:gd name="connsiteY7" fmla="*/ 21631 h 2320029"/>
              <a:gd name="connsiteX8" fmla="*/ 7006798 w 12196763"/>
              <a:gd name="connsiteY8" fmla="*/ 21631 h 2320029"/>
              <a:gd name="connsiteX9" fmla="*/ 7008157 w 12196763"/>
              <a:gd name="connsiteY9" fmla="*/ 21494 h 2320029"/>
              <a:gd name="connsiteX10" fmla="*/ 12196712 w 12196763"/>
              <a:gd name="connsiteY10" fmla="*/ 21494 h 232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6763" h="2320029">
                <a:moveTo>
                  <a:pt x="12196712" y="0"/>
                </a:moveTo>
                <a:lnTo>
                  <a:pt x="12196763" y="0"/>
                </a:lnTo>
                <a:lnTo>
                  <a:pt x="12196763" y="2320029"/>
                </a:lnTo>
                <a:lnTo>
                  <a:pt x="0" y="2320029"/>
                </a:lnTo>
                <a:lnTo>
                  <a:pt x="0" y="1096213"/>
                </a:lnTo>
                <a:lnTo>
                  <a:pt x="24566" y="1096213"/>
                </a:lnTo>
                <a:cubicBezTo>
                  <a:pt x="263767" y="1092812"/>
                  <a:pt x="386791" y="1019908"/>
                  <a:pt x="497300" y="861548"/>
                </a:cubicBezTo>
                <a:lnTo>
                  <a:pt x="1136599" y="21631"/>
                </a:lnTo>
                <a:lnTo>
                  <a:pt x="7006798" y="21631"/>
                </a:lnTo>
                <a:lnTo>
                  <a:pt x="7008157" y="21494"/>
                </a:lnTo>
                <a:lnTo>
                  <a:pt x="12196712" y="21494"/>
                </a:lnTo>
                <a:close/>
              </a:path>
            </a:pathLst>
          </a:custGeom>
          <a:solidFill>
            <a:schemeClr val="accent4">
              <a:lumMod val="40000"/>
              <a:lumOff val="60000"/>
            </a:schemeClr>
          </a:solidFill>
        </p:spPr>
        <p:txBody>
          <a:bodyPr wrap="square" anchor="ctr">
            <a:noAutofit/>
          </a:bodyPr>
          <a:lstStyle>
            <a:lvl1pPr algn="ctr">
              <a:buNone/>
              <a:defRPr sz="1800"/>
            </a:lvl1pPr>
          </a:lstStyle>
          <a:p>
            <a:r>
              <a:rPr lang="en-US" dirty="0"/>
              <a:t>Click on the icon to add a picture.</a:t>
            </a:r>
            <a:endParaRPr lang="pl-PL" dirty="0"/>
          </a:p>
        </p:txBody>
      </p:sp>
      <p:grpSp>
        <p:nvGrpSpPr>
          <p:cNvPr id="73" name="Grupa 72">
            <a:extLst>
              <a:ext uri="{FF2B5EF4-FFF2-40B4-BE49-F238E27FC236}">
                <a16:creationId xmlns:a16="http://schemas.microsoft.com/office/drawing/2014/main" id="{B7478B59-CA66-469F-8F73-AB7FFEA9D6C4}"/>
              </a:ext>
            </a:extLst>
          </p:cNvPr>
          <p:cNvGrpSpPr/>
          <p:nvPr userDrawn="1"/>
        </p:nvGrpSpPr>
        <p:grpSpPr>
          <a:xfrm rot="5400000">
            <a:off x="-3572540" y="3312041"/>
            <a:ext cx="6815472" cy="233918"/>
            <a:chOff x="0" y="-711770"/>
            <a:chExt cx="4642907" cy="564813"/>
          </a:xfrm>
        </p:grpSpPr>
        <p:grpSp>
          <p:nvGrpSpPr>
            <p:cNvPr id="74" name="Grupa 73">
              <a:extLst>
                <a:ext uri="{FF2B5EF4-FFF2-40B4-BE49-F238E27FC236}">
                  <a16:creationId xmlns:a16="http://schemas.microsoft.com/office/drawing/2014/main" id="{746D5FBF-F464-4AED-8FC3-607C9F724FC7}"/>
                </a:ext>
              </a:extLst>
            </p:cNvPr>
            <p:cNvGrpSpPr/>
            <p:nvPr userDrawn="1"/>
          </p:nvGrpSpPr>
          <p:grpSpPr>
            <a:xfrm>
              <a:off x="791421" y="-711770"/>
              <a:ext cx="685800" cy="564813"/>
              <a:chOff x="304800" y="937146"/>
              <a:chExt cx="1624082" cy="286603"/>
            </a:xfrm>
          </p:grpSpPr>
          <p:sp>
            <p:nvSpPr>
              <p:cNvPr id="95" name="Prostokąt: zaokrąglone rogi 94">
                <a:extLst>
                  <a:ext uri="{FF2B5EF4-FFF2-40B4-BE49-F238E27FC236}">
                    <a16:creationId xmlns:a16="http://schemas.microsoft.com/office/drawing/2014/main" id="{FF6EB662-8815-4C4A-8EBE-492B31BD1C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95961A05-9BAE-433E-90DC-6E59AFC85DE7}"/>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7" name="Prostokąt: zaokrąglone rogi 96">
                <a:extLst>
                  <a:ext uri="{FF2B5EF4-FFF2-40B4-BE49-F238E27FC236}">
                    <a16:creationId xmlns:a16="http://schemas.microsoft.com/office/drawing/2014/main" id="{965E3BDA-0E08-4313-AE93-A8E8D3FC878A}"/>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90CF57-EAE5-4259-9D9F-F1FDF4C5E722}"/>
                </a:ext>
              </a:extLst>
            </p:cNvPr>
            <p:cNvGrpSpPr/>
            <p:nvPr userDrawn="1"/>
          </p:nvGrpSpPr>
          <p:grpSpPr>
            <a:xfrm>
              <a:off x="2374263" y="-711770"/>
              <a:ext cx="685800" cy="564813"/>
              <a:chOff x="304800" y="937146"/>
              <a:chExt cx="1624082" cy="286603"/>
            </a:xfrm>
          </p:grpSpPr>
          <p:sp>
            <p:nvSpPr>
              <p:cNvPr id="92" name="Prostokąt: zaokrąglone rogi 91">
                <a:extLst>
                  <a:ext uri="{FF2B5EF4-FFF2-40B4-BE49-F238E27FC236}">
                    <a16:creationId xmlns:a16="http://schemas.microsoft.com/office/drawing/2014/main" id="{59764DB9-4245-4347-93F2-143C99D602E2}"/>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101207D0-25E6-4E04-BAB8-59F1AD494992}"/>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5C91B490-D9C1-4DCF-8E12-79218EE021B2}"/>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6673C142-71A3-4252-9CE8-CDF64FE32F4C}"/>
                </a:ext>
              </a:extLst>
            </p:cNvPr>
            <p:cNvGrpSpPr/>
            <p:nvPr userDrawn="1"/>
          </p:nvGrpSpPr>
          <p:grpSpPr>
            <a:xfrm>
              <a:off x="1582842" y="-711770"/>
              <a:ext cx="685800" cy="564813"/>
              <a:chOff x="304800" y="937146"/>
              <a:chExt cx="1624082" cy="286603"/>
            </a:xfrm>
          </p:grpSpPr>
          <p:sp>
            <p:nvSpPr>
              <p:cNvPr id="89" name="Prostokąt: zaokrąglone rogi 88">
                <a:extLst>
                  <a:ext uri="{FF2B5EF4-FFF2-40B4-BE49-F238E27FC236}">
                    <a16:creationId xmlns:a16="http://schemas.microsoft.com/office/drawing/2014/main" id="{B50412F8-EA82-4F78-A476-D7A31BB518AB}"/>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8A58F4-D904-4708-B9BE-FE3098ADED1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18D2B323-4DA7-4CC6-B642-B03DD11FC5A1}"/>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32CDD1A5-AF1D-4661-9532-4571DFC4B430}"/>
                </a:ext>
              </a:extLst>
            </p:cNvPr>
            <p:cNvGrpSpPr/>
            <p:nvPr userDrawn="1"/>
          </p:nvGrpSpPr>
          <p:grpSpPr>
            <a:xfrm>
              <a:off x="0" y="-711770"/>
              <a:ext cx="685800" cy="564813"/>
              <a:chOff x="304800" y="937146"/>
              <a:chExt cx="1624082" cy="286603"/>
            </a:xfrm>
          </p:grpSpPr>
          <p:sp>
            <p:nvSpPr>
              <p:cNvPr id="86" name="Prostokąt: zaokrąglone rogi 85">
                <a:extLst>
                  <a:ext uri="{FF2B5EF4-FFF2-40B4-BE49-F238E27FC236}">
                    <a16:creationId xmlns:a16="http://schemas.microsoft.com/office/drawing/2014/main" id="{4E0C28F1-D7B9-4F28-A9E6-E3372B331A28}"/>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C32C97DB-11C1-41AE-BCD8-C2AAEF41838E}"/>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8D49BC9F-9FE6-4B69-B57D-02E1BF47EA44}"/>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F76098CF-4869-4B7C-B9CD-0FC0E7EA1A85}"/>
                </a:ext>
              </a:extLst>
            </p:cNvPr>
            <p:cNvGrpSpPr/>
            <p:nvPr userDrawn="1"/>
          </p:nvGrpSpPr>
          <p:grpSpPr>
            <a:xfrm>
              <a:off x="3957107" y="-711770"/>
              <a:ext cx="685800" cy="564813"/>
              <a:chOff x="304800" y="937146"/>
              <a:chExt cx="1624082" cy="286603"/>
            </a:xfrm>
          </p:grpSpPr>
          <p:sp>
            <p:nvSpPr>
              <p:cNvPr id="83" name="Prostokąt: zaokrąglone rogi 82">
                <a:extLst>
                  <a:ext uri="{FF2B5EF4-FFF2-40B4-BE49-F238E27FC236}">
                    <a16:creationId xmlns:a16="http://schemas.microsoft.com/office/drawing/2014/main" id="{93207ED2-1448-48AA-B1F1-ABF5DE87511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324FDC63-5A45-412B-9979-0D3F70EDEAF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9430D757-0DA1-4C23-A9D5-86A7C4021A5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9" name="Grupa 78">
              <a:extLst>
                <a:ext uri="{FF2B5EF4-FFF2-40B4-BE49-F238E27FC236}">
                  <a16:creationId xmlns:a16="http://schemas.microsoft.com/office/drawing/2014/main" id="{311390E9-B0B0-4832-9EF0-E71F9F6AA7A5}"/>
                </a:ext>
              </a:extLst>
            </p:cNvPr>
            <p:cNvGrpSpPr/>
            <p:nvPr userDrawn="1"/>
          </p:nvGrpSpPr>
          <p:grpSpPr>
            <a:xfrm>
              <a:off x="3165684" y="-711770"/>
              <a:ext cx="685800" cy="564813"/>
              <a:chOff x="304800" y="937146"/>
              <a:chExt cx="1624082" cy="286603"/>
            </a:xfrm>
          </p:grpSpPr>
          <p:sp>
            <p:nvSpPr>
              <p:cNvPr id="80" name="Prostokąt: zaokrąglone rogi 79">
                <a:extLst>
                  <a:ext uri="{FF2B5EF4-FFF2-40B4-BE49-F238E27FC236}">
                    <a16:creationId xmlns:a16="http://schemas.microsoft.com/office/drawing/2014/main" id="{B246218C-1A51-419D-8608-EBEF05F8037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5E41E63D-A1FE-44BF-9F55-EF0453F6C7B5}"/>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FB8A9228-7B43-4B94-A36C-2BF582F5F41E}"/>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12" name="Grupa 11">
            <a:extLst>
              <a:ext uri="{FF2B5EF4-FFF2-40B4-BE49-F238E27FC236}">
                <a16:creationId xmlns:a16="http://schemas.microsoft.com/office/drawing/2014/main" id="{C8237D97-42A8-0BE1-A756-F268E79E9154}"/>
              </a:ext>
            </a:extLst>
          </p:cNvPr>
          <p:cNvGrpSpPr/>
          <p:nvPr userDrawn="1"/>
        </p:nvGrpSpPr>
        <p:grpSpPr>
          <a:xfrm>
            <a:off x="9857088" y="296190"/>
            <a:ext cx="1888448" cy="208076"/>
            <a:chOff x="1719263" y="3114675"/>
            <a:chExt cx="5705476" cy="628650"/>
          </a:xfrm>
          <a:solidFill>
            <a:srgbClr val="000000"/>
          </a:solidFill>
        </p:grpSpPr>
        <p:sp>
          <p:nvSpPr>
            <p:cNvPr id="13" name="Freeform 5">
              <a:extLst>
                <a:ext uri="{FF2B5EF4-FFF2-40B4-BE49-F238E27FC236}">
                  <a16:creationId xmlns:a16="http://schemas.microsoft.com/office/drawing/2014/main" id="{349BBE86-0496-1C51-FC18-8DE7B67B7997}"/>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4" name="Freeform 6">
              <a:extLst>
                <a:ext uri="{FF2B5EF4-FFF2-40B4-BE49-F238E27FC236}">
                  <a16:creationId xmlns:a16="http://schemas.microsoft.com/office/drawing/2014/main" id="{39E08278-9B90-452E-0F02-E4C9D7F041A2}"/>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7">
              <a:extLst>
                <a:ext uri="{FF2B5EF4-FFF2-40B4-BE49-F238E27FC236}">
                  <a16:creationId xmlns:a16="http://schemas.microsoft.com/office/drawing/2014/main" id="{03B07DD8-962A-D75F-1955-FF4AA1CEAB4C}"/>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8">
              <a:extLst>
                <a:ext uri="{FF2B5EF4-FFF2-40B4-BE49-F238E27FC236}">
                  <a16:creationId xmlns:a16="http://schemas.microsoft.com/office/drawing/2014/main" id="{A92B909D-2E25-AE0C-5F53-892AB23BABB3}"/>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9">
              <a:extLst>
                <a:ext uri="{FF2B5EF4-FFF2-40B4-BE49-F238E27FC236}">
                  <a16:creationId xmlns:a16="http://schemas.microsoft.com/office/drawing/2014/main" id="{E6178729-CAAA-7CBC-BDF7-B4AB5060582B}"/>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9" name="Freeform 10">
              <a:extLst>
                <a:ext uri="{FF2B5EF4-FFF2-40B4-BE49-F238E27FC236}">
                  <a16:creationId xmlns:a16="http://schemas.microsoft.com/office/drawing/2014/main" id="{56160A94-AEDA-9A3A-3E5E-1C7C96232966}"/>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174754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2 ACE">
    <p:spTree>
      <p:nvGrpSpPr>
        <p:cNvPr id="1" name=""/>
        <p:cNvGrpSpPr/>
        <p:nvPr/>
      </p:nvGrpSpPr>
      <p:grpSpPr>
        <a:xfrm>
          <a:off x="0" y="0"/>
          <a:ext cx="0" cy="0"/>
          <a:chOff x="0" y="0"/>
          <a:chExt cx="0" cy="0"/>
        </a:xfrm>
      </p:grpSpPr>
      <p:sp>
        <p:nvSpPr>
          <p:cNvPr id="8" name="Fußzeilenplatzhalter 3"/>
          <p:cNvSpPr>
            <a:spLocks noGrp="1"/>
          </p:cNvSpPr>
          <p:nvPr>
            <p:ph type="ftr" sz="quarter" idx="11"/>
          </p:nvPr>
        </p:nvSpPr>
        <p:spPr>
          <a:xfrm>
            <a:off x="1107429" y="4039781"/>
            <a:ext cx="10572207" cy="365125"/>
          </a:xfrm>
          <a:prstGeom prst="rect">
            <a:avLst/>
          </a:prstGeom>
        </p:spPr>
        <p:txBody>
          <a:bodyPr/>
          <a:lstStyle>
            <a:lvl1pPr>
              <a:defRPr sz="1400">
                <a:solidFill>
                  <a:schemeClr val="tx1"/>
                </a:solidFill>
              </a:defRPr>
            </a:lvl1pPr>
          </a:lstStyle>
          <a:p>
            <a:r>
              <a:rPr lang="en-US" noProof="0" dirty="0"/>
              <a:t>City, date</a:t>
            </a:r>
          </a:p>
        </p:txBody>
      </p:sp>
      <p:sp>
        <p:nvSpPr>
          <p:cNvPr id="18" name="Symbol zastępczy tekstu 5">
            <a:extLst>
              <a:ext uri="{FF2B5EF4-FFF2-40B4-BE49-F238E27FC236}">
                <a16:creationId xmlns:a16="http://schemas.microsoft.com/office/drawing/2014/main" id="{D6BAE43B-FC95-48B8-8A8B-E4251D6E9F09}"/>
              </a:ext>
            </a:extLst>
          </p:cNvPr>
          <p:cNvSpPr>
            <a:spLocks noGrp="1"/>
          </p:cNvSpPr>
          <p:nvPr>
            <p:ph type="body" sz="quarter" idx="14" hasCustomPrompt="1"/>
          </p:nvPr>
        </p:nvSpPr>
        <p:spPr>
          <a:xfrm>
            <a:off x="1085850" y="2583932"/>
            <a:ext cx="10593786" cy="964553"/>
          </a:xfrm>
        </p:spPr>
        <p:txBody>
          <a:bodyPr>
            <a:normAutofit/>
          </a:bodyPr>
          <a:lstStyle>
            <a:lvl1pPr marL="0" indent="0">
              <a:buNone/>
              <a:defRPr sz="2400">
                <a:solidFill>
                  <a:srgbClr val="000000"/>
                </a:solidFill>
              </a:defRPr>
            </a:lvl1pPr>
          </a:lstStyle>
          <a:p>
            <a:pPr lvl="0"/>
            <a:r>
              <a:rPr lang="en-US" noProof="0"/>
              <a:t>Name and surname</a:t>
            </a:r>
          </a:p>
        </p:txBody>
      </p:sp>
      <p:sp>
        <p:nvSpPr>
          <p:cNvPr id="2" name="Tytuł 1">
            <a:extLst>
              <a:ext uri="{FF2B5EF4-FFF2-40B4-BE49-F238E27FC236}">
                <a16:creationId xmlns:a16="http://schemas.microsoft.com/office/drawing/2014/main" id="{0FE034EC-B3E8-4E27-A148-5E2388EE48DC}"/>
              </a:ext>
            </a:extLst>
          </p:cNvPr>
          <p:cNvSpPr>
            <a:spLocks noGrp="1"/>
          </p:cNvSpPr>
          <p:nvPr>
            <p:ph type="title" hasCustomPrompt="1"/>
          </p:nvPr>
        </p:nvSpPr>
        <p:spPr>
          <a:xfrm>
            <a:off x="1085851" y="1328045"/>
            <a:ext cx="10593786" cy="612527"/>
          </a:xfrm>
        </p:spPr>
        <p:txBody>
          <a:bodyPr>
            <a:noAutofit/>
          </a:bodyPr>
          <a:lstStyle>
            <a:lvl1pPr>
              <a:defRPr sz="4800" b="1"/>
            </a:lvl1pPr>
          </a:lstStyle>
          <a:p>
            <a:r>
              <a:rPr lang="en-US" noProof="0"/>
              <a:t>Title of presentation</a:t>
            </a:r>
          </a:p>
        </p:txBody>
      </p:sp>
      <p:sp>
        <p:nvSpPr>
          <p:cNvPr id="43" name="Symbol zastępczy obrazu 42">
            <a:extLst>
              <a:ext uri="{FF2B5EF4-FFF2-40B4-BE49-F238E27FC236}">
                <a16:creationId xmlns:a16="http://schemas.microsoft.com/office/drawing/2014/main" id="{D9480DC8-669E-4EC9-8313-2AED23DAB806}"/>
              </a:ext>
            </a:extLst>
          </p:cNvPr>
          <p:cNvSpPr>
            <a:spLocks noGrp="1"/>
          </p:cNvSpPr>
          <p:nvPr>
            <p:ph type="pic" sz="quarter" idx="15" hasCustomPrompt="1"/>
          </p:nvPr>
        </p:nvSpPr>
        <p:spPr>
          <a:xfrm>
            <a:off x="-4763" y="4564959"/>
            <a:ext cx="12196763" cy="2320029"/>
          </a:xfrm>
          <a:custGeom>
            <a:avLst/>
            <a:gdLst>
              <a:gd name="connsiteX0" fmla="*/ 12196712 w 12196763"/>
              <a:gd name="connsiteY0" fmla="*/ 0 h 2320029"/>
              <a:gd name="connsiteX1" fmla="*/ 12196763 w 12196763"/>
              <a:gd name="connsiteY1" fmla="*/ 0 h 2320029"/>
              <a:gd name="connsiteX2" fmla="*/ 12196763 w 12196763"/>
              <a:gd name="connsiteY2" fmla="*/ 2320029 h 2320029"/>
              <a:gd name="connsiteX3" fmla="*/ 0 w 12196763"/>
              <a:gd name="connsiteY3" fmla="*/ 2320029 h 2320029"/>
              <a:gd name="connsiteX4" fmla="*/ 0 w 12196763"/>
              <a:gd name="connsiteY4" fmla="*/ 1096213 h 2320029"/>
              <a:gd name="connsiteX5" fmla="*/ 24566 w 12196763"/>
              <a:gd name="connsiteY5" fmla="*/ 1096213 h 2320029"/>
              <a:gd name="connsiteX6" fmla="*/ 497300 w 12196763"/>
              <a:gd name="connsiteY6" fmla="*/ 861548 h 2320029"/>
              <a:gd name="connsiteX7" fmla="*/ 1136599 w 12196763"/>
              <a:gd name="connsiteY7" fmla="*/ 21631 h 2320029"/>
              <a:gd name="connsiteX8" fmla="*/ 7006798 w 12196763"/>
              <a:gd name="connsiteY8" fmla="*/ 21631 h 2320029"/>
              <a:gd name="connsiteX9" fmla="*/ 7008157 w 12196763"/>
              <a:gd name="connsiteY9" fmla="*/ 21494 h 2320029"/>
              <a:gd name="connsiteX10" fmla="*/ 12196712 w 12196763"/>
              <a:gd name="connsiteY10" fmla="*/ 21494 h 232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6763" h="2320029">
                <a:moveTo>
                  <a:pt x="12196712" y="0"/>
                </a:moveTo>
                <a:lnTo>
                  <a:pt x="12196763" y="0"/>
                </a:lnTo>
                <a:lnTo>
                  <a:pt x="12196763" y="2320029"/>
                </a:lnTo>
                <a:lnTo>
                  <a:pt x="0" y="2320029"/>
                </a:lnTo>
                <a:lnTo>
                  <a:pt x="0" y="1096213"/>
                </a:lnTo>
                <a:lnTo>
                  <a:pt x="24566" y="1096213"/>
                </a:lnTo>
                <a:cubicBezTo>
                  <a:pt x="263767" y="1092812"/>
                  <a:pt x="386791" y="1019908"/>
                  <a:pt x="497300" y="861548"/>
                </a:cubicBezTo>
                <a:lnTo>
                  <a:pt x="1136599" y="21631"/>
                </a:lnTo>
                <a:lnTo>
                  <a:pt x="7006798" y="21631"/>
                </a:lnTo>
                <a:lnTo>
                  <a:pt x="7008157" y="21494"/>
                </a:lnTo>
                <a:lnTo>
                  <a:pt x="12196712" y="21494"/>
                </a:lnTo>
                <a:close/>
              </a:path>
            </a:pathLst>
          </a:custGeom>
          <a:solidFill>
            <a:schemeClr val="accent4">
              <a:lumMod val="40000"/>
              <a:lumOff val="60000"/>
            </a:schemeClr>
          </a:solidFill>
        </p:spPr>
        <p:txBody>
          <a:bodyPr wrap="square" anchor="ctr">
            <a:noAutofit/>
          </a:bodyPr>
          <a:lstStyle>
            <a:lvl1pPr algn="ctr">
              <a:buNone/>
              <a:defRPr sz="1800"/>
            </a:lvl1pPr>
          </a:lstStyle>
          <a:p>
            <a:r>
              <a:rPr lang="en-US" dirty="0"/>
              <a:t>Click on the icon to add a picture.</a:t>
            </a:r>
            <a:endParaRPr lang="pl-PL" dirty="0"/>
          </a:p>
        </p:txBody>
      </p:sp>
      <p:grpSp>
        <p:nvGrpSpPr>
          <p:cNvPr id="73" name="Grupa 72">
            <a:extLst>
              <a:ext uri="{FF2B5EF4-FFF2-40B4-BE49-F238E27FC236}">
                <a16:creationId xmlns:a16="http://schemas.microsoft.com/office/drawing/2014/main" id="{B7478B59-CA66-469F-8F73-AB7FFEA9D6C4}"/>
              </a:ext>
            </a:extLst>
          </p:cNvPr>
          <p:cNvGrpSpPr/>
          <p:nvPr userDrawn="1"/>
        </p:nvGrpSpPr>
        <p:grpSpPr>
          <a:xfrm rot="5400000">
            <a:off x="-3572540" y="3312041"/>
            <a:ext cx="6815472" cy="233918"/>
            <a:chOff x="0" y="-711770"/>
            <a:chExt cx="4642907" cy="564813"/>
          </a:xfrm>
        </p:grpSpPr>
        <p:grpSp>
          <p:nvGrpSpPr>
            <p:cNvPr id="74" name="Grupa 73">
              <a:extLst>
                <a:ext uri="{FF2B5EF4-FFF2-40B4-BE49-F238E27FC236}">
                  <a16:creationId xmlns:a16="http://schemas.microsoft.com/office/drawing/2014/main" id="{746D5FBF-F464-4AED-8FC3-607C9F724FC7}"/>
                </a:ext>
              </a:extLst>
            </p:cNvPr>
            <p:cNvGrpSpPr/>
            <p:nvPr userDrawn="1"/>
          </p:nvGrpSpPr>
          <p:grpSpPr>
            <a:xfrm>
              <a:off x="791421" y="-711770"/>
              <a:ext cx="685800" cy="564813"/>
              <a:chOff x="304800" y="937146"/>
              <a:chExt cx="1624082" cy="286603"/>
            </a:xfrm>
          </p:grpSpPr>
          <p:sp>
            <p:nvSpPr>
              <p:cNvPr id="95" name="Prostokąt: zaokrąglone rogi 94">
                <a:extLst>
                  <a:ext uri="{FF2B5EF4-FFF2-40B4-BE49-F238E27FC236}">
                    <a16:creationId xmlns:a16="http://schemas.microsoft.com/office/drawing/2014/main" id="{FF6EB662-8815-4C4A-8EBE-492B31BD1C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95961A05-9BAE-433E-90DC-6E59AFC85DE7}"/>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7" name="Prostokąt: zaokrąglone rogi 96">
                <a:extLst>
                  <a:ext uri="{FF2B5EF4-FFF2-40B4-BE49-F238E27FC236}">
                    <a16:creationId xmlns:a16="http://schemas.microsoft.com/office/drawing/2014/main" id="{965E3BDA-0E08-4313-AE93-A8E8D3FC878A}"/>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90CF57-EAE5-4259-9D9F-F1FDF4C5E722}"/>
                </a:ext>
              </a:extLst>
            </p:cNvPr>
            <p:cNvGrpSpPr/>
            <p:nvPr userDrawn="1"/>
          </p:nvGrpSpPr>
          <p:grpSpPr>
            <a:xfrm>
              <a:off x="2374263" y="-711770"/>
              <a:ext cx="685800" cy="564813"/>
              <a:chOff x="304800" y="937146"/>
              <a:chExt cx="1624082" cy="286603"/>
            </a:xfrm>
          </p:grpSpPr>
          <p:sp>
            <p:nvSpPr>
              <p:cNvPr id="92" name="Prostokąt: zaokrąglone rogi 91">
                <a:extLst>
                  <a:ext uri="{FF2B5EF4-FFF2-40B4-BE49-F238E27FC236}">
                    <a16:creationId xmlns:a16="http://schemas.microsoft.com/office/drawing/2014/main" id="{59764DB9-4245-4347-93F2-143C99D602E2}"/>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101207D0-25E6-4E04-BAB8-59F1AD494992}"/>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5C91B490-D9C1-4DCF-8E12-79218EE021B2}"/>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6673C142-71A3-4252-9CE8-CDF64FE32F4C}"/>
                </a:ext>
              </a:extLst>
            </p:cNvPr>
            <p:cNvGrpSpPr/>
            <p:nvPr userDrawn="1"/>
          </p:nvGrpSpPr>
          <p:grpSpPr>
            <a:xfrm>
              <a:off x="1582842" y="-711770"/>
              <a:ext cx="685800" cy="564813"/>
              <a:chOff x="304800" y="937146"/>
              <a:chExt cx="1624082" cy="286603"/>
            </a:xfrm>
          </p:grpSpPr>
          <p:sp>
            <p:nvSpPr>
              <p:cNvPr id="89" name="Prostokąt: zaokrąglone rogi 88">
                <a:extLst>
                  <a:ext uri="{FF2B5EF4-FFF2-40B4-BE49-F238E27FC236}">
                    <a16:creationId xmlns:a16="http://schemas.microsoft.com/office/drawing/2014/main" id="{B50412F8-EA82-4F78-A476-D7A31BB518AB}"/>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8A58F4-D904-4708-B9BE-FE3098ADED1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18D2B323-4DA7-4CC6-B642-B03DD11FC5A1}"/>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32CDD1A5-AF1D-4661-9532-4571DFC4B430}"/>
                </a:ext>
              </a:extLst>
            </p:cNvPr>
            <p:cNvGrpSpPr/>
            <p:nvPr userDrawn="1"/>
          </p:nvGrpSpPr>
          <p:grpSpPr>
            <a:xfrm>
              <a:off x="0" y="-711770"/>
              <a:ext cx="685800" cy="564813"/>
              <a:chOff x="304800" y="937146"/>
              <a:chExt cx="1624082" cy="286603"/>
            </a:xfrm>
          </p:grpSpPr>
          <p:sp>
            <p:nvSpPr>
              <p:cNvPr id="86" name="Prostokąt: zaokrąglone rogi 85">
                <a:extLst>
                  <a:ext uri="{FF2B5EF4-FFF2-40B4-BE49-F238E27FC236}">
                    <a16:creationId xmlns:a16="http://schemas.microsoft.com/office/drawing/2014/main" id="{4E0C28F1-D7B9-4F28-A9E6-E3372B331A28}"/>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C32C97DB-11C1-41AE-BCD8-C2AAEF41838E}"/>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8D49BC9F-9FE6-4B69-B57D-02E1BF47EA44}"/>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F76098CF-4869-4B7C-B9CD-0FC0E7EA1A85}"/>
                </a:ext>
              </a:extLst>
            </p:cNvPr>
            <p:cNvGrpSpPr/>
            <p:nvPr userDrawn="1"/>
          </p:nvGrpSpPr>
          <p:grpSpPr>
            <a:xfrm>
              <a:off x="3957107" y="-711770"/>
              <a:ext cx="685800" cy="564813"/>
              <a:chOff x="304800" y="937146"/>
              <a:chExt cx="1624082" cy="286603"/>
            </a:xfrm>
          </p:grpSpPr>
          <p:sp>
            <p:nvSpPr>
              <p:cNvPr id="83" name="Prostokąt: zaokrąglone rogi 82">
                <a:extLst>
                  <a:ext uri="{FF2B5EF4-FFF2-40B4-BE49-F238E27FC236}">
                    <a16:creationId xmlns:a16="http://schemas.microsoft.com/office/drawing/2014/main" id="{93207ED2-1448-48AA-B1F1-ABF5DE87511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324FDC63-5A45-412B-9979-0D3F70EDEAF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9430D757-0DA1-4C23-A9D5-86A7C4021A5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9" name="Grupa 78">
              <a:extLst>
                <a:ext uri="{FF2B5EF4-FFF2-40B4-BE49-F238E27FC236}">
                  <a16:creationId xmlns:a16="http://schemas.microsoft.com/office/drawing/2014/main" id="{311390E9-B0B0-4832-9EF0-E71F9F6AA7A5}"/>
                </a:ext>
              </a:extLst>
            </p:cNvPr>
            <p:cNvGrpSpPr/>
            <p:nvPr userDrawn="1"/>
          </p:nvGrpSpPr>
          <p:grpSpPr>
            <a:xfrm>
              <a:off x="3165684" y="-711770"/>
              <a:ext cx="685800" cy="564813"/>
              <a:chOff x="304800" y="937146"/>
              <a:chExt cx="1624082" cy="286603"/>
            </a:xfrm>
          </p:grpSpPr>
          <p:sp>
            <p:nvSpPr>
              <p:cNvPr id="80" name="Prostokąt: zaokrąglone rogi 79">
                <a:extLst>
                  <a:ext uri="{FF2B5EF4-FFF2-40B4-BE49-F238E27FC236}">
                    <a16:creationId xmlns:a16="http://schemas.microsoft.com/office/drawing/2014/main" id="{B246218C-1A51-419D-8608-EBEF05F8037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5E41E63D-A1FE-44BF-9F55-EF0453F6C7B5}"/>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FB8A9228-7B43-4B94-A36C-2BF582F5F41E}"/>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pic>
        <p:nvPicPr>
          <p:cNvPr id="7" name="Graphic 6">
            <a:extLst>
              <a:ext uri="{FF2B5EF4-FFF2-40B4-BE49-F238E27FC236}">
                <a16:creationId xmlns:a16="http://schemas.microsoft.com/office/drawing/2014/main" id="{9FE52149-FADE-32E8-1415-6B580BE8DE9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Tree>
    <p:extLst>
      <p:ext uri="{BB962C8B-B14F-4D97-AF65-F5344CB8AC3E}">
        <p14:creationId xmlns:p14="http://schemas.microsoft.com/office/powerpoint/2010/main" val="299277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pic>
        <p:nvPicPr>
          <p:cNvPr id="2" name="Picture 1" descr="A close-up of a blue light&#10;&#10;AI-generated content may be incorrect.">
            <a:extLst>
              <a:ext uri="{FF2B5EF4-FFF2-40B4-BE49-F238E27FC236}">
                <a16:creationId xmlns:a16="http://schemas.microsoft.com/office/drawing/2014/main" id="{A7EC37A4-823B-664A-A420-BE53E07AAEB8}"/>
              </a:ext>
            </a:extLst>
          </p:cNvPr>
          <p:cNvPicPr>
            <a:picLocks noChangeAspect="1"/>
          </p:cNvPicPr>
          <p:nvPr userDrawn="1"/>
        </p:nvPicPr>
        <p:blipFill>
          <a:blip r:embed="rId2"/>
          <a:srcRect l="8659"/>
          <a:stretch/>
        </p:blipFill>
        <p:spPr>
          <a:xfrm>
            <a:off x="0" y="8626"/>
            <a:ext cx="12192000" cy="6857999"/>
          </a:xfrm>
          <a:prstGeom prst="rect">
            <a:avLst/>
          </a:prstGeom>
        </p:spPr>
      </p:pic>
      <p:sp>
        <p:nvSpPr>
          <p:cNvPr id="5" name="Foliennummernplatzhalter 4"/>
          <p:cNvSpPr>
            <a:spLocks noGrp="1"/>
          </p:cNvSpPr>
          <p:nvPr>
            <p:ph type="sldNum" sz="quarter" idx="12"/>
          </p:nvPr>
        </p:nvSpPr>
        <p:spPr/>
        <p:txBody>
          <a:bodyPr/>
          <a:lstStyle>
            <a:lvl1pPr>
              <a:defRPr sz="1200">
                <a:solidFill>
                  <a:schemeClr val="bg1"/>
                </a:solidFill>
              </a:defRPr>
            </a:lvl1pPr>
          </a:lstStyle>
          <a:p>
            <a:fld id="{9DC1E638-3F78-4E0D-883A-B278700C48C0}" type="slidenum">
              <a:rPr lang="pl-PL" smtClean="0"/>
              <a:pPr/>
              <a:t>‹#›</a:t>
            </a:fld>
            <a:endParaRPr lang="pl-PL" dirty="0"/>
          </a:p>
        </p:txBody>
      </p:sp>
      <p:sp>
        <p:nvSpPr>
          <p:cNvPr id="13" name="Textplatzhalter 2"/>
          <p:cNvSpPr>
            <a:spLocks noGrp="1"/>
          </p:cNvSpPr>
          <p:nvPr>
            <p:ph idx="1" hasCustomPrompt="1"/>
          </p:nvPr>
        </p:nvSpPr>
        <p:spPr>
          <a:xfrm>
            <a:off x="450054" y="1733549"/>
            <a:ext cx="11311205" cy="4398209"/>
          </a:xfrm>
          <a:prstGeom prst="rect">
            <a:avLst/>
          </a:prstGeom>
          <a:effectLst/>
        </p:spPr>
        <p:txBody>
          <a:bodyPr vert="horz" lIns="0" tIns="0" rIns="0" bIns="0" rtlCol="0">
            <a:normAutofit/>
          </a:bodyPr>
          <a:lstStyle>
            <a:lvl1pPr marL="457200" indent="-457200">
              <a:lnSpc>
                <a:spcPct val="95000"/>
              </a:lnSpc>
              <a:spcBef>
                <a:spcPts val="0"/>
              </a:spcBef>
              <a:spcAft>
                <a:spcPts val="800"/>
              </a:spcAft>
              <a:buClr>
                <a:schemeClr val="accent1"/>
              </a:buClr>
              <a:buSzPct val="100000"/>
              <a:buFont typeface="+mj-lt"/>
              <a:buAutoNum type="arabicPeriod"/>
              <a:tabLst/>
              <a:defRPr sz="2800" baseline="0">
                <a:solidFill>
                  <a:schemeClr val="bg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text</a:t>
            </a:r>
          </a:p>
        </p:txBody>
      </p:sp>
      <p:sp>
        <p:nvSpPr>
          <p:cNvPr id="9" name="Titelplatzhalter 1"/>
          <p:cNvSpPr>
            <a:spLocks noGrp="1"/>
          </p:cNvSpPr>
          <p:nvPr>
            <p:ph type="title" hasCustomPrompt="1"/>
          </p:nvPr>
        </p:nvSpPr>
        <p:spPr>
          <a:xfrm>
            <a:off x="450056" y="675007"/>
            <a:ext cx="11311205" cy="792674"/>
          </a:xfrm>
          <a:prstGeom prst="rect">
            <a:avLst/>
          </a:prstGeom>
        </p:spPr>
        <p:txBody>
          <a:bodyPr vert="horz" lIns="0" tIns="0" rIns="0" bIns="0" rtlCol="0" anchor="t">
            <a:normAutofit/>
          </a:bodyPr>
          <a:lstStyle>
            <a:lvl1pPr>
              <a:defRPr>
                <a:solidFill>
                  <a:schemeClr val="bg1"/>
                </a:solidFill>
              </a:defRPr>
            </a:lvl1pPr>
          </a:lstStyle>
          <a:p>
            <a:r>
              <a:rPr lang="en-US" noProof="0"/>
              <a:t>Click to edit Master title style</a:t>
            </a:r>
          </a:p>
        </p:txBody>
      </p:sp>
      <p:grpSp>
        <p:nvGrpSpPr>
          <p:cNvPr id="71" name="Grupa 70">
            <a:extLst>
              <a:ext uri="{FF2B5EF4-FFF2-40B4-BE49-F238E27FC236}">
                <a16:creationId xmlns:a16="http://schemas.microsoft.com/office/drawing/2014/main" id="{9C682C3A-F09C-4D6D-8FB6-C8015B258261}"/>
              </a:ext>
            </a:extLst>
          </p:cNvPr>
          <p:cNvGrpSpPr/>
          <p:nvPr userDrawn="1"/>
        </p:nvGrpSpPr>
        <p:grpSpPr>
          <a:xfrm rot="5400000">
            <a:off x="-3572540" y="3312041"/>
            <a:ext cx="6815472" cy="233918"/>
            <a:chOff x="0" y="-711770"/>
            <a:chExt cx="4642907" cy="564813"/>
          </a:xfrm>
        </p:grpSpPr>
        <p:grpSp>
          <p:nvGrpSpPr>
            <p:cNvPr id="72" name="Grupa 71">
              <a:extLst>
                <a:ext uri="{FF2B5EF4-FFF2-40B4-BE49-F238E27FC236}">
                  <a16:creationId xmlns:a16="http://schemas.microsoft.com/office/drawing/2014/main" id="{03A5AF64-AF11-4F93-9B8F-F9E28A8A00A7}"/>
                </a:ext>
              </a:extLst>
            </p:cNvPr>
            <p:cNvGrpSpPr/>
            <p:nvPr userDrawn="1"/>
          </p:nvGrpSpPr>
          <p:grpSpPr>
            <a:xfrm>
              <a:off x="791421" y="-711770"/>
              <a:ext cx="685800" cy="564813"/>
              <a:chOff x="304800" y="937146"/>
              <a:chExt cx="1624082" cy="286603"/>
            </a:xfrm>
          </p:grpSpPr>
          <p:sp>
            <p:nvSpPr>
              <p:cNvPr id="93" name="Prostokąt: zaokrąglone rogi 92">
                <a:extLst>
                  <a:ext uri="{FF2B5EF4-FFF2-40B4-BE49-F238E27FC236}">
                    <a16:creationId xmlns:a16="http://schemas.microsoft.com/office/drawing/2014/main" id="{86BC8D0C-F624-4E5A-8E31-3F009FB890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635914F0-46A8-4A2F-BD53-7E6BB45EEB79}"/>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7F47053D-C29A-4E33-993E-72DC386AAF92}"/>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3" name="Grupa 72">
              <a:extLst>
                <a:ext uri="{FF2B5EF4-FFF2-40B4-BE49-F238E27FC236}">
                  <a16:creationId xmlns:a16="http://schemas.microsoft.com/office/drawing/2014/main" id="{C6247D6B-33C3-4D4B-B0E6-3165DFB7A221}"/>
                </a:ext>
              </a:extLst>
            </p:cNvPr>
            <p:cNvGrpSpPr/>
            <p:nvPr userDrawn="1"/>
          </p:nvGrpSpPr>
          <p:grpSpPr>
            <a:xfrm>
              <a:off x="2374263" y="-711770"/>
              <a:ext cx="685800" cy="564813"/>
              <a:chOff x="304800" y="937146"/>
              <a:chExt cx="1624082" cy="286603"/>
            </a:xfrm>
          </p:grpSpPr>
          <p:sp>
            <p:nvSpPr>
              <p:cNvPr id="90" name="Prostokąt: zaokrąglone rogi 89">
                <a:extLst>
                  <a:ext uri="{FF2B5EF4-FFF2-40B4-BE49-F238E27FC236}">
                    <a16:creationId xmlns:a16="http://schemas.microsoft.com/office/drawing/2014/main" id="{65347F58-A344-4A98-88CA-648CAD8C6255}"/>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5CBC0CEF-83C0-434F-B386-FFCBE3025FF5}"/>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D85B423B-0ED2-40F3-9FCB-ACC5EE2309B5}"/>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1B08D0EF-222C-43CF-ABD8-D53BB07048A6}"/>
                </a:ext>
              </a:extLst>
            </p:cNvPr>
            <p:cNvGrpSpPr/>
            <p:nvPr userDrawn="1"/>
          </p:nvGrpSpPr>
          <p:grpSpPr>
            <a:xfrm>
              <a:off x="1582842" y="-711770"/>
              <a:ext cx="685800" cy="564813"/>
              <a:chOff x="304800" y="937146"/>
              <a:chExt cx="1624082" cy="286603"/>
            </a:xfrm>
          </p:grpSpPr>
          <p:sp>
            <p:nvSpPr>
              <p:cNvPr id="87" name="Prostokąt: zaokrąglone rogi 86">
                <a:extLst>
                  <a:ext uri="{FF2B5EF4-FFF2-40B4-BE49-F238E27FC236}">
                    <a16:creationId xmlns:a16="http://schemas.microsoft.com/office/drawing/2014/main" id="{7884096B-B561-4027-A38E-C1768171972D}"/>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0F6ECCE9-81FB-47F4-90A6-D505B749AE5C}"/>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8BFE4448-E0AB-42F0-9082-6CB6905783A2}"/>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758F26-F154-41B5-9253-58E65AB87862}"/>
                </a:ext>
              </a:extLst>
            </p:cNvPr>
            <p:cNvGrpSpPr/>
            <p:nvPr userDrawn="1"/>
          </p:nvGrpSpPr>
          <p:grpSpPr>
            <a:xfrm>
              <a:off x="0" y="-711770"/>
              <a:ext cx="685800" cy="564813"/>
              <a:chOff x="304800" y="937146"/>
              <a:chExt cx="1624082" cy="286603"/>
            </a:xfrm>
          </p:grpSpPr>
          <p:sp>
            <p:nvSpPr>
              <p:cNvPr id="84" name="Prostokąt: zaokrąglone rogi 83">
                <a:extLst>
                  <a:ext uri="{FF2B5EF4-FFF2-40B4-BE49-F238E27FC236}">
                    <a16:creationId xmlns:a16="http://schemas.microsoft.com/office/drawing/2014/main" id="{F99DB95D-838A-49A0-BD8A-42DDA74605DD}"/>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B0E096E5-01B7-491A-BFAA-6897A4F9E931}"/>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F436178-3204-4685-94A1-F42C2640C48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0CCB3424-F934-41C1-B38B-E853C6B701C0}"/>
                </a:ext>
              </a:extLst>
            </p:cNvPr>
            <p:cNvGrpSpPr/>
            <p:nvPr userDrawn="1"/>
          </p:nvGrpSpPr>
          <p:grpSpPr>
            <a:xfrm>
              <a:off x="3957107" y="-711770"/>
              <a:ext cx="685800" cy="564813"/>
              <a:chOff x="304800" y="937146"/>
              <a:chExt cx="1624082" cy="286603"/>
            </a:xfrm>
          </p:grpSpPr>
          <p:sp>
            <p:nvSpPr>
              <p:cNvPr id="81" name="Prostokąt: zaokrąglone rogi 80">
                <a:extLst>
                  <a:ext uri="{FF2B5EF4-FFF2-40B4-BE49-F238E27FC236}">
                    <a16:creationId xmlns:a16="http://schemas.microsoft.com/office/drawing/2014/main" id="{633144AB-437D-4496-B966-D50FC1E0455F}"/>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CEC8A72C-EC72-4DAC-B991-EA2806A33399}"/>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CC4B7A88-0835-42E7-B472-B00F4B35391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5F01D0ED-898E-4BE5-A2AA-366C113A9FF0}"/>
                </a:ext>
              </a:extLst>
            </p:cNvPr>
            <p:cNvGrpSpPr/>
            <p:nvPr userDrawn="1"/>
          </p:nvGrpSpPr>
          <p:grpSpPr>
            <a:xfrm>
              <a:off x="3165684" y="-711770"/>
              <a:ext cx="685800" cy="564813"/>
              <a:chOff x="304800" y="937146"/>
              <a:chExt cx="1624082" cy="286603"/>
            </a:xfrm>
          </p:grpSpPr>
          <p:sp>
            <p:nvSpPr>
              <p:cNvPr id="78" name="Prostokąt: zaokrąglone rogi 77">
                <a:extLst>
                  <a:ext uri="{FF2B5EF4-FFF2-40B4-BE49-F238E27FC236}">
                    <a16:creationId xmlns:a16="http://schemas.microsoft.com/office/drawing/2014/main" id="{22C4765F-90C8-42A0-80DD-9F866A5A5C6A}"/>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0303B914-2696-4CFE-A9D5-22A56A82EACD}"/>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C1267B27-99BC-47F8-8D9A-BD16733319C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5626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 column">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a:xfrm>
            <a:off x="450054" y="6356351"/>
            <a:ext cx="8383401" cy="365125"/>
          </a:xfrm>
        </p:spPr>
        <p:txBody>
          <a:bodyPr/>
          <a:lstStyle>
            <a:lvl1pPr>
              <a:defRPr sz="1400">
                <a:solidFill>
                  <a:schemeClr val="tx1"/>
                </a:solidFill>
              </a:defRPr>
            </a:lvl1pPr>
          </a:lstStyle>
          <a:p>
            <a:endParaRPr lang="pl-PL" dirty="0"/>
          </a:p>
        </p:txBody>
      </p:sp>
      <p:sp>
        <p:nvSpPr>
          <p:cNvPr id="5" name="Foliennummernplatzhalter 4"/>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3" name="Textplatzhalter 2"/>
          <p:cNvSpPr>
            <a:spLocks noGrp="1"/>
          </p:cNvSpPr>
          <p:nvPr>
            <p:ph idx="1" hasCustomPrompt="1"/>
          </p:nvPr>
        </p:nvSpPr>
        <p:spPr>
          <a:xfrm>
            <a:off x="450054" y="1733549"/>
            <a:ext cx="11311205" cy="4398209"/>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sp>
        <p:nvSpPr>
          <p:cNvPr id="9" name="Titelplatzhalter 1"/>
          <p:cNvSpPr>
            <a:spLocks noGrp="1"/>
          </p:cNvSpPr>
          <p:nvPr>
            <p:ph type="title" hasCustomPrompt="1"/>
          </p:nvPr>
        </p:nvSpPr>
        <p:spPr>
          <a:xfrm>
            <a:off x="450056" y="675007"/>
            <a:ext cx="11311205" cy="792674"/>
          </a:xfrm>
          <a:prstGeom prst="rect">
            <a:avLst/>
          </a:prstGeom>
        </p:spPr>
        <p:txBody>
          <a:bodyPr vert="horz" lIns="0" tIns="0" rIns="0" bIns="0" rtlCol="0" anchor="t">
            <a:normAutofit/>
          </a:bodyPr>
          <a:lstStyle>
            <a:lvl1pPr>
              <a:defRPr>
                <a:solidFill>
                  <a:srgbClr val="000000"/>
                </a:solidFill>
              </a:defRPr>
            </a:lvl1pPr>
          </a:lstStyle>
          <a:p>
            <a:r>
              <a:rPr lang="en-US" noProof="0"/>
              <a:t>Click to edit Master title style</a:t>
            </a:r>
          </a:p>
        </p:txBody>
      </p:sp>
      <p:grpSp>
        <p:nvGrpSpPr>
          <p:cNvPr id="71" name="Grupa 70">
            <a:extLst>
              <a:ext uri="{FF2B5EF4-FFF2-40B4-BE49-F238E27FC236}">
                <a16:creationId xmlns:a16="http://schemas.microsoft.com/office/drawing/2014/main" id="{9C682C3A-F09C-4D6D-8FB6-C8015B258261}"/>
              </a:ext>
            </a:extLst>
          </p:cNvPr>
          <p:cNvGrpSpPr/>
          <p:nvPr userDrawn="1"/>
        </p:nvGrpSpPr>
        <p:grpSpPr>
          <a:xfrm rot="5400000">
            <a:off x="-3572540" y="3312041"/>
            <a:ext cx="6815472" cy="233918"/>
            <a:chOff x="0" y="-711770"/>
            <a:chExt cx="4642907" cy="564813"/>
          </a:xfrm>
        </p:grpSpPr>
        <p:grpSp>
          <p:nvGrpSpPr>
            <p:cNvPr id="72" name="Grupa 71">
              <a:extLst>
                <a:ext uri="{FF2B5EF4-FFF2-40B4-BE49-F238E27FC236}">
                  <a16:creationId xmlns:a16="http://schemas.microsoft.com/office/drawing/2014/main" id="{03A5AF64-AF11-4F93-9B8F-F9E28A8A00A7}"/>
                </a:ext>
              </a:extLst>
            </p:cNvPr>
            <p:cNvGrpSpPr/>
            <p:nvPr userDrawn="1"/>
          </p:nvGrpSpPr>
          <p:grpSpPr>
            <a:xfrm>
              <a:off x="791421" y="-711770"/>
              <a:ext cx="685800" cy="564813"/>
              <a:chOff x="304800" y="937146"/>
              <a:chExt cx="1624082" cy="286603"/>
            </a:xfrm>
          </p:grpSpPr>
          <p:sp>
            <p:nvSpPr>
              <p:cNvPr id="93" name="Prostokąt: zaokrąglone rogi 92">
                <a:extLst>
                  <a:ext uri="{FF2B5EF4-FFF2-40B4-BE49-F238E27FC236}">
                    <a16:creationId xmlns:a16="http://schemas.microsoft.com/office/drawing/2014/main" id="{86BC8D0C-F624-4E5A-8E31-3F009FB890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635914F0-46A8-4A2F-BD53-7E6BB45EEB79}"/>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7F47053D-C29A-4E33-993E-72DC386AAF92}"/>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3" name="Grupa 72">
              <a:extLst>
                <a:ext uri="{FF2B5EF4-FFF2-40B4-BE49-F238E27FC236}">
                  <a16:creationId xmlns:a16="http://schemas.microsoft.com/office/drawing/2014/main" id="{C6247D6B-33C3-4D4B-B0E6-3165DFB7A221}"/>
                </a:ext>
              </a:extLst>
            </p:cNvPr>
            <p:cNvGrpSpPr/>
            <p:nvPr userDrawn="1"/>
          </p:nvGrpSpPr>
          <p:grpSpPr>
            <a:xfrm>
              <a:off x="2374263" y="-711770"/>
              <a:ext cx="685800" cy="564813"/>
              <a:chOff x="304800" y="937146"/>
              <a:chExt cx="1624082" cy="286603"/>
            </a:xfrm>
          </p:grpSpPr>
          <p:sp>
            <p:nvSpPr>
              <p:cNvPr id="90" name="Prostokąt: zaokrąglone rogi 89">
                <a:extLst>
                  <a:ext uri="{FF2B5EF4-FFF2-40B4-BE49-F238E27FC236}">
                    <a16:creationId xmlns:a16="http://schemas.microsoft.com/office/drawing/2014/main" id="{65347F58-A344-4A98-88CA-648CAD8C6255}"/>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5CBC0CEF-83C0-434F-B386-FFCBE3025FF5}"/>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D85B423B-0ED2-40F3-9FCB-ACC5EE2309B5}"/>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1B08D0EF-222C-43CF-ABD8-D53BB07048A6}"/>
                </a:ext>
              </a:extLst>
            </p:cNvPr>
            <p:cNvGrpSpPr/>
            <p:nvPr userDrawn="1"/>
          </p:nvGrpSpPr>
          <p:grpSpPr>
            <a:xfrm>
              <a:off x="1582842" y="-711770"/>
              <a:ext cx="685800" cy="564813"/>
              <a:chOff x="304800" y="937146"/>
              <a:chExt cx="1624082" cy="286603"/>
            </a:xfrm>
          </p:grpSpPr>
          <p:sp>
            <p:nvSpPr>
              <p:cNvPr id="87" name="Prostokąt: zaokrąglone rogi 86">
                <a:extLst>
                  <a:ext uri="{FF2B5EF4-FFF2-40B4-BE49-F238E27FC236}">
                    <a16:creationId xmlns:a16="http://schemas.microsoft.com/office/drawing/2014/main" id="{7884096B-B561-4027-A38E-C1768171972D}"/>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0F6ECCE9-81FB-47F4-90A6-D505B749AE5C}"/>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8BFE4448-E0AB-42F0-9082-6CB6905783A2}"/>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758F26-F154-41B5-9253-58E65AB87862}"/>
                </a:ext>
              </a:extLst>
            </p:cNvPr>
            <p:cNvGrpSpPr/>
            <p:nvPr userDrawn="1"/>
          </p:nvGrpSpPr>
          <p:grpSpPr>
            <a:xfrm>
              <a:off x="0" y="-711770"/>
              <a:ext cx="685800" cy="564813"/>
              <a:chOff x="304800" y="937146"/>
              <a:chExt cx="1624082" cy="286603"/>
            </a:xfrm>
          </p:grpSpPr>
          <p:sp>
            <p:nvSpPr>
              <p:cNvPr id="84" name="Prostokąt: zaokrąglone rogi 83">
                <a:extLst>
                  <a:ext uri="{FF2B5EF4-FFF2-40B4-BE49-F238E27FC236}">
                    <a16:creationId xmlns:a16="http://schemas.microsoft.com/office/drawing/2014/main" id="{F99DB95D-838A-49A0-BD8A-42DDA74605DD}"/>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B0E096E5-01B7-491A-BFAA-6897A4F9E931}"/>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F436178-3204-4685-94A1-F42C2640C48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0CCB3424-F934-41C1-B38B-E853C6B701C0}"/>
                </a:ext>
              </a:extLst>
            </p:cNvPr>
            <p:cNvGrpSpPr/>
            <p:nvPr userDrawn="1"/>
          </p:nvGrpSpPr>
          <p:grpSpPr>
            <a:xfrm>
              <a:off x="3957107" y="-711770"/>
              <a:ext cx="685800" cy="564813"/>
              <a:chOff x="304800" y="937146"/>
              <a:chExt cx="1624082" cy="286603"/>
            </a:xfrm>
          </p:grpSpPr>
          <p:sp>
            <p:nvSpPr>
              <p:cNvPr id="81" name="Prostokąt: zaokrąglone rogi 80">
                <a:extLst>
                  <a:ext uri="{FF2B5EF4-FFF2-40B4-BE49-F238E27FC236}">
                    <a16:creationId xmlns:a16="http://schemas.microsoft.com/office/drawing/2014/main" id="{633144AB-437D-4496-B966-D50FC1E0455F}"/>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CEC8A72C-EC72-4DAC-B991-EA2806A33399}"/>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CC4B7A88-0835-42E7-B472-B00F4B35391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5F01D0ED-898E-4BE5-A2AA-366C113A9FF0}"/>
                </a:ext>
              </a:extLst>
            </p:cNvPr>
            <p:cNvGrpSpPr/>
            <p:nvPr userDrawn="1"/>
          </p:nvGrpSpPr>
          <p:grpSpPr>
            <a:xfrm>
              <a:off x="3165684" y="-711770"/>
              <a:ext cx="685800" cy="564813"/>
              <a:chOff x="304800" y="937146"/>
              <a:chExt cx="1624082" cy="286603"/>
            </a:xfrm>
          </p:grpSpPr>
          <p:sp>
            <p:nvSpPr>
              <p:cNvPr id="78" name="Prostokąt: zaokrąglone rogi 77">
                <a:extLst>
                  <a:ext uri="{FF2B5EF4-FFF2-40B4-BE49-F238E27FC236}">
                    <a16:creationId xmlns:a16="http://schemas.microsoft.com/office/drawing/2014/main" id="{22C4765F-90C8-42A0-80DD-9F866A5A5C6A}"/>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0303B914-2696-4CFE-A9D5-22A56A82EACD}"/>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C1267B27-99BC-47F8-8D9A-BD16733319C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14" name="Grupa 11">
            <a:extLst>
              <a:ext uri="{FF2B5EF4-FFF2-40B4-BE49-F238E27FC236}">
                <a16:creationId xmlns:a16="http://schemas.microsoft.com/office/drawing/2014/main" id="{30680563-AF77-2F35-CAB4-A786A2C36B18}"/>
              </a:ext>
            </a:extLst>
          </p:cNvPr>
          <p:cNvGrpSpPr/>
          <p:nvPr userDrawn="1"/>
        </p:nvGrpSpPr>
        <p:grpSpPr>
          <a:xfrm>
            <a:off x="10271760" y="304437"/>
            <a:ext cx="1470184" cy="161990"/>
            <a:chOff x="1719263" y="3114675"/>
            <a:chExt cx="5705476" cy="628650"/>
          </a:xfrm>
          <a:solidFill>
            <a:srgbClr val="000000"/>
          </a:solidFill>
        </p:grpSpPr>
        <p:sp>
          <p:nvSpPr>
            <p:cNvPr id="15" name="Freeform 5">
              <a:extLst>
                <a:ext uri="{FF2B5EF4-FFF2-40B4-BE49-F238E27FC236}">
                  <a16:creationId xmlns:a16="http://schemas.microsoft.com/office/drawing/2014/main" id="{55B9887F-4175-70BD-E084-FC59BE8178DD}"/>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6">
              <a:extLst>
                <a:ext uri="{FF2B5EF4-FFF2-40B4-BE49-F238E27FC236}">
                  <a16:creationId xmlns:a16="http://schemas.microsoft.com/office/drawing/2014/main" id="{22608480-5A5B-05C0-3D03-6373056DBD7B}"/>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7">
              <a:extLst>
                <a:ext uri="{FF2B5EF4-FFF2-40B4-BE49-F238E27FC236}">
                  <a16:creationId xmlns:a16="http://schemas.microsoft.com/office/drawing/2014/main" id="{CA33557B-74D7-B0C9-68D2-23CC13B14906}"/>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8" name="Freeform 8">
              <a:extLst>
                <a:ext uri="{FF2B5EF4-FFF2-40B4-BE49-F238E27FC236}">
                  <a16:creationId xmlns:a16="http://schemas.microsoft.com/office/drawing/2014/main" id="{AD42CFD5-05B5-A0FF-3C46-03D2D554436B}"/>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9" name="Freeform 9">
              <a:extLst>
                <a:ext uri="{FF2B5EF4-FFF2-40B4-BE49-F238E27FC236}">
                  <a16:creationId xmlns:a16="http://schemas.microsoft.com/office/drawing/2014/main" id="{55875116-0558-F1CB-2ED3-2815DBDEF254}"/>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0" name="Freeform 10">
              <a:extLst>
                <a:ext uri="{FF2B5EF4-FFF2-40B4-BE49-F238E27FC236}">
                  <a16:creationId xmlns:a16="http://schemas.microsoft.com/office/drawing/2014/main" id="{322E984C-1A95-9F41-5DF2-A7729032D8BA}"/>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4223169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 column ACE">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a:xfrm>
            <a:off x="450054" y="6356351"/>
            <a:ext cx="8383401" cy="365125"/>
          </a:xfrm>
        </p:spPr>
        <p:txBody>
          <a:bodyPr/>
          <a:lstStyle>
            <a:lvl1pPr>
              <a:defRPr sz="1400">
                <a:solidFill>
                  <a:schemeClr val="tx1"/>
                </a:solidFill>
              </a:defRPr>
            </a:lvl1pPr>
          </a:lstStyle>
          <a:p>
            <a:endParaRPr lang="pl-PL" dirty="0"/>
          </a:p>
        </p:txBody>
      </p:sp>
      <p:sp>
        <p:nvSpPr>
          <p:cNvPr id="5" name="Foliennummernplatzhalter 4"/>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3" name="Textplatzhalter 2"/>
          <p:cNvSpPr>
            <a:spLocks noGrp="1"/>
          </p:cNvSpPr>
          <p:nvPr>
            <p:ph idx="1" hasCustomPrompt="1"/>
          </p:nvPr>
        </p:nvSpPr>
        <p:spPr>
          <a:xfrm>
            <a:off x="450054" y="1733549"/>
            <a:ext cx="11311205" cy="4398209"/>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sp>
        <p:nvSpPr>
          <p:cNvPr id="9" name="Titelplatzhalter 1"/>
          <p:cNvSpPr>
            <a:spLocks noGrp="1"/>
          </p:cNvSpPr>
          <p:nvPr>
            <p:ph type="title" hasCustomPrompt="1"/>
          </p:nvPr>
        </p:nvSpPr>
        <p:spPr>
          <a:xfrm>
            <a:off x="450056" y="675007"/>
            <a:ext cx="11311205" cy="792674"/>
          </a:xfrm>
          <a:prstGeom prst="rect">
            <a:avLst/>
          </a:prstGeom>
        </p:spPr>
        <p:txBody>
          <a:bodyPr vert="horz" lIns="0" tIns="0" rIns="0" bIns="0" rtlCol="0" anchor="t">
            <a:normAutofit/>
          </a:bodyPr>
          <a:lstStyle>
            <a:lvl1pPr>
              <a:defRPr>
                <a:solidFill>
                  <a:srgbClr val="000000"/>
                </a:solidFill>
              </a:defRPr>
            </a:lvl1pPr>
          </a:lstStyle>
          <a:p>
            <a:r>
              <a:rPr lang="en-US" noProof="0"/>
              <a:t>Click to edit Master title style</a:t>
            </a:r>
          </a:p>
        </p:txBody>
      </p:sp>
      <p:grpSp>
        <p:nvGrpSpPr>
          <p:cNvPr id="71" name="Grupa 70">
            <a:extLst>
              <a:ext uri="{FF2B5EF4-FFF2-40B4-BE49-F238E27FC236}">
                <a16:creationId xmlns:a16="http://schemas.microsoft.com/office/drawing/2014/main" id="{9C682C3A-F09C-4D6D-8FB6-C8015B258261}"/>
              </a:ext>
            </a:extLst>
          </p:cNvPr>
          <p:cNvGrpSpPr/>
          <p:nvPr userDrawn="1"/>
        </p:nvGrpSpPr>
        <p:grpSpPr>
          <a:xfrm rot="5400000">
            <a:off x="-3572540" y="3312041"/>
            <a:ext cx="6815472" cy="233918"/>
            <a:chOff x="0" y="-711770"/>
            <a:chExt cx="4642907" cy="564813"/>
          </a:xfrm>
        </p:grpSpPr>
        <p:grpSp>
          <p:nvGrpSpPr>
            <p:cNvPr id="72" name="Grupa 71">
              <a:extLst>
                <a:ext uri="{FF2B5EF4-FFF2-40B4-BE49-F238E27FC236}">
                  <a16:creationId xmlns:a16="http://schemas.microsoft.com/office/drawing/2014/main" id="{03A5AF64-AF11-4F93-9B8F-F9E28A8A00A7}"/>
                </a:ext>
              </a:extLst>
            </p:cNvPr>
            <p:cNvGrpSpPr/>
            <p:nvPr userDrawn="1"/>
          </p:nvGrpSpPr>
          <p:grpSpPr>
            <a:xfrm>
              <a:off x="791421" y="-711770"/>
              <a:ext cx="685800" cy="564813"/>
              <a:chOff x="304800" y="937146"/>
              <a:chExt cx="1624082" cy="286603"/>
            </a:xfrm>
          </p:grpSpPr>
          <p:sp>
            <p:nvSpPr>
              <p:cNvPr id="93" name="Prostokąt: zaokrąglone rogi 92">
                <a:extLst>
                  <a:ext uri="{FF2B5EF4-FFF2-40B4-BE49-F238E27FC236}">
                    <a16:creationId xmlns:a16="http://schemas.microsoft.com/office/drawing/2014/main" id="{86BC8D0C-F624-4E5A-8E31-3F009FB890B4}"/>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4" name="Prostokąt: zaokrąglone rogi 93">
                <a:extLst>
                  <a:ext uri="{FF2B5EF4-FFF2-40B4-BE49-F238E27FC236}">
                    <a16:creationId xmlns:a16="http://schemas.microsoft.com/office/drawing/2014/main" id="{635914F0-46A8-4A2F-BD53-7E6BB45EEB79}"/>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7F47053D-C29A-4E33-993E-72DC386AAF92}"/>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3" name="Grupa 72">
              <a:extLst>
                <a:ext uri="{FF2B5EF4-FFF2-40B4-BE49-F238E27FC236}">
                  <a16:creationId xmlns:a16="http://schemas.microsoft.com/office/drawing/2014/main" id="{C6247D6B-33C3-4D4B-B0E6-3165DFB7A221}"/>
                </a:ext>
              </a:extLst>
            </p:cNvPr>
            <p:cNvGrpSpPr/>
            <p:nvPr userDrawn="1"/>
          </p:nvGrpSpPr>
          <p:grpSpPr>
            <a:xfrm>
              <a:off x="2374263" y="-711770"/>
              <a:ext cx="685800" cy="564813"/>
              <a:chOff x="304800" y="937146"/>
              <a:chExt cx="1624082" cy="286603"/>
            </a:xfrm>
          </p:grpSpPr>
          <p:sp>
            <p:nvSpPr>
              <p:cNvPr id="90" name="Prostokąt: zaokrąglone rogi 89">
                <a:extLst>
                  <a:ext uri="{FF2B5EF4-FFF2-40B4-BE49-F238E27FC236}">
                    <a16:creationId xmlns:a16="http://schemas.microsoft.com/office/drawing/2014/main" id="{65347F58-A344-4A98-88CA-648CAD8C6255}"/>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1" name="Prostokąt: zaokrąglone rogi 90">
                <a:extLst>
                  <a:ext uri="{FF2B5EF4-FFF2-40B4-BE49-F238E27FC236}">
                    <a16:creationId xmlns:a16="http://schemas.microsoft.com/office/drawing/2014/main" id="{5CBC0CEF-83C0-434F-B386-FFCBE3025FF5}"/>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D85B423B-0ED2-40F3-9FCB-ACC5EE2309B5}"/>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1B08D0EF-222C-43CF-ABD8-D53BB07048A6}"/>
                </a:ext>
              </a:extLst>
            </p:cNvPr>
            <p:cNvGrpSpPr/>
            <p:nvPr userDrawn="1"/>
          </p:nvGrpSpPr>
          <p:grpSpPr>
            <a:xfrm>
              <a:off x="1582842" y="-711770"/>
              <a:ext cx="685800" cy="564813"/>
              <a:chOff x="304800" y="937146"/>
              <a:chExt cx="1624082" cy="286603"/>
            </a:xfrm>
          </p:grpSpPr>
          <p:sp>
            <p:nvSpPr>
              <p:cNvPr id="87" name="Prostokąt: zaokrąglone rogi 86">
                <a:extLst>
                  <a:ext uri="{FF2B5EF4-FFF2-40B4-BE49-F238E27FC236}">
                    <a16:creationId xmlns:a16="http://schemas.microsoft.com/office/drawing/2014/main" id="{7884096B-B561-4027-A38E-C1768171972D}"/>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8" name="Prostokąt: zaokrąglone rogi 87">
                <a:extLst>
                  <a:ext uri="{FF2B5EF4-FFF2-40B4-BE49-F238E27FC236}">
                    <a16:creationId xmlns:a16="http://schemas.microsoft.com/office/drawing/2014/main" id="{0F6ECCE9-81FB-47F4-90A6-D505B749AE5C}"/>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8BFE4448-E0AB-42F0-9082-6CB6905783A2}"/>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3758F26-F154-41B5-9253-58E65AB87862}"/>
                </a:ext>
              </a:extLst>
            </p:cNvPr>
            <p:cNvGrpSpPr/>
            <p:nvPr userDrawn="1"/>
          </p:nvGrpSpPr>
          <p:grpSpPr>
            <a:xfrm>
              <a:off x="0" y="-711770"/>
              <a:ext cx="685800" cy="564813"/>
              <a:chOff x="304800" y="937146"/>
              <a:chExt cx="1624082" cy="286603"/>
            </a:xfrm>
          </p:grpSpPr>
          <p:sp>
            <p:nvSpPr>
              <p:cNvPr id="84" name="Prostokąt: zaokrąglone rogi 83">
                <a:extLst>
                  <a:ext uri="{FF2B5EF4-FFF2-40B4-BE49-F238E27FC236}">
                    <a16:creationId xmlns:a16="http://schemas.microsoft.com/office/drawing/2014/main" id="{F99DB95D-838A-49A0-BD8A-42DDA74605DD}"/>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5" name="Prostokąt: zaokrąglone rogi 84">
                <a:extLst>
                  <a:ext uri="{FF2B5EF4-FFF2-40B4-BE49-F238E27FC236}">
                    <a16:creationId xmlns:a16="http://schemas.microsoft.com/office/drawing/2014/main" id="{B0E096E5-01B7-491A-BFAA-6897A4F9E931}"/>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F436178-3204-4685-94A1-F42C2640C48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0CCB3424-F934-41C1-B38B-E853C6B701C0}"/>
                </a:ext>
              </a:extLst>
            </p:cNvPr>
            <p:cNvGrpSpPr/>
            <p:nvPr userDrawn="1"/>
          </p:nvGrpSpPr>
          <p:grpSpPr>
            <a:xfrm>
              <a:off x="3957107" y="-711770"/>
              <a:ext cx="685800" cy="564813"/>
              <a:chOff x="304800" y="937146"/>
              <a:chExt cx="1624082" cy="286603"/>
            </a:xfrm>
          </p:grpSpPr>
          <p:sp>
            <p:nvSpPr>
              <p:cNvPr id="81" name="Prostokąt: zaokrąglone rogi 80">
                <a:extLst>
                  <a:ext uri="{FF2B5EF4-FFF2-40B4-BE49-F238E27FC236}">
                    <a16:creationId xmlns:a16="http://schemas.microsoft.com/office/drawing/2014/main" id="{633144AB-437D-4496-B966-D50FC1E0455F}"/>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2" name="Prostokąt: zaokrąglone rogi 81">
                <a:extLst>
                  <a:ext uri="{FF2B5EF4-FFF2-40B4-BE49-F238E27FC236}">
                    <a16:creationId xmlns:a16="http://schemas.microsoft.com/office/drawing/2014/main" id="{CEC8A72C-EC72-4DAC-B991-EA2806A33399}"/>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CC4B7A88-0835-42E7-B472-B00F4B35391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5F01D0ED-898E-4BE5-A2AA-366C113A9FF0}"/>
                </a:ext>
              </a:extLst>
            </p:cNvPr>
            <p:cNvGrpSpPr/>
            <p:nvPr userDrawn="1"/>
          </p:nvGrpSpPr>
          <p:grpSpPr>
            <a:xfrm>
              <a:off x="3165684" y="-711770"/>
              <a:ext cx="685800" cy="564813"/>
              <a:chOff x="304800" y="937146"/>
              <a:chExt cx="1624082" cy="286603"/>
            </a:xfrm>
          </p:grpSpPr>
          <p:sp>
            <p:nvSpPr>
              <p:cNvPr id="78" name="Prostokąt: zaokrąglone rogi 77">
                <a:extLst>
                  <a:ext uri="{FF2B5EF4-FFF2-40B4-BE49-F238E27FC236}">
                    <a16:creationId xmlns:a16="http://schemas.microsoft.com/office/drawing/2014/main" id="{22C4765F-90C8-42A0-80DD-9F866A5A5C6A}"/>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0303B914-2696-4CFE-A9D5-22A56A82EACD}"/>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C1267B27-99BC-47F8-8D9A-BD16733319C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pic>
        <p:nvPicPr>
          <p:cNvPr id="3" name="Graphic 2">
            <a:extLst>
              <a:ext uri="{FF2B5EF4-FFF2-40B4-BE49-F238E27FC236}">
                <a16:creationId xmlns:a16="http://schemas.microsoft.com/office/drawing/2014/main" id="{902FF268-29B9-4726-44CB-F274F32821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Tree>
    <p:extLst>
      <p:ext uri="{BB962C8B-B14F-4D97-AF65-F5344CB8AC3E}">
        <p14:creationId xmlns:p14="http://schemas.microsoft.com/office/powerpoint/2010/main" val="207833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1" name="Titelplatzhalter 1"/>
          <p:cNvSpPr>
            <a:spLocks noGrp="1"/>
          </p:cNvSpPr>
          <p:nvPr userDrawn="1">
            <p:ph type="title" hasCustomPrompt="1"/>
          </p:nvPr>
        </p:nvSpPr>
        <p:spPr>
          <a:xfrm>
            <a:off x="450056" y="675007"/>
            <a:ext cx="11311205" cy="792674"/>
          </a:xfrm>
          <a:prstGeom prst="rect">
            <a:avLst/>
          </a:prstGeom>
        </p:spPr>
        <p:txBody>
          <a:bodyPr vert="horz" lIns="0" tIns="0" rIns="0" bIns="0" rtlCol="0" anchor="t">
            <a:normAutofit/>
          </a:bodyPr>
          <a:lstStyle>
            <a:lvl1pPr>
              <a:defRPr>
                <a:solidFill>
                  <a:srgbClr val="000000"/>
                </a:solidFill>
              </a:defRPr>
            </a:lvl1pPr>
          </a:lstStyle>
          <a:p>
            <a:r>
              <a:rPr lang="en-US" noProof="0" dirty="0"/>
              <a:t>Click to edit Master title style</a:t>
            </a:r>
            <a:endParaRPr lang="pl-PL" noProof="0" dirty="0"/>
          </a:p>
        </p:txBody>
      </p:sp>
      <p:grpSp>
        <p:nvGrpSpPr>
          <p:cNvPr id="69" name="Grupa 68">
            <a:extLst>
              <a:ext uri="{FF2B5EF4-FFF2-40B4-BE49-F238E27FC236}">
                <a16:creationId xmlns:a16="http://schemas.microsoft.com/office/drawing/2014/main" id="{0C2153A0-227F-4792-B2FA-937B9239086B}"/>
              </a:ext>
            </a:extLst>
          </p:cNvPr>
          <p:cNvGrpSpPr/>
          <p:nvPr userDrawn="1"/>
        </p:nvGrpSpPr>
        <p:grpSpPr>
          <a:xfrm rot="5400000">
            <a:off x="-3572540" y="3312041"/>
            <a:ext cx="6815472" cy="233918"/>
            <a:chOff x="0" y="-711770"/>
            <a:chExt cx="4642907" cy="564813"/>
          </a:xfrm>
        </p:grpSpPr>
        <p:grpSp>
          <p:nvGrpSpPr>
            <p:cNvPr id="70" name="Grupa 69">
              <a:extLst>
                <a:ext uri="{FF2B5EF4-FFF2-40B4-BE49-F238E27FC236}">
                  <a16:creationId xmlns:a16="http://schemas.microsoft.com/office/drawing/2014/main" id="{52FB0B31-AD8F-4604-A370-D305F2D5B79E}"/>
                </a:ext>
              </a:extLst>
            </p:cNvPr>
            <p:cNvGrpSpPr/>
            <p:nvPr userDrawn="1"/>
          </p:nvGrpSpPr>
          <p:grpSpPr>
            <a:xfrm>
              <a:off x="791421" y="-711770"/>
              <a:ext cx="685800" cy="564813"/>
              <a:chOff x="304800" y="937146"/>
              <a:chExt cx="1624082" cy="286603"/>
            </a:xfrm>
          </p:grpSpPr>
          <p:sp>
            <p:nvSpPr>
              <p:cNvPr id="91" name="Prostokąt: zaokrąglone rogi 90">
                <a:extLst>
                  <a:ext uri="{FF2B5EF4-FFF2-40B4-BE49-F238E27FC236}">
                    <a16:creationId xmlns:a16="http://schemas.microsoft.com/office/drawing/2014/main" id="{938418D9-7E68-40F7-8248-31646FA70782}"/>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42471B73-D16D-4036-B12B-A0922943644D}"/>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2EA09817-470A-43AF-9AAD-AA407C29FDB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1" name="Grupa 70">
              <a:extLst>
                <a:ext uri="{FF2B5EF4-FFF2-40B4-BE49-F238E27FC236}">
                  <a16:creationId xmlns:a16="http://schemas.microsoft.com/office/drawing/2014/main" id="{F543B03F-E740-4281-9A62-03B82BFDBCF5}"/>
                </a:ext>
              </a:extLst>
            </p:cNvPr>
            <p:cNvGrpSpPr/>
            <p:nvPr userDrawn="1"/>
          </p:nvGrpSpPr>
          <p:grpSpPr>
            <a:xfrm>
              <a:off x="2374263" y="-711770"/>
              <a:ext cx="685800" cy="564813"/>
              <a:chOff x="304800" y="937146"/>
              <a:chExt cx="1624082" cy="286603"/>
            </a:xfrm>
          </p:grpSpPr>
          <p:sp>
            <p:nvSpPr>
              <p:cNvPr id="88" name="Prostokąt: zaokrąglone rogi 87">
                <a:extLst>
                  <a:ext uri="{FF2B5EF4-FFF2-40B4-BE49-F238E27FC236}">
                    <a16:creationId xmlns:a16="http://schemas.microsoft.com/office/drawing/2014/main" id="{9B5C197D-D7CD-4295-A03C-C97A12ADD674}"/>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1E72391C-8493-4E41-A2D5-326871AF2809}"/>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DC357A6D-C370-479A-AE55-57EE5C5A150F}"/>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2" name="Grupa 71">
              <a:extLst>
                <a:ext uri="{FF2B5EF4-FFF2-40B4-BE49-F238E27FC236}">
                  <a16:creationId xmlns:a16="http://schemas.microsoft.com/office/drawing/2014/main" id="{6169A04F-C1BC-4B52-946D-F5A3D1063AD9}"/>
                </a:ext>
              </a:extLst>
            </p:cNvPr>
            <p:cNvGrpSpPr/>
            <p:nvPr userDrawn="1"/>
          </p:nvGrpSpPr>
          <p:grpSpPr>
            <a:xfrm>
              <a:off x="1582842" y="-711770"/>
              <a:ext cx="685800" cy="564813"/>
              <a:chOff x="304800" y="937146"/>
              <a:chExt cx="1624082" cy="286603"/>
            </a:xfrm>
          </p:grpSpPr>
          <p:sp>
            <p:nvSpPr>
              <p:cNvPr id="85" name="Prostokąt: zaokrąglone rogi 84">
                <a:extLst>
                  <a:ext uri="{FF2B5EF4-FFF2-40B4-BE49-F238E27FC236}">
                    <a16:creationId xmlns:a16="http://schemas.microsoft.com/office/drawing/2014/main" id="{C4DBA9AA-6AEA-4B01-B347-76341CF51CB8}"/>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9A706A15-157D-48E7-A31E-E06CBC29FCF6}"/>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6B911BCD-3EBB-4415-A3B0-18F1C23869B7}"/>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3" name="Grupa 72">
              <a:extLst>
                <a:ext uri="{FF2B5EF4-FFF2-40B4-BE49-F238E27FC236}">
                  <a16:creationId xmlns:a16="http://schemas.microsoft.com/office/drawing/2014/main" id="{399023DA-FB92-43C4-A98E-D47F49F8CFE0}"/>
                </a:ext>
              </a:extLst>
            </p:cNvPr>
            <p:cNvGrpSpPr/>
            <p:nvPr userDrawn="1"/>
          </p:nvGrpSpPr>
          <p:grpSpPr>
            <a:xfrm>
              <a:off x="0" y="-711770"/>
              <a:ext cx="685800" cy="564813"/>
              <a:chOff x="304800" y="937146"/>
              <a:chExt cx="1624082" cy="286603"/>
            </a:xfrm>
          </p:grpSpPr>
          <p:sp>
            <p:nvSpPr>
              <p:cNvPr id="82" name="Prostokąt: zaokrąglone rogi 81">
                <a:extLst>
                  <a:ext uri="{FF2B5EF4-FFF2-40B4-BE49-F238E27FC236}">
                    <a16:creationId xmlns:a16="http://schemas.microsoft.com/office/drawing/2014/main" id="{0C3CD785-B628-4DB8-982F-5732D682A107}"/>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480D745C-90E2-4BB4-97B8-E5122AFA9DE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707B3CA4-E25A-47AD-8EDC-BD9C2A6F755C}"/>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5DF14B2D-8CD4-4EA8-A7E5-9866EC5216F7}"/>
                </a:ext>
              </a:extLst>
            </p:cNvPr>
            <p:cNvGrpSpPr/>
            <p:nvPr userDrawn="1"/>
          </p:nvGrpSpPr>
          <p:grpSpPr>
            <a:xfrm>
              <a:off x="3957107" y="-711770"/>
              <a:ext cx="685800" cy="564813"/>
              <a:chOff x="304800" y="937146"/>
              <a:chExt cx="1624082" cy="286603"/>
            </a:xfrm>
          </p:grpSpPr>
          <p:sp>
            <p:nvSpPr>
              <p:cNvPr id="79" name="Prostokąt: zaokrąglone rogi 78">
                <a:extLst>
                  <a:ext uri="{FF2B5EF4-FFF2-40B4-BE49-F238E27FC236}">
                    <a16:creationId xmlns:a16="http://schemas.microsoft.com/office/drawing/2014/main" id="{CAE3D66A-8D73-4AB0-9811-7679FFD4D797}"/>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230E8C6B-35FC-4D97-9DD5-073107AB6A1D}"/>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ABFCB04D-C179-410E-A25C-26BE3BAD6D78}"/>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9123356-AEDE-4ED6-AA5E-F2CF932C7C5E}"/>
                </a:ext>
              </a:extLst>
            </p:cNvPr>
            <p:cNvGrpSpPr/>
            <p:nvPr userDrawn="1"/>
          </p:nvGrpSpPr>
          <p:grpSpPr>
            <a:xfrm>
              <a:off x="3165684" y="-711770"/>
              <a:ext cx="685800" cy="564813"/>
              <a:chOff x="304800" y="937146"/>
              <a:chExt cx="1624082" cy="286603"/>
            </a:xfrm>
          </p:grpSpPr>
          <p:sp>
            <p:nvSpPr>
              <p:cNvPr id="76" name="Prostokąt: zaokrąglone rogi 75">
                <a:extLst>
                  <a:ext uri="{FF2B5EF4-FFF2-40B4-BE49-F238E27FC236}">
                    <a16:creationId xmlns:a16="http://schemas.microsoft.com/office/drawing/2014/main" id="{5F5234FB-8956-49E6-BDE6-AD8A33A9D28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7" name="Prostokąt: zaokrąglone rogi 76">
                <a:extLst>
                  <a:ext uri="{FF2B5EF4-FFF2-40B4-BE49-F238E27FC236}">
                    <a16:creationId xmlns:a16="http://schemas.microsoft.com/office/drawing/2014/main" id="{26FDBECF-DBFF-4E4E-9535-4B7111604B2F}"/>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0CDF8590-6034-4296-AA7C-2507404CCA1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2" name="Grupa 11">
            <a:extLst>
              <a:ext uri="{FF2B5EF4-FFF2-40B4-BE49-F238E27FC236}">
                <a16:creationId xmlns:a16="http://schemas.microsoft.com/office/drawing/2014/main" id="{DADB9CE5-F833-DA3D-CB15-F7AC3BA8BF04}"/>
              </a:ext>
            </a:extLst>
          </p:cNvPr>
          <p:cNvGrpSpPr/>
          <p:nvPr userDrawn="1"/>
        </p:nvGrpSpPr>
        <p:grpSpPr>
          <a:xfrm>
            <a:off x="10271760" y="304437"/>
            <a:ext cx="1470184" cy="161990"/>
            <a:chOff x="1719263" y="3114675"/>
            <a:chExt cx="5705476" cy="628650"/>
          </a:xfrm>
          <a:solidFill>
            <a:srgbClr val="000000"/>
          </a:solidFill>
        </p:grpSpPr>
        <p:sp>
          <p:nvSpPr>
            <p:cNvPr id="6" name="Freeform 5">
              <a:extLst>
                <a:ext uri="{FF2B5EF4-FFF2-40B4-BE49-F238E27FC236}">
                  <a16:creationId xmlns:a16="http://schemas.microsoft.com/office/drawing/2014/main" id="{59001BAA-BA97-844B-7D25-5441B4E63EE4}"/>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6">
              <a:extLst>
                <a:ext uri="{FF2B5EF4-FFF2-40B4-BE49-F238E27FC236}">
                  <a16:creationId xmlns:a16="http://schemas.microsoft.com/office/drawing/2014/main" id="{C1D23696-729E-005F-F6C2-079F779093EB}"/>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7">
              <a:extLst>
                <a:ext uri="{FF2B5EF4-FFF2-40B4-BE49-F238E27FC236}">
                  <a16:creationId xmlns:a16="http://schemas.microsoft.com/office/drawing/2014/main" id="{7E292221-5221-05A0-02D2-CC8B09502BA8}"/>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8">
              <a:extLst>
                <a:ext uri="{FF2B5EF4-FFF2-40B4-BE49-F238E27FC236}">
                  <a16:creationId xmlns:a16="http://schemas.microsoft.com/office/drawing/2014/main" id="{12BC0826-A328-3EFE-BC22-0C2C864433EC}"/>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9">
              <a:extLst>
                <a:ext uri="{FF2B5EF4-FFF2-40B4-BE49-F238E27FC236}">
                  <a16:creationId xmlns:a16="http://schemas.microsoft.com/office/drawing/2014/main" id="{FC2AFB70-3BD2-7B59-430E-3DC43323E277}"/>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2" name="Freeform 10">
              <a:extLst>
                <a:ext uri="{FF2B5EF4-FFF2-40B4-BE49-F238E27FC236}">
                  <a16:creationId xmlns:a16="http://schemas.microsoft.com/office/drawing/2014/main" id="{29AB8D5E-71E7-D4D7-976E-ED263F1ED37A}"/>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667541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mpty ACE">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1" name="Titelplatzhalter 1"/>
          <p:cNvSpPr>
            <a:spLocks noGrp="1"/>
          </p:cNvSpPr>
          <p:nvPr userDrawn="1">
            <p:ph type="title" hasCustomPrompt="1"/>
          </p:nvPr>
        </p:nvSpPr>
        <p:spPr>
          <a:xfrm>
            <a:off x="450056" y="675007"/>
            <a:ext cx="11311205" cy="792674"/>
          </a:xfrm>
          <a:prstGeom prst="rect">
            <a:avLst/>
          </a:prstGeom>
        </p:spPr>
        <p:txBody>
          <a:bodyPr vert="horz" lIns="0" tIns="0" rIns="0" bIns="0" rtlCol="0" anchor="t">
            <a:normAutofit/>
          </a:bodyPr>
          <a:lstStyle>
            <a:lvl1pPr>
              <a:defRPr>
                <a:solidFill>
                  <a:srgbClr val="000000"/>
                </a:solidFill>
              </a:defRPr>
            </a:lvl1pPr>
          </a:lstStyle>
          <a:p>
            <a:r>
              <a:rPr lang="en-US" noProof="0" dirty="0"/>
              <a:t>Click to edit Master title style</a:t>
            </a:r>
            <a:endParaRPr lang="pl-PL" noProof="0" dirty="0"/>
          </a:p>
        </p:txBody>
      </p:sp>
      <p:grpSp>
        <p:nvGrpSpPr>
          <p:cNvPr id="69" name="Grupa 68">
            <a:extLst>
              <a:ext uri="{FF2B5EF4-FFF2-40B4-BE49-F238E27FC236}">
                <a16:creationId xmlns:a16="http://schemas.microsoft.com/office/drawing/2014/main" id="{0C2153A0-227F-4792-B2FA-937B9239086B}"/>
              </a:ext>
            </a:extLst>
          </p:cNvPr>
          <p:cNvGrpSpPr/>
          <p:nvPr userDrawn="1"/>
        </p:nvGrpSpPr>
        <p:grpSpPr>
          <a:xfrm rot="5400000">
            <a:off x="-3572540" y="3312041"/>
            <a:ext cx="6815472" cy="233918"/>
            <a:chOff x="0" y="-711770"/>
            <a:chExt cx="4642907" cy="564813"/>
          </a:xfrm>
        </p:grpSpPr>
        <p:grpSp>
          <p:nvGrpSpPr>
            <p:cNvPr id="70" name="Grupa 69">
              <a:extLst>
                <a:ext uri="{FF2B5EF4-FFF2-40B4-BE49-F238E27FC236}">
                  <a16:creationId xmlns:a16="http://schemas.microsoft.com/office/drawing/2014/main" id="{52FB0B31-AD8F-4604-A370-D305F2D5B79E}"/>
                </a:ext>
              </a:extLst>
            </p:cNvPr>
            <p:cNvGrpSpPr/>
            <p:nvPr userDrawn="1"/>
          </p:nvGrpSpPr>
          <p:grpSpPr>
            <a:xfrm>
              <a:off x="791421" y="-711770"/>
              <a:ext cx="685800" cy="564813"/>
              <a:chOff x="304800" y="937146"/>
              <a:chExt cx="1624082" cy="286603"/>
            </a:xfrm>
          </p:grpSpPr>
          <p:sp>
            <p:nvSpPr>
              <p:cNvPr id="91" name="Prostokąt: zaokrąglone rogi 90">
                <a:extLst>
                  <a:ext uri="{FF2B5EF4-FFF2-40B4-BE49-F238E27FC236}">
                    <a16:creationId xmlns:a16="http://schemas.microsoft.com/office/drawing/2014/main" id="{938418D9-7E68-40F7-8248-31646FA70782}"/>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42471B73-D16D-4036-B12B-A0922943644D}"/>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2EA09817-470A-43AF-9AAD-AA407C29FDB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1" name="Grupa 70">
              <a:extLst>
                <a:ext uri="{FF2B5EF4-FFF2-40B4-BE49-F238E27FC236}">
                  <a16:creationId xmlns:a16="http://schemas.microsoft.com/office/drawing/2014/main" id="{F543B03F-E740-4281-9A62-03B82BFDBCF5}"/>
                </a:ext>
              </a:extLst>
            </p:cNvPr>
            <p:cNvGrpSpPr/>
            <p:nvPr userDrawn="1"/>
          </p:nvGrpSpPr>
          <p:grpSpPr>
            <a:xfrm>
              <a:off x="2374263" y="-711770"/>
              <a:ext cx="685800" cy="564813"/>
              <a:chOff x="304800" y="937146"/>
              <a:chExt cx="1624082" cy="286603"/>
            </a:xfrm>
          </p:grpSpPr>
          <p:sp>
            <p:nvSpPr>
              <p:cNvPr id="88" name="Prostokąt: zaokrąglone rogi 87">
                <a:extLst>
                  <a:ext uri="{FF2B5EF4-FFF2-40B4-BE49-F238E27FC236}">
                    <a16:creationId xmlns:a16="http://schemas.microsoft.com/office/drawing/2014/main" id="{9B5C197D-D7CD-4295-A03C-C97A12ADD674}"/>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1E72391C-8493-4E41-A2D5-326871AF2809}"/>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DC357A6D-C370-479A-AE55-57EE5C5A150F}"/>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2" name="Grupa 71">
              <a:extLst>
                <a:ext uri="{FF2B5EF4-FFF2-40B4-BE49-F238E27FC236}">
                  <a16:creationId xmlns:a16="http://schemas.microsoft.com/office/drawing/2014/main" id="{6169A04F-C1BC-4B52-946D-F5A3D1063AD9}"/>
                </a:ext>
              </a:extLst>
            </p:cNvPr>
            <p:cNvGrpSpPr/>
            <p:nvPr userDrawn="1"/>
          </p:nvGrpSpPr>
          <p:grpSpPr>
            <a:xfrm>
              <a:off x="1582842" y="-711770"/>
              <a:ext cx="685800" cy="564813"/>
              <a:chOff x="304800" y="937146"/>
              <a:chExt cx="1624082" cy="286603"/>
            </a:xfrm>
          </p:grpSpPr>
          <p:sp>
            <p:nvSpPr>
              <p:cNvPr id="85" name="Prostokąt: zaokrąglone rogi 84">
                <a:extLst>
                  <a:ext uri="{FF2B5EF4-FFF2-40B4-BE49-F238E27FC236}">
                    <a16:creationId xmlns:a16="http://schemas.microsoft.com/office/drawing/2014/main" id="{C4DBA9AA-6AEA-4B01-B347-76341CF51CB8}"/>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9A706A15-157D-48E7-A31E-E06CBC29FCF6}"/>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6B911BCD-3EBB-4415-A3B0-18F1C23869B7}"/>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3" name="Grupa 72">
              <a:extLst>
                <a:ext uri="{FF2B5EF4-FFF2-40B4-BE49-F238E27FC236}">
                  <a16:creationId xmlns:a16="http://schemas.microsoft.com/office/drawing/2014/main" id="{399023DA-FB92-43C4-A98E-D47F49F8CFE0}"/>
                </a:ext>
              </a:extLst>
            </p:cNvPr>
            <p:cNvGrpSpPr/>
            <p:nvPr userDrawn="1"/>
          </p:nvGrpSpPr>
          <p:grpSpPr>
            <a:xfrm>
              <a:off x="0" y="-711770"/>
              <a:ext cx="685800" cy="564813"/>
              <a:chOff x="304800" y="937146"/>
              <a:chExt cx="1624082" cy="286603"/>
            </a:xfrm>
          </p:grpSpPr>
          <p:sp>
            <p:nvSpPr>
              <p:cNvPr id="82" name="Prostokąt: zaokrąglone rogi 81">
                <a:extLst>
                  <a:ext uri="{FF2B5EF4-FFF2-40B4-BE49-F238E27FC236}">
                    <a16:creationId xmlns:a16="http://schemas.microsoft.com/office/drawing/2014/main" id="{0C3CD785-B628-4DB8-982F-5732D682A107}"/>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480D745C-90E2-4BB4-97B8-E5122AFA9DE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707B3CA4-E25A-47AD-8EDC-BD9C2A6F755C}"/>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5DF14B2D-8CD4-4EA8-A7E5-9866EC5216F7}"/>
                </a:ext>
              </a:extLst>
            </p:cNvPr>
            <p:cNvGrpSpPr/>
            <p:nvPr userDrawn="1"/>
          </p:nvGrpSpPr>
          <p:grpSpPr>
            <a:xfrm>
              <a:off x="3957107" y="-711770"/>
              <a:ext cx="685800" cy="564813"/>
              <a:chOff x="304800" y="937146"/>
              <a:chExt cx="1624082" cy="286603"/>
            </a:xfrm>
          </p:grpSpPr>
          <p:sp>
            <p:nvSpPr>
              <p:cNvPr id="79" name="Prostokąt: zaokrąglone rogi 78">
                <a:extLst>
                  <a:ext uri="{FF2B5EF4-FFF2-40B4-BE49-F238E27FC236}">
                    <a16:creationId xmlns:a16="http://schemas.microsoft.com/office/drawing/2014/main" id="{CAE3D66A-8D73-4AB0-9811-7679FFD4D797}"/>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230E8C6B-35FC-4D97-9DD5-073107AB6A1D}"/>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ABFCB04D-C179-410E-A25C-26BE3BAD6D78}"/>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9123356-AEDE-4ED6-AA5E-F2CF932C7C5E}"/>
                </a:ext>
              </a:extLst>
            </p:cNvPr>
            <p:cNvGrpSpPr/>
            <p:nvPr userDrawn="1"/>
          </p:nvGrpSpPr>
          <p:grpSpPr>
            <a:xfrm>
              <a:off x="3165684" y="-711770"/>
              <a:ext cx="685800" cy="564813"/>
              <a:chOff x="304800" y="937146"/>
              <a:chExt cx="1624082" cy="286603"/>
            </a:xfrm>
          </p:grpSpPr>
          <p:sp>
            <p:nvSpPr>
              <p:cNvPr id="76" name="Prostokąt: zaokrąglone rogi 75">
                <a:extLst>
                  <a:ext uri="{FF2B5EF4-FFF2-40B4-BE49-F238E27FC236}">
                    <a16:creationId xmlns:a16="http://schemas.microsoft.com/office/drawing/2014/main" id="{5F5234FB-8956-49E6-BDE6-AD8A33A9D28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7" name="Prostokąt: zaokrąglone rogi 76">
                <a:extLst>
                  <a:ext uri="{FF2B5EF4-FFF2-40B4-BE49-F238E27FC236}">
                    <a16:creationId xmlns:a16="http://schemas.microsoft.com/office/drawing/2014/main" id="{26FDBECF-DBFF-4E4E-9535-4B7111604B2F}"/>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0CDF8590-6034-4296-AA7C-2507404CCA1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pic>
        <p:nvPicPr>
          <p:cNvPr id="5" name="Graphic 4">
            <a:extLst>
              <a:ext uri="{FF2B5EF4-FFF2-40B4-BE49-F238E27FC236}">
                <a16:creationId xmlns:a16="http://schemas.microsoft.com/office/drawing/2014/main" id="{F0C01AFD-2E29-FD6C-57A8-84D1484F8A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Tree>
    <p:extLst>
      <p:ext uri="{BB962C8B-B14F-4D97-AF65-F5344CB8AC3E}">
        <p14:creationId xmlns:p14="http://schemas.microsoft.com/office/powerpoint/2010/main" val="392367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 columns">
    <p:spTree>
      <p:nvGrpSpPr>
        <p:cNvPr id="1" name=""/>
        <p:cNvGrpSpPr/>
        <p:nvPr/>
      </p:nvGrpSpPr>
      <p:grpSpPr>
        <a:xfrm>
          <a:off x="0" y="0"/>
          <a:ext cx="0" cy="0"/>
          <a:chOff x="0" y="0"/>
          <a:chExt cx="0" cy="0"/>
        </a:xfrm>
      </p:grpSpPr>
      <p:sp>
        <p:nvSpPr>
          <p:cNvPr id="4" name="Fußzeilenplatzhalter 3"/>
          <p:cNvSpPr>
            <a:spLocks noGrp="1"/>
          </p:cNvSpPr>
          <p:nvPr userDrawn="1">
            <p:ph type="ftr" sz="quarter" idx="11"/>
          </p:nvPr>
        </p:nvSpPr>
        <p:spPr>
          <a:xfrm>
            <a:off x="449007" y="6356351"/>
            <a:ext cx="8384448" cy="365125"/>
          </a:xfrm>
        </p:spPr>
        <p:txBody>
          <a:bodyPr/>
          <a:lstStyle>
            <a:lvl1pPr>
              <a:defRPr sz="1400">
                <a:solidFill>
                  <a:schemeClr val="tx1"/>
                </a:solidFill>
              </a:defRPr>
            </a:lvl1pPr>
          </a:lstStyle>
          <a:p>
            <a:endParaRPr lang="pl-PL" dirty="0"/>
          </a:p>
        </p:txBody>
      </p:sp>
      <p:sp>
        <p:nvSpPr>
          <p:cNvPr id="5" name="Foliennummernplatzhalter 4"/>
          <p:cNvSpPr>
            <a:spLocks noGrp="1"/>
          </p:cNvSpPr>
          <p:nvPr userDrawn="1">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0" name="Titelplatzhalter 1"/>
          <p:cNvSpPr>
            <a:spLocks noGrp="1"/>
          </p:cNvSpPr>
          <p:nvPr userDrawn="1">
            <p:ph type="title" hasCustomPrompt="1"/>
          </p:nvPr>
        </p:nvSpPr>
        <p:spPr>
          <a:xfrm>
            <a:off x="450056" y="675007"/>
            <a:ext cx="11311205" cy="792674"/>
          </a:xfrm>
          <a:prstGeom prst="rect">
            <a:avLst/>
          </a:prstGeom>
        </p:spPr>
        <p:txBody>
          <a:bodyPr vert="horz" lIns="0" tIns="0" rIns="0" bIns="0" rtlCol="0" anchor="t">
            <a:normAutofit/>
          </a:bodyPr>
          <a:lstStyle>
            <a:lvl1pPr>
              <a:defRPr baseline="0">
                <a:solidFill>
                  <a:srgbClr val="000000"/>
                </a:solidFill>
              </a:defRPr>
            </a:lvl1pPr>
          </a:lstStyle>
          <a:p>
            <a:r>
              <a:rPr lang="en-US" noProof="0"/>
              <a:t>Click to edit Master title style</a:t>
            </a:r>
          </a:p>
        </p:txBody>
      </p:sp>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39" name="Textplatzhalter 2">
            <a:extLst>
              <a:ext uri="{FF2B5EF4-FFF2-40B4-BE49-F238E27FC236}">
                <a16:creationId xmlns:a16="http://schemas.microsoft.com/office/drawing/2014/main" id="{B93E5B61-6819-43E8-BA77-7AF99047EB0C}"/>
              </a:ext>
            </a:extLst>
          </p:cNvPr>
          <p:cNvSpPr>
            <a:spLocks noGrp="1"/>
          </p:cNvSpPr>
          <p:nvPr>
            <p:ph idx="1" hasCustomPrompt="1"/>
          </p:nvPr>
        </p:nvSpPr>
        <p:spPr>
          <a:xfrm>
            <a:off x="449006" y="1733549"/>
            <a:ext cx="5477623" cy="4398210"/>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sp>
        <p:nvSpPr>
          <p:cNvPr id="41" name="Textplatzhalter 2">
            <a:extLst>
              <a:ext uri="{FF2B5EF4-FFF2-40B4-BE49-F238E27FC236}">
                <a16:creationId xmlns:a16="http://schemas.microsoft.com/office/drawing/2014/main" id="{FA08C6A2-4444-4C51-BD75-84549770A422}"/>
              </a:ext>
            </a:extLst>
          </p:cNvPr>
          <p:cNvSpPr>
            <a:spLocks noGrp="1"/>
          </p:cNvSpPr>
          <p:nvPr>
            <p:ph idx="14" hasCustomPrompt="1"/>
          </p:nvPr>
        </p:nvSpPr>
        <p:spPr>
          <a:xfrm>
            <a:off x="6282588" y="1733549"/>
            <a:ext cx="5477623" cy="4398210"/>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grpSp>
        <p:nvGrpSpPr>
          <p:cNvPr id="18" name="Grupa 11">
            <a:extLst>
              <a:ext uri="{FF2B5EF4-FFF2-40B4-BE49-F238E27FC236}">
                <a16:creationId xmlns:a16="http://schemas.microsoft.com/office/drawing/2014/main" id="{820001F4-E683-DB10-A667-054F44A81E6E}"/>
              </a:ext>
            </a:extLst>
          </p:cNvPr>
          <p:cNvGrpSpPr/>
          <p:nvPr userDrawn="1"/>
        </p:nvGrpSpPr>
        <p:grpSpPr>
          <a:xfrm>
            <a:off x="10271760" y="304437"/>
            <a:ext cx="1470184" cy="161990"/>
            <a:chOff x="1719263" y="3114675"/>
            <a:chExt cx="5705476" cy="628650"/>
          </a:xfrm>
          <a:solidFill>
            <a:srgbClr val="000000"/>
          </a:solidFill>
        </p:grpSpPr>
        <p:sp>
          <p:nvSpPr>
            <p:cNvPr id="19" name="Freeform 5">
              <a:extLst>
                <a:ext uri="{FF2B5EF4-FFF2-40B4-BE49-F238E27FC236}">
                  <a16:creationId xmlns:a16="http://schemas.microsoft.com/office/drawing/2014/main" id="{841F53E1-85C6-DC43-1552-4FA69B9135A6}"/>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0" name="Freeform 6">
              <a:extLst>
                <a:ext uri="{FF2B5EF4-FFF2-40B4-BE49-F238E27FC236}">
                  <a16:creationId xmlns:a16="http://schemas.microsoft.com/office/drawing/2014/main" id="{697F642F-6C85-8F80-A55B-A6A4EF614C45}"/>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1" name="Freeform 7">
              <a:extLst>
                <a:ext uri="{FF2B5EF4-FFF2-40B4-BE49-F238E27FC236}">
                  <a16:creationId xmlns:a16="http://schemas.microsoft.com/office/drawing/2014/main" id="{656621AF-B7A7-1F0D-D048-964619EF38DE}"/>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2" name="Freeform 8">
              <a:extLst>
                <a:ext uri="{FF2B5EF4-FFF2-40B4-BE49-F238E27FC236}">
                  <a16:creationId xmlns:a16="http://schemas.microsoft.com/office/drawing/2014/main" id="{8731AAEA-4DBA-2721-4F59-573A08CBD45B}"/>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3" name="Freeform 9">
              <a:extLst>
                <a:ext uri="{FF2B5EF4-FFF2-40B4-BE49-F238E27FC236}">
                  <a16:creationId xmlns:a16="http://schemas.microsoft.com/office/drawing/2014/main" id="{4781B680-E05C-5565-38FD-EA419D92D598}"/>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4" name="Freeform 10">
              <a:extLst>
                <a:ext uri="{FF2B5EF4-FFF2-40B4-BE49-F238E27FC236}">
                  <a16:creationId xmlns:a16="http://schemas.microsoft.com/office/drawing/2014/main" id="{C7AB8C09-5549-73A4-6D37-9BE6746B3F6C}"/>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922009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 columns ACE">
    <p:spTree>
      <p:nvGrpSpPr>
        <p:cNvPr id="1" name=""/>
        <p:cNvGrpSpPr/>
        <p:nvPr/>
      </p:nvGrpSpPr>
      <p:grpSpPr>
        <a:xfrm>
          <a:off x="0" y="0"/>
          <a:ext cx="0" cy="0"/>
          <a:chOff x="0" y="0"/>
          <a:chExt cx="0" cy="0"/>
        </a:xfrm>
      </p:grpSpPr>
      <p:sp>
        <p:nvSpPr>
          <p:cNvPr id="4" name="Fußzeilenplatzhalter 3"/>
          <p:cNvSpPr>
            <a:spLocks noGrp="1"/>
          </p:cNvSpPr>
          <p:nvPr userDrawn="1">
            <p:ph type="ftr" sz="quarter" idx="11"/>
          </p:nvPr>
        </p:nvSpPr>
        <p:spPr>
          <a:xfrm>
            <a:off x="449007" y="6356351"/>
            <a:ext cx="8384448" cy="365125"/>
          </a:xfrm>
        </p:spPr>
        <p:txBody>
          <a:bodyPr/>
          <a:lstStyle>
            <a:lvl1pPr>
              <a:defRPr sz="1400">
                <a:solidFill>
                  <a:schemeClr val="tx1"/>
                </a:solidFill>
              </a:defRPr>
            </a:lvl1pPr>
          </a:lstStyle>
          <a:p>
            <a:endParaRPr lang="pl-PL" dirty="0"/>
          </a:p>
        </p:txBody>
      </p:sp>
      <p:sp>
        <p:nvSpPr>
          <p:cNvPr id="5" name="Foliennummernplatzhalter 4"/>
          <p:cNvSpPr>
            <a:spLocks noGrp="1"/>
          </p:cNvSpPr>
          <p:nvPr userDrawn="1">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10" name="Titelplatzhalter 1"/>
          <p:cNvSpPr>
            <a:spLocks noGrp="1"/>
          </p:cNvSpPr>
          <p:nvPr userDrawn="1">
            <p:ph type="title" hasCustomPrompt="1"/>
          </p:nvPr>
        </p:nvSpPr>
        <p:spPr>
          <a:xfrm>
            <a:off x="450056" y="675007"/>
            <a:ext cx="11311205" cy="792674"/>
          </a:xfrm>
          <a:prstGeom prst="rect">
            <a:avLst/>
          </a:prstGeom>
        </p:spPr>
        <p:txBody>
          <a:bodyPr vert="horz" lIns="0" tIns="0" rIns="0" bIns="0" rtlCol="0" anchor="t">
            <a:normAutofit/>
          </a:bodyPr>
          <a:lstStyle>
            <a:lvl1pPr>
              <a:defRPr baseline="0">
                <a:solidFill>
                  <a:srgbClr val="000000"/>
                </a:solidFill>
              </a:defRPr>
            </a:lvl1pPr>
          </a:lstStyle>
          <a:p>
            <a:r>
              <a:rPr lang="en-US" noProof="0"/>
              <a:t>Click to edit Master title style</a:t>
            </a:r>
          </a:p>
        </p:txBody>
      </p:sp>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39" name="Textplatzhalter 2">
            <a:extLst>
              <a:ext uri="{FF2B5EF4-FFF2-40B4-BE49-F238E27FC236}">
                <a16:creationId xmlns:a16="http://schemas.microsoft.com/office/drawing/2014/main" id="{B93E5B61-6819-43E8-BA77-7AF99047EB0C}"/>
              </a:ext>
            </a:extLst>
          </p:cNvPr>
          <p:cNvSpPr>
            <a:spLocks noGrp="1"/>
          </p:cNvSpPr>
          <p:nvPr>
            <p:ph idx="1" hasCustomPrompt="1"/>
          </p:nvPr>
        </p:nvSpPr>
        <p:spPr>
          <a:xfrm>
            <a:off x="449006" y="1733549"/>
            <a:ext cx="5477623" cy="4398210"/>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sp>
        <p:nvSpPr>
          <p:cNvPr id="41" name="Textplatzhalter 2">
            <a:extLst>
              <a:ext uri="{FF2B5EF4-FFF2-40B4-BE49-F238E27FC236}">
                <a16:creationId xmlns:a16="http://schemas.microsoft.com/office/drawing/2014/main" id="{FA08C6A2-4444-4C51-BD75-84549770A422}"/>
              </a:ext>
            </a:extLst>
          </p:cNvPr>
          <p:cNvSpPr>
            <a:spLocks noGrp="1"/>
          </p:cNvSpPr>
          <p:nvPr>
            <p:ph idx="14" hasCustomPrompt="1"/>
          </p:nvPr>
        </p:nvSpPr>
        <p:spPr>
          <a:xfrm>
            <a:off x="6282588" y="1733549"/>
            <a:ext cx="5477623" cy="4398210"/>
          </a:xfrm>
          <a:prstGeom prst="rect">
            <a:avLst/>
          </a:prstGeom>
          <a:effectLst/>
        </p:spPr>
        <p:txBody>
          <a:bodyPr vert="horz" lIns="0" tIns="0" rIns="0" bIns="0" rtlCol="0">
            <a:normAutofit/>
          </a:bodyPr>
          <a:lstStyle>
            <a:lvl1pPr marL="324000" indent="-324000">
              <a:lnSpc>
                <a:spcPct val="95000"/>
              </a:lnSpc>
              <a:spcBef>
                <a:spcPts val="0"/>
              </a:spcBef>
              <a:spcAft>
                <a:spcPts val="800"/>
              </a:spcAft>
              <a:buClr>
                <a:schemeClr val="accent4"/>
              </a:buClr>
              <a:buSzPct val="100000"/>
              <a:buFont typeface="Calibri" panose="020F0502020204030204" pitchFamily="34" charset="0"/>
              <a:buChar char="•"/>
              <a:tabLst/>
              <a:defRPr sz="2000" baseline="0">
                <a:solidFill>
                  <a:schemeClr val="tx1"/>
                </a:solidFill>
              </a:defRPr>
            </a:lvl1pPr>
            <a:lvl2pPr marL="720000" indent="-360000">
              <a:lnSpc>
                <a:spcPct val="95000"/>
              </a:lnSpc>
              <a:spcBef>
                <a:spcPts val="0"/>
              </a:spcBef>
              <a:spcAft>
                <a:spcPts val="800"/>
              </a:spcAft>
              <a:buClr>
                <a:schemeClr val="accent4">
                  <a:lumMod val="75000"/>
                </a:schemeClr>
              </a:buClr>
              <a:buSzPct val="90000"/>
              <a:buFont typeface="Calibri" panose="020F0502020204030204" pitchFamily="34" charset="0"/>
              <a:buChar char="→"/>
              <a:defRPr sz="2000" baseline="0">
                <a:solidFill>
                  <a:schemeClr val="tx1"/>
                </a:solidFill>
              </a:defRPr>
            </a:lvl2pPr>
            <a:lvl3pPr marL="1008000" indent="-252000">
              <a:lnSpc>
                <a:spcPct val="95000"/>
              </a:lnSpc>
              <a:spcBef>
                <a:spcPts val="0"/>
              </a:spcBef>
              <a:spcAft>
                <a:spcPts val="800"/>
              </a:spcAft>
              <a:buClr>
                <a:schemeClr val="accent4">
                  <a:lumMod val="75000"/>
                </a:schemeClr>
              </a:buClr>
              <a:buFont typeface="Calibri" panose="020F0502020204030204" pitchFamily="34" charset="0"/>
              <a:buChar char="–"/>
              <a:defRPr sz="2000" baseline="0">
                <a:solidFill>
                  <a:schemeClr val="tx1"/>
                </a:solidFill>
              </a:defRPr>
            </a:lvl3pPr>
          </a:lstStyle>
          <a:p>
            <a:pPr lvl="0"/>
            <a:r>
              <a:rPr lang="en-US" noProof="0"/>
              <a:t>Click to edit Master text styles</a:t>
            </a:r>
          </a:p>
          <a:p>
            <a:pPr lvl="1"/>
            <a:r>
              <a:rPr lang="en-US" noProof="0"/>
              <a:t>Second level</a:t>
            </a:r>
          </a:p>
          <a:p>
            <a:pPr lvl="2"/>
            <a:r>
              <a:rPr lang="en-US" noProof="0"/>
              <a:t>Third level</a:t>
            </a:r>
          </a:p>
        </p:txBody>
      </p:sp>
      <p:pic>
        <p:nvPicPr>
          <p:cNvPr id="3" name="Graphic 2">
            <a:extLst>
              <a:ext uri="{FF2B5EF4-FFF2-40B4-BE49-F238E27FC236}">
                <a16:creationId xmlns:a16="http://schemas.microsoft.com/office/drawing/2014/main" id="{258C958D-5FB1-0FFA-75B4-BA987982487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Tree>
    <p:extLst>
      <p:ext uri="{BB962C8B-B14F-4D97-AF65-F5344CB8AC3E}">
        <p14:creationId xmlns:p14="http://schemas.microsoft.com/office/powerpoint/2010/main" val="42609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bg1"/>
        </a:solidFill>
        <a:effectLst/>
      </p:bgPr>
    </p:bg>
    <p:spTree>
      <p:nvGrpSpPr>
        <p:cNvPr id="1" name=""/>
        <p:cNvGrpSpPr/>
        <p:nvPr/>
      </p:nvGrpSpPr>
      <p:grpSpPr>
        <a:xfrm>
          <a:off x="0" y="0"/>
          <a:ext cx="0" cy="0"/>
          <a:chOff x="0" y="0"/>
          <a:chExt cx="0" cy="0"/>
        </a:xfrm>
      </p:grpSpPr>
      <p:sp>
        <p:nvSpPr>
          <p:cNvPr id="3" name="Untertitel 2"/>
          <p:cNvSpPr>
            <a:spLocks noGrp="1"/>
          </p:cNvSpPr>
          <p:nvPr>
            <p:ph type="subTitle" idx="1" hasCustomPrompt="1"/>
          </p:nvPr>
        </p:nvSpPr>
        <p:spPr>
          <a:xfrm>
            <a:off x="526632" y="3162300"/>
            <a:ext cx="6445670" cy="2082800"/>
          </a:xfrm>
        </p:spPr>
        <p:txBody>
          <a:bodyPr anchor="ctr">
            <a:noAutofit/>
          </a:bodyPr>
          <a:lstStyle>
            <a:lvl1pPr marL="0" indent="0" algn="l">
              <a:buNone/>
              <a:defRPr sz="4000">
                <a:solidFill>
                  <a:srgbClr val="000000"/>
                </a:solidFill>
                <a:latin typeface="Roboto Black" panose="02000000000000000000" pitchFamily="2" charset="0"/>
                <a:ea typeface="Roboto Black" panose="02000000000000000000" pitchFamily="2"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Chapter title</a:t>
            </a:r>
          </a:p>
        </p:txBody>
      </p:sp>
      <p:sp>
        <p:nvSpPr>
          <p:cNvPr id="12" name="Foliennummernplatzhalter 4">
            <a:extLst>
              <a:ext uri="{FF2B5EF4-FFF2-40B4-BE49-F238E27FC236}">
                <a16:creationId xmlns:a16="http://schemas.microsoft.com/office/drawing/2014/main" id="{844D5830-0CA1-448A-8467-38A92D886080}"/>
              </a:ext>
            </a:extLst>
          </p:cNvPr>
          <p:cNvSpPr>
            <a:spLocks noGrp="1"/>
          </p:cNvSpPr>
          <p:nvPr>
            <p:ph type="sldNum" sz="quarter" idx="12"/>
          </p:nvPr>
        </p:nvSpPr>
        <p:spPr>
          <a:xfrm>
            <a:off x="8916457" y="6356351"/>
            <a:ext cx="2844800" cy="365125"/>
          </a:xfrm>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72" name="Grupa 71">
            <a:extLst>
              <a:ext uri="{FF2B5EF4-FFF2-40B4-BE49-F238E27FC236}">
                <a16:creationId xmlns:a16="http://schemas.microsoft.com/office/drawing/2014/main" id="{DF22F9D6-FE42-42E7-AD6B-B1FB502A6B5D}"/>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E15F386C-1B29-44DE-800B-B6BE84CCF13E}"/>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B5BB4C98-E9C9-4E34-961B-C7D72A0B5C1E}"/>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D11503F2-A64E-4B84-90B9-26882E6D6E28}"/>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81DE1274-9812-4F53-9749-2B0116E7A305}"/>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69DE1E4A-0301-4CA1-8864-8EB9379D6CAD}"/>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D7103313-F0C1-438D-AAE8-1D6B2B5999AE}"/>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B7B3A4AC-8314-432C-900D-C8E6B9A1DD6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44E1FF4A-F7EE-462C-B404-9568618AEF49}"/>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F4A0445-806C-40B1-A4FA-6BA2B44EEADA}"/>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56643A36-C510-4B9E-803D-36B2E4E149AA}"/>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D27F557-8572-41B9-B87E-452AD1CCD913}"/>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39396D66-8009-4307-828A-B2F18D534B4A}"/>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96B06E16-A073-4CC8-B6C0-5D2E2FB4EB29}"/>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7DBE6AB5-1EFC-41CA-A76D-FFE5F6093924}"/>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22D1E96-9D7B-4964-9DE3-F90E66376309}"/>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F6E503FF-4A07-4515-938E-C6399EE96B68}"/>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ABC083AA-A35A-4AD1-835F-7C13CCCD6232}"/>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2B98AFD1-4BE8-43B0-8A14-AB175E184A70}"/>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B865E040-8A0A-4F5A-85A8-DC7FBA7378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857325CE-59F4-40AE-92F7-5CE21C774AA2}"/>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78029A04-D479-4C40-B3ED-D00D96E2704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E91696F0-22FE-4C0D-9B10-9D78D8B7122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754BF68-C819-4741-9B4D-9CB0907B03E9}"/>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757A1D26-43B7-48FB-A64A-5B2ADD23D9B5}"/>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pic>
        <p:nvPicPr>
          <p:cNvPr id="4" name="Graphic 3">
            <a:extLst>
              <a:ext uri="{FF2B5EF4-FFF2-40B4-BE49-F238E27FC236}">
                <a16:creationId xmlns:a16="http://schemas.microsoft.com/office/drawing/2014/main" id="{D4E4D338-708A-3F34-2E77-C6D0265093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
        <p:nvSpPr>
          <p:cNvPr id="7" name="Picture Placeholder 6">
            <a:extLst>
              <a:ext uri="{FF2B5EF4-FFF2-40B4-BE49-F238E27FC236}">
                <a16:creationId xmlns:a16="http://schemas.microsoft.com/office/drawing/2014/main" id="{6D6CBF01-DF5F-35BC-7BEC-BAF00B216256}"/>
              </a:ext>
            </a:extLst>
          </p:cNvPr>
          <p:cNvSpPr>
            <a:spLocks noGrp="1"/>
          </p:cNvSpPr>
          <p:nvPr>
            <p:ph type="pic" sz="quarter" idx="13" hasCustomPrompt="1"/>
          </p:nvPr>
        </p:nvSpPr>
        <p:spPr>
          <a:xfrm>
            <a:off x="-612" y="0"/>
            <a:ext cx="12192611" cy="6858000"/>
          </a:xfrm>
          <a:custGeom>
            <a:avLst/>
            <a:gdLst>
              <a:gd name="connsiteX0" fmla="*/ 2811780 w 12191999"/>
              <a:gd name="connsiteY0" fmla="*/ 2553817 h 6858000"/>
              <a:gd name="connsiteX1" fmla="*/ 2811780 w 12191999"/>
              <a:gd name="connsiteY1" fmla="*/ 5297017 h 6858000"/>
              <a:gd name="connsiteX2" fmla="*/ 10256518 w 12191999"/>
              <a:gd name="connsiteY2" fmla="*/ 5297017 h 6858000"/>
              <a:gd name="connsiteX3" fmla="*/ 10256518 w 12191999"/>
              <a:gd name="connsiteY3" fmla="*/ 2553817 h 6858000"/>
              <a:gd name="connsiteX4" fmla="*/ 0 w 12191999"/>
              <a:gd name="connsiteY4" fmla="*/ 0 h 6858000"/>
              <a:gd name="connsiteX5" fmla="*/ 12191999 w 12191999"/>
              <a:gd name="connsiteY5" fmla="*/ 0 h 6858000"/>
              <a:gd name="connsiteX6" fmla="*/ 12191999 w 12191999"/>
              <a:gd name="connsiteY6" fmla="*/ 6858000 h 6858000"/>
              <a:gd name="connsiteX7" fmla="*/ 2743201 w 12191999"/>
              <a:gd name="connsiteY7" fmla="*/ 6858000 h 6858000"/>
              <a:gd name="connsiteX8" fmla="*/ 2743201 w 12191999"/>
              <a:gd name="connsiteY8" fmla="*/ 6065520 h 6858000"/>
              <a:gd name="connsiteX9" fmla="*/ 0 w 12191999"/>
              <a:gd name="connsiteY9" fmla="*/ 6065520 h 6858000"/>
              <a:gd name="connsiteX10" fmla="*/ 0 w 12191999"/>
              <a:gd name="connsiteY10" fmla="*/ 5297017 h 6858000"/>
              <a:gd name="connsiteX11" fmla="*/ 2743200 w 12191999"/>
              <a:gd name="connsiteY11" fmla="*/ 5297017 h 6858000"/>
              <a:gd name="connsiteX12" fmla="*/ 2743200 w 12191999"/>
              <a:gd name="connsiteY12" fmla="*/ 2553817 h 6858000"/>
              <a:gd name="connsiteX13" fmla="*/ 0 w 12191999"/>
              <a:gd name="connsiteY13" fmla="*/ 2553817 h 6858000"/>
              <a:gd name="connsiteX0" fmla="*/ 10256518 w 12191999"/>
              <a:gd name="connsiteY0" fmla="*/ 2553817 h 6858000"/>
              <a:gd name="connsiteX1" fmla="*/ 2811780 w 12191999"/>
              <a:gd name="connsiteY1" fmla="*/ 5297017 h 6858000"/>
              <a:gd name="connsiteX2" fmla="*/ 10256518 w 12191999"/>
              <a:gd name="connsiteY2" fmla="*/ 5297017 h 6858000"/>
              <a:gd name="connsiteX3" fmla="*/ 10256518 w 12191999"/>
              <a:gd name="connsiteY3" fmla="*/ 2553817 h 6858000"/>
              <a:gd name="connsiteX4" fmla="*/ 0 w 12191999"/>
              <a:gd name="connsiteY4" fmla="*/ 0 h 6858000"/>
              <a:gd name="connsiteX5" fmla="*/ 12191999 w 12191999"/>
              <a:gd name="connsiteY5" fmla="*/ 0 h 6858000"/>
              <a:gd name="connsiteX6" fmla="*/ 12191999 w 12191999"/>
              <a:gd name="connsiteY6" fmla="*/ 6858000 h 6858000"/>
              <a:gd name="connsiteX7" fmla="*/ 2743201 w 12191999"/>
              <a:gd name="connsiteY7" fmla="*/ 6858000 h 6858000"/>
              <a:gd name="connsiteX8" fmla="*/ 2743201 w 12191999"/>
              <a:gd name="connsiteY8" fmla="*/ 6065520 h 6858000"/>
              <a:gd name="connsiteX9" fmla="*/ 0 w 12191999"/>
              <a:gd name="connsiteY9" fmla="*/ 6065520 h 6858000"/>
              <a:gd name="connsiteX10" fmla="*/ 0 w 12191999"/>
              <a:gd name="connsiteY10" fmla="*/ 5297017 h 6858000"/>
              <a:gd name="connsiteX11" fmla="*/ 2743200 w 12191999"/>
              <a:gd name="connsiteY11" fmla="*/ 5297017 h 6858000"/>
              <a:gd name="connsiteX12" fmla="*/ 2743200 w 12191999"/>
              <a:gd name="connsiteY12" fmla="*/ 2553817 h 6858000"/>
              <a:gd name="connsiteX13" fmla="*/ 0 w 12191999"/>
              <a:gd name="connsiteY13" fmla="*/ 2553817 h 6858000"/>
              <a:gd name="connsiteX14" fmla="*/ 0 w 12191999"/>
              <a:gd name="connsiteY14" fmla="*/ 0 h 6858000"/>
              <a:gd name="connsiteX0" fmla="*/ 10256518 w 12191999"/>
              <a:gd name="connsiteY0" fmla="*/ 5297017 h 6858000"/>
              <a:gd name="connsiteX1" fmla="*/ 2811780 w 12191999"/>
              <a:gd name="connsiteY1" fmla="*/ 5297017 h 6858000"/>
              <a:gd name="connsiteX2" fmla="*/ 10256518 w 12191999"/>
              <a:gd name="connsiteY2" fmla="*/ 5297017 h 6858000"/>
              <a:gd name="connsiteX3" fmla="*/ 0 w 12191999"/>
              <a:gd name="connsiteY3" fmla="*/ 0 h 6858000"/>
              <a:gd name="connsiteX4" fmla="*/ 12191999 w 12191999"/>
              <a:gd name="connsiteY4" fmla="*/ 0 h 6858000"/>
              <a:gd name="connsiteX5" fmla="*/ 12191999 w 12191999"/>
              <a:gd name="connsiteY5" fmla="*/ 6858000 h 6858000"/>
              <a:gd name="connsiteX6" fmla="*/ 2743201 w 12191999"/>
              <a:gd name="connsiteY6" fmla="*/ 6858000 h 6858000"/>
              <a:gd name="connsiteX7" fmla="*/ 2743201 w 12191999"/>
              <a:gd name="connsiteY7" fmla="*/ 6065520 h 6858000"/>
              <a:gd name="connsiteX8" fmla="*/ 0 w 12191999"/>
              <a:gd name="connsiteY8" fmla="*/ 6065520 h 6858000"/>
              <a:gd name="connsiteX9" fmla="*/ 0 w 12191999"/>
              <a:gd name="connsiteY9" fmla="*/ 5297017 h 6858000"/>
              <a:gd name="connsiteX10" fmla="*/ 2743200 w 12191999"/>
              <a:gd name="connsiteY10" fmla="*/ 5297017 h 6858000"/>
              <a:gd name="connsiteX11" fmla="*/ 2743200 w 12191999"/>
              <a:gd name="connsiteY11" fmla="*/ 2553817 h 6858000"/>
              <a:gd name="connsiteX12" fmla="*/ 0 w 12191999"/>
              <a:gd name="connsiteY12" fmla="*/ 2553817 h 6858000"/>
              <a:gd name="connsiteX13" fmla="*/ 0 w 12191999"/>
              <a:gd name="connsiteY13" fmla="*/ 0 h 6858000"/>
              <a:gd name="connsiteX0" fmla="*/ 0 w 12191999"/>
              <a:gd name="connsiteY0" fmla="*/ 0 h 6858000"/>
              <a:gd name="connsiteX1" fmla="*/ 12191999 w 12191999"/>
              <a:gd name="connsiteY1" fmla="*/ 0 h 6858000"/>
              <a:gd name="connsiteX2" fmla="*/ 12191999 w 12191999"/>
              <a:gd name="connsiteY2" fmla="*/ 6858000 h 6858000"/>
              <a:gd name="connsiteX3" fmla="*/ 2743201 w 12191999"/>
              <a:gd name="connsiteY3" fmla="*/ 6858000 h 6858000"/>
              <a:gd name="connsiteX4" fmla="*/ 2743201 w 12191999"/>
              <a:gd name="connsiteY4" fmla="*/ 6065520 h 6858000"/>
              <a:gd name="connsiteX5" fmla="*/ 0 w 12191999"/>
              <a:gd name="connsiteY5" fmla="*/ 6065520 h 6858000"/>
              <a:gd name="connsiteX6" fmla="*/ 0 w 12191999"/>
              <a:gd name="connsiteY6" fmla="*/ 5297017 h 6858000"/>
              <a:gd name="connsiteX7" fmla="*/ 2743200 w 12191999"/>
              <a:gd name="connsiteY7" fmla="*/ 5297017 h 6858000"/>
              <a:gd name="connsiteX8" fmla="*/ 2743200 w 12191999"/>
              <a:gd name="connsiteY8" fmla="*/ 2553817 h 6858000"/>
              <a:gd name="connsiteX9" fmla="*/ 0 w 12191999"/>
              <a:gd name="connsiteY9" fmla="*/ 2553817 h 6858000"/>
              <a:gd name="connsiteX10" fmla="*/ 0 w 12191999"/>
              <a:gd name="connsiteY10" fmla="*/ 0 h 6858000"/>
              <a:gd name="connsiteX0" fmla="*/ 0 w 12191999"/>
              <a:gd name="connsiteY0" fmla="*/ 0 h 6858000"/>
              <a:gd name="connsiteX1" fmla="*/ 12191999 w 12191999"/>
              <a:gd name="connsiteY1" fmla="*/ 0 h 6858000"/>
              <a:gd name="connsiteX2" fmla="*/ 12191999 w 12191999"/>
              <a:gd name="connsiteY2" fmla="*/ 6858000 h 6858000"/>
              <a:gd name="connsiteX3" fmla="*/ 2743201 w 12191999"/>
              <a:gd name="connsiteY3" fmla="*/ 6858000 h 6858000"/>
              <a:gd name="connsiteX4" fmla="*/ 2743201 w 12191999"/>
              <a:gd name="connsiteY4" fmla="*/ 6065520 h 6858000"/>
              <a:gd name="connsiteX5" fmla="*/ 0 w 12191999"/>
              <a:gd name="connsiteY5" fmla="*/ 6065520 h 6858000"/>
              <a:gd name="connsiteX6" fmla="*/ 0 w 12191999"/>
              <a:gd name="connsiteY6" fmla="*/ 5297017 h 6858000"/>
              <a:gd name="connsiteX7" fmla="*/ 8058150 w 12191999"/>
              <a:gd name="connsiteY7" fmla="*/ 5227167 h 6858000"/>
              <a:gd name="connsiteX8" fmla="*/ 2743200 w 12191999"/>
              <a:gd name="connsiteY8" fmla="*/ 2553817 h 6858000"/>
              <a:gd name="connsiteX9" fmla="*/ 0 w 12191999"/>
              <a:gd name="connsiteY9" fmla="*/ 2553817 h 6858000"/>
              <a:gd name="connsiteX10" fmla="*/ 0 w 12191999"/>
              <a:gd name="connsiteY10" fmla="*/ 0 h 6858000"/>
              <a:gd name="connsiteX0" fmla="*/ 0 w 12191999"/>
              <a:gd name="connsiteY0" fmla="*/ 0 h 6858000"/>
              <a:gd name="connsiteX1" fmla="*/ 12191999 w 12191999"/>
              <a:gd name="connsiteY1" fmla="*/ 0 h 6858000"/>
              <a:gd name="connsiteX2" fmla="*/ 12191999 w 12191999"/>
              <a:gd name="connsiteY2" fmla="*/ 6858000 h 6858000"/>
              <a:gd name="connsiteX3" fmla="*/ 2743201 w 12191999"/>
              <a:gd name="connsiteY3" fmla="*/ 6858000 h 6858000"/>
              <a:gd name="connsiteX4" fmla="*/ 2743201 w 12191999"/>
              <a:gd name="connsiteY4" fmla="*/ 6065520 h 6858000"/>
              <a:gd name="connsiteX5" fmla="*/ 0 w 12191999"/>
              <a:gd name="connsiteY5" fmla="*/ 6065520 h 6858000"/>
              <a:gd name="connsiteX6" fmla="*/ 0 w 12191999"/>
              <a:gd name="connsiteY6" fmla="*/ 5239867 h 6858000"/>
              <a:gd name="connsiteX7" fmla="*/ 8058150 w 12191999"/>
              <a:gd name="connsiteY7" fmla="*/ 5227167 h 6858000"/>
              <a:gd name="connsiteX8" fmla="*/ 2743200 w 12191999"/>
              <a:gd name="connsiteY8" fmla="*/ 2553817 h 6858000"/>
              <a:gd name="connsiteX9" fmla="*/ 0 w 12191999"/>
              <a:gd name="connsiteY9" fmla="*/ 2553817 h 6858000"/>
              <a:gd name="connsiteX10" fmla="*/ 0 w 12191999"/>
              <a:gd name="connsiteY10" fmla="*/ 0 h 6858000"/>
              <a:gd name="connsiteX0" fmla="*/ 0 w 12191999"/>
              <a:gd name="connsiteY0" fmla="*/ 0 h 6858000"/>
              <a:gd name="connsiteX1" fmla="*/ 12191999 w 12191999"/>
              <a:gd name="connsiteY1" fmla="*/ 0 h 6858000"/>
              <a:gd name="connsiteX2" fmla="*/ 12191999 w 12191999"/>
              <a:gd name="connsiteY2" fmla="*/ 6858000 h 6858000"/>
              <a:gd name="connsiteX3" fmla="*/ 2743201 w 12191999"/>
              <a:gd name="connsiteY3" fmla="*/ 6858000 h 6858000"/>
              <a:gd name="connsiteX4" fmla="*/ 2743201 w 12191999"/>
              <a:gd name="connsiteY4" fmla="*/ 6065520 h 6858000"/>
              <a:gd name="connsiteX5" fmla="*/ 0 w 12191999"/>
              <a:gd name="connsiteY5" fmla="*/ 6065520 h 6858000"/>
              <a:gd name="connsiteX6" fmla="*/ 0 w 12191999"/>
              <a:gd name="connsiteY6" fmla="*/ 5239867 h 6858000"/>
              <a:gd name="connsiteX7" fmla="*/ 8058150 w 12191999"/>
              <a:gd name="connsiteY7" fmla="*/ 5227167 h 6858000"/>
              <a:gd name="connsiteX8" fmla="*/ 8064500 w 12191999"/>
              <a:gd name="connsiteY8" fmla="*/ 3176117 h 6858000"/>
              <a:gd name="connsiteX9" fmla="*/ 0 w 12191999"/>
              <a:gd name="connsiteY9" fmla="*/ 2553817 h 6858000"/>
              <a:gd name="connsiteX10" fmla="*/ 0 w 12191999"/>
              <a:gd name="connsiteY10" fmla="*/ 0 h 6858000"/>
              <a:gd name="connsiteX0" fmla="*/ 6350 w 12198349"/>
              <a:gd name="connsiteY0" fmla="*/ 0 h 6858000"/>
              <a:gd name="connsiteX1" fmla="*/ 12198349 w 12198349"/>
              <a:gd name="connsiteY1" fmla="*/ 0 h 6858000"/>
              <a:gd name="connsiteX2" fmla="*/ 12198349 w 12198349"/>
              <a:gd name="connsiteY2" fmla="*/ 6858000 h 6858000"/>
              <a:gd name="connsiteX3" fmla="*/ 2749551 w 12198349"/>
              <a:gd name="connsiteY3" fmla="*/ 6858000 h 6858000"/>
              <a:gd name="connsiteX4" fmla="*/ 2749551 w 12198349"/>
              <a:gd name="connsiteY4" fmla="*/ 6065520 h 6858000"/>
              <a:gd name="connsiteX5" fmla="*/ 6350 w 12198349"/>
              <a:gd name="connsiteY5" fmla="*/ 6065520 h 6858000"/>
              <a:gd name="connsiteX6" fmla="*/ 6350 w 12198349"/>
              <a:gd name="connsiteY6" fmla="*/ 5239867 h 6858000"/>
              <a:gd name="connsiteX7" fmla="*/ 8064500 w 12198349"/>
              <a:gd name="connsiteY7" fmla="*/ 5227167 h 6858000"/>
              <a:gd name="connsiteX8" fmla="*/ 8070850 w 12198349"/>
              <a:gd name="connsiteY8" fmla="*/ 3176117 h 6858000"/>
              <a:gd name="connsiteX9" fmla="*/ 0 w 12198349"/>
              <a:gd name="connsiteY9" fmla="*/ 3169767 h 6858000"/>
              <a:gd name="connsiteX10" fmla="*/ 6350 w 12198349"/>
              <a:gd name="connsiteY10"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2743813 w 12192611"/>
              <a:gd name="connsiteY4" fmla="*/ 6065520 h 6858000"/>
              <a:gd name="connsiteX5" fmla="*/ 612 w 12192611"/>
              <a:gd name="connsiteY5" fmla="*/ 6065520 h 6858000"/>
              <a:gd name="connsiteX6" fmla="*/ 612 w 12192611"/>
              <a:gd name="connsiteY6" fmla="*/ 5239867 h 6858000"/>
              <a:gd name="connsiteX7" fmla="*/ 8058762 w 12192611"/>
              <a:gd name="connsiteY7" fmla="*/ 5227167 h 6858000"/>
              <a:gd name="connsiteX8" fmla="*/ 8065112 w 12192611"/>
              <a:gd name="connsiteY8" fmla="*/ 3176117 h 6858000"/>
              <a:gd name="connsiteX9" fmla="*/ 612 w 12192611"/>
              <a:gd name="connsiteY9" fmla="*/ 3169767 h 6858000"/>
              <a:gd name="connsiteX10" fmla="*/ 612 w 12192611"/>
              <a:gd name="connsiteY10"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2743813 w 12192611"/>
              <a:gd name="connsiteY4" fmla="*/ 6065520 h 6858000"/>
              <a:gd name="connsiteX5" fmla="*/ 612 w 12192611"/>
              <a:gd name="connsiteY5" fmla="*/ 6065520 h 6858000"/>
              <a:gd name="connsiteX6" fmla="*/ 612 w 12192611"/>
              <a:gd name="connsiteY6" fmla="*/ 5239867 h 6858000"/>
              <a:gd name="connsiteX7" fmla="*/ 8058762 w 12192611"/>
              <a:gd name="connsiteY7" fmla="*/ 5227167 h 6858000"/>
              <a:gd name="connsiteX8" fmla="*/ 8065112 w 12192611"/>
              <a:gd name="connsiteY8" fmla="*/ 3176117 h 6858000"/>
              <a:gd name="connsiteX9" fmla="*/ 612 w 12192611"/>
              <a:gd name="connsiteY9" fmla="*/ 3169767 h 6858000"/>
              <a:gd name="connsiteX10" fmla="*/ 612 w 12192611"/>
              <a:gd name="connsiteY10"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2743813 w 12192611"/>
              <a:gd name="connsiteY4" fmla="*/ 6065520 h 6858000"/>
              <a:gd name="connsiteX5" fmla="*/ 612 w 12192611"/>
              <a:gd name="connsiteY5" fmla="*/ 6065520 h 6858000"/>
              <a:gd name="connsiteX6" fmla="*/ 612 w 12192611"/>
              <a:gd name="connsiteY6" fmla="*/ 5239867 h 6858000"/>
              <a:gd name="connsiteX7" fmla="*/ 8058762 w 12192611"/>
              <a:gd name="connsiteY7" fmla="*/ 5227167 h 6858000"/>
              <a:gd name="connsiteX8" fmla="*/ 8058762 w 12192611"/>
              <a:gd name="connsiteY8" fmla="*/ 3169767 h 6858000"/>
              <a:gd name="connsiteX9" fmla="*/ 612 w 12192611"/>
              <a:gd name="connsiteY9" fmla="*/ 3169767 h 6858000"/>
              <a:gd name="connsiteX10" fmla="*/ 612 w 12192611"/>
              <a:gd name="connsiteY10"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2743813 w 12192611"/>
              <a:gd name="connsiteY4" fmla="*/ 6065520 h 6858000"/>
              <a:gd name="connsiteX5" fmla="*/ 612 w 12192611"/>
              <a:gd name="connsiteY5" fmla="*/ 6065520 h 6858000"/>
              <a:gd name="connsiteX6" fmla="*/ 612 w 12192611"/>
              <a:gd name="connsiteY6" fmla="*/ 5239867 h 6858000"/>
              <a:gd name="connsiteX7" fmla="*/ 8058762 w 12192611"/>
              <a:gd name="connsiteY7" fmla="*/ 5227167 h 6858000"/>
              <a:gd name="connsiteX8" fmla="*/ 8058762 w 12192611"/>
              <a:gd name="connsiteY8" fmla="*/ 3169767 h 6858000"/>
              <a:gd name="connsiteX9" fmla="*/ 612 w 12192611"/>
              <a:gd name="connsiteY9" fmla="*/ 3169767 h 6858000"/>
              <a:gd name="connsiteX10" fmla="*/ 612 w 12192611"/>
              <a:gd name="connsiteY10"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612 w 12192611"/>
              <a:gd name="connsiteY4" fmla="*/ 6065520 h 6858000"/>
              <a:gd name="connsiteX5" fmla="*/ 612 w 12192611"/>
              <a:gd name="connsiteY5" fmla="*/ 5239867 h 6858000"/>
              <a:gd name="connsiteX6" fmla="*/ 8058762 w 12192611"/>
              <a:gd name="connsiteY6" fmla="*/ 5227167 h 6858000"/>
              <a:gd name="connsiteX7" fmla="*/ 8058762 w 12192611"/>
              <a:gd name="connsiteY7" fmla="*/ 3169767 h 6858000"/>
              <a:gd name="connsiteX8" fmla="*/ 612 w 12192611"/>
              <a:gd name="connsiteY8" fmla="*/ 3169767 h 6858000"/>
              <a:gd name="connsiteX9" fmla="*/ 612 w 12192611"/>
              <a:gd name="connsiteY9"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2743813 w 12192611"/>
              <a:gd name="connsiteY3" fmla="*/ 6858000 h 6858000"/>
              <a:gd name="connsiteX4" fmla="*/ 612 w 12192611"/>
              <a:gd name="connsiteY4" fmla="*/ 5239867 h 6858000"/>
              <a:gd name="connsiteX5" fmla="*/ 8058762 w 12192611"/>
              <a:gd name="connsiteY5" fmla="*/ 5227167 h 6858000"/>
              <a:gd name="connsiteX6" fmla="*/ 8058762 w 12192611"/>
              <a:gd name="connsiteY6" fmla="*/ 3169767 h 6858000"/>
              <a:gd name="connsiteX7" fmla="*/ 612 w 12192611"/>
              <a:gd name="connsiteY7" fmla="*/ 3169767 h 6858000"/>
              <a:gd name="connsiteX8" fmla="*/ 612 w 12192611"/>
              <a:gd name="connsiteY8"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6963 w 12192611"/>
              <a:gd name="connsiteY3" fmla="*/ 6851650 h 6858000"/>
              <a:gd name="connsiteX4" fmla="*/ 612 w 12192611"/>
              <a:gd name="connsiteY4" fmla="*/ 5239867 h 6858000"/>
              <a:gd name="connsiteX5" fmla="*/ 8058762 w 12192611"/>
              <a:gd name="connsiteY5" fmla="*/ 5227167 h 6858000"/>
              <a:gd name="connsiteX6" fmla="*/ 8058762 w 12192611"/>
              <a:gd name="connsiteY6" fmla="*/ 3169767 h 6858000"/>
              <a:gd name="connsiteX7" fmla="*/ 612 w 12192611"/>
              <a:gd name="connsiteY7" fmla="*/ 3169767 h 6858000"/>
              <a:gd name="connsiteX8" fmla="*/ 612 w 12192611"/>
              <a:gd name="connsiteY8"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6963 w 12192611"/>
              <a:gd name="connsiteY3" fmla="*/ 6851650 h 6858000"/>
              <a:gd name="connsiteX4" fmla="*/ 612 w 12192611"/>
              <a:gd name="connsiteY4" fmla="*/ 5220817 h 6858000"/>
              <a:gd name="connsiteX5" fmla="*/ 8058762 w 12192611"/>
              <a:gd name="connsiteY5" fmla="*/ 5227167 h 6858000"/>
              <a:gd name="connsiteX6" fmla="*/ 8058762 w 12192611"/>
              <a:gd name="connsiteY6" fmla="*/ 3169767 h 6858000"/>
              <a:gd name="connsiteX7" fmla="*/ 612 w 12192611"/>
              <a:gd name="connsiteY7" fmla="*/ 3169767 h 6858000"/>
              <a:gd name="connsiteX8" fmla="*/ 612 w 12192611"/>
              <a:gd name="connsiteY8" fmla="*/ 0 h 6858000"/>
              <a:gd name="connsiteX0" fmla="*/ 612 w 12192611"/>
              <a:gd name="connsiteY0" fmla="*/ 0 h 6858000"/>
              <a:gd name="connsiteX1" fmla="*/ 12192611 w 12192611"/>
              <a:gd name="connsiteY1" fmla="*/ 0 h 6858000"/>
              <a:gd name="connsiteX2" fmla="*/ 12192611 w 12192611"/>
              <a:gd name="connsiteY2" fmla="*/ 6858000 h 6858000"/>
              <a:gd name="connsiteX3" fmla="*/ 6963 w 12192611"/>
              <a:gd name="connsiteY3" fmla="*/ 6851650 h 6858000"/>
              <a:gd name="connsiteX4" fmla="*/ 612 w 12192611"/>
              <a:gd name="connsiteY4" fmla="*/ 5227167 h 6858000"/>
              <a:gd name="connsiteX5" fmla="*/ 8058762 w 12192611"/>
              <a:gd name="connsiteY5" fmla="*/ 5227167 h 6858000"/>
              <a:gd name="connsiteX6" fmla="*/ 8058762 w 12192611"/>
              <a:gd name="connsiteY6" fmla="*/ 3169767 h 6858000"/>
              <a:gd name="connsiteX7" fmla="*/ 612 w 12192611"/>
              <a:gd name="connsiteY7" fmla="*/ 3169767 h 6858000"/>
              <a:gd name="connsiteX8" fmla="*/ 612 w 12192611"/>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611" h="6858000">
                <a:moveTo>
                  <a:pt x="612" y="0"/>
                </a:moveTo>
                <a:lnTo>
                  <a:pt x="12192611" y="0"/>
                </a:lnTo>
                <a:lnTo>
                  <a:pt x="12192611" y="6858000"/>
                </a:lnTo>
                <a:lnTo>
                  <a:pt x="6963" y="6851650"/>
                </a:lnTo>
                <a:lnTo>
                  <a:pt x="612" y="5227167"/>
                </a:lnTo>
                <a:lnTo>
                  <a:pt x="8058762" y="5227167"/>
                </a:lnTo>
                <a:cubicBezTo>
                  <a:pt x="8060879" y="4543484"/>
                  <a:pt x="8056645" y="3853450"/>
                  <a:pt x="8058762" y="3169767"/>
                </a:cubicBezTo>
                <a:lnTo>
                  <a:pt x="612" y="3169767"/>
                </a:lnTo>
                <a:cubicBezTo>
                  <a:pt x="2729" y="2113178"/>
                  <a:pt x="-1505" y="1056589"/>
                  <a:pt x="612" y="0"/>
                </a:cubicBezTo>
                <a:close/>
              </a:path>
            </a:pathLst>
          </a:custGeom>
          <a:solidFill>
            <a:schemeClr val="accent4">
              <a:lumMod val="40000"/>
              <a:lumOff val="60000"/>
            </a:schemeClr>
          </a:solidFill>
        </p:spPr>
        <p:txBody>
          <a:bodyPr wrap="square" anchor="ctr">
            <a:no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Tree>
    <p:extLst>
      <p:ext uri="{BB962C8B-B14F-4D97-AF65-F5344CB8AC3E}">
        <p14:creationId xmlns:p14="http://schemas.microsoft.com/office/powerpoint/2010/main" val="3158255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2">
    <p:bg>
      <p:bgPr>
        <a:solidFill>
          <a:schemeClr val="bg1"/>
        </a:solidFill>
        <a:effectLst/>
      </p:bgPr>
    </p:bg>
    <p:spTree>
      <p:nvGrpSpPr>
        <p:cNvPr id="1" name=""/>
        <p:cNvGrpSpPr/>
        <p:nvPr/>
      </p:nvGrpSpPr>
      <p:grpSpPr>
        <a:xfrm>
          <a:off x="0" y="0"/>
          <a:ext cx="0" cy="0"/>
          <a:chOff x="0" y="0"/>
          <a:chExt cx="0" cy="0"/>
        </a:xfrm>
      </p:grpSpPr>
      <p:sp>
        <p:nvSpPr>
          <p:cNvPr id="5" name="Symbol zastępczy obrazu 4">
            <a:extLst>
              <a:ext uri="{FF2B5EF4-FFF2-40B4-BE49-F238E27FC236}">
                <a16:creationId xmlns:a16="http://schemas.microsoft.com/office/drawing/2014/main" id="{972F1B92-6B2A-95D3-9D75-09CD93A5856A}"/>
              </a:ext>
            </a:extLst>
          </p:cNvPr>
          <p:cNvSpPr>
            <a:spLocks noGrp="1"/>
          </p:cNvSpPr>
          <p:nvPr>
            <p:ph type="pic" sz="quarter" idx="13" hasCustomPrompt="1"/>
          </p:nvPr>
        </p:nvSpPr>
        <p:spPr>
          <a:xfrm>
            <a:off x="0" y="3049745"/>
            <a:ext cx="12192000" cy="3808255"/>
          </a:xfrm>
          <a:solidFill>
            <a:schemeClr val="accent4">
              <a:lumMod val="40000"/>
              <a:lumOff val="60000"/>
            </a:schemeClr>
          </a:solidFill>
        </p:spPr>
        <p:txBody>
          <a:bodyPr anchor="ctr">
            <a:norm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3" name="Untertitel 2"/>
          <p:cNvSpPr>
            <a:spLocks noGrp="1"/>
          </p:cNvSpPr>
          <p:nvPr>
            <p:ph type="subTitle" idx="1" hasCustomPrompt="1"/>
          </p:nvPr>
        </p:nvSpPr>
        <p:spPr>
          <a:xfrm>
            <a:off x="1130300" y="1784538"/>
            <a:ext cx="10541000" cy="817780"/>
          </a:xfrm>
        </p:spPr>
        <p:txBody>
          <a:bodyPr anchor="ctr">
            <a:noAutofit/>
          </a:bodyPr>
          <a:lstStyle>
            <a:lvl1pPr marL="0" indent="0" algn="l">
              <a:buNone/>
              <a:defRPr sz="4800">
                <a:solidFill>
                  <a:srgbClr val="000000"/>
                </a:solidFill>
                <a:latin typeface="Roboto Medium" panose="02000000000000000000" pitchFamily="2" charset="0"/>
                <a:ea typeface="Roboto Medium" panose="02000000000000000000" pitchFamily="2"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Chapter title</a:t>
            </a:r>
          </a:p>
        </p:txBody>
      </p:sp>
      <p:sp>
        <p:nvSpPr>
          <p:cNvPr id="12" name="Foliennummernplatzhalter 4">
            <a:extLst>
              <a:ext uri="{FF2B5EF4-FFF2-40B4-BE49-F238E27FC236}">
                <a16:creationId xmlns:a16="http://schemas.microsoft.com/office/drawing/2014/main" id="{844D5830-0CA1-448A-8467-38A92D886080}"/>
              </a:ext>
            </a:extLst>
          </p:cNvPr>
          <p:cNvSpPr>
            <a:spLocks noGrp="1"/>
          </p:cNvSpPr>
          <p:nvPr>
            <p:ph type="sldNum" sz="quarter" idx="12"/>
          </p:nvPr>
        </p:nvSpPr>
        <p:spPr>
          <a:xfrm>
            <a:off x="8916457" y="6356351"/>
            <a:ext cx="2844800" cy="365125"/>
          </a:xfrm>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72" name="Grupa 71">
            <a:extLst>
              <a:ext uri="{FF2B5EF4-FFF2-40B4-BE49-F238E27FC236}">
                <a16:creationId xmlns:a16="http://schemas.microsoft.com/office/drawing/2014/main" id="{DF22F9D6-FE42-42E7-AD6B-B1FB502A6B5D}"/>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E15F386C-1B29-44DE-800B-B6BE84CCF13E}"/>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B5BB4C98-E9C9-4E34-961B-C7D72A0B5C1E}"/>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D11503F2-A64E-4B84-90B9-26882E6D6E28}"/>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81DE1274-9812-4F53-9749-2B0116E7A305}"/>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69DE1E4A-0301-4CA1-8864-8EB9379D6CAD}"/>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D7103313-F0C1-438D-AAE8-1D6B2B5999AE}"/>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B7B3A4AC-8314-432C-900D-C8E6B9A1DD6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44E1FF4A-F7EE-462C-B404-9568618AEF49}"/>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F4A0445-806C-40B1-A4FA-6BA2B44EEADA}"/>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56643A36-C510-4B9E-803D-36B2E4E149AA}"/>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D27F557-8572-41B9-B87E-452AD1CCD913}"/>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39396D66-8009-4307-828A-B2F18D534B4A}"/>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96B06E16-A073-4CC8-B6C0-5D2E2FB4EB29}"/>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7DBE6AB5-1EFC-41CA-A76D-FFE5F6093924}"/>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22D1E96-9D7B-4964-9DE3-F90E66376309}"/>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F6E503FF-4A07-4515-938E-C6399EE96B68}"/>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ABC083AA-A35A-4AD1-835F-7C13CCCD6232}"/>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2B98AFD1-4BE8-43B0-8A14-AB175E184A70}"/>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B865E040-8A0A-4F5A-85A8-DC7FBA7378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857325CE-59F4-40AE-92F7-5CE21C774AA2}"/>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78029A04-D479-4C40-B3ED-D00D96E2704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E91696F0-22FE-4C0D-9B10-9D78D8B7122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754BF68-C819-4741-9B4D-9CB0907B03E9}"/>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757A1D26-43B7-48FB-A64A-5B2ADD23D9B5}"/>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13" name="Grupa 11">
            <a:extLst>
              <a:ext uri="{FF2B5EF4-FFF2-40B4-BE49-F238E27FC236}">
                <a16:creationId xmlns:a16="http://schemas.microsoft.com/office/drawing/2014/main" id="{C127D0C8-C6E1-2EFB-2D6C-42B26026EB78}"/>
              </a:ext>
            </a:extLst>
          </p:cNvPr>
          <p:cNvGrpSpPr/>
          <p:nvPr userDrawn="1"/>
        </p:nvGrpSpPr>
        <p:grpSpPr>
          <a:xfrm>
            <a:off x="10271760" y="304437"/>
            <a:ext cx="1470184" cy="161990"/>
            <a:chOff x="1719263" y="3114675"/>
            <a:chExt cx="5705476" cy="628650"/>
          </a:xfrm>
          <a:solidFill>
            <a:srgbClr val="000000"/>
          </a:solidFill>
        </p:grpSpPr>
        <p:sp>
          <p:nvSpPr>
            <p:cNvPr id="14" name="Freeform 5">
              <a:extLst>
                <a:ext uri="{FF2B5EF4-FFF2-40B4-BE49-F238E27FC236}">
                  <a16:creationId xmlns:a16="http://schemas.microsoft.com/office/drawing/2014/main" id="{8504AB0D-52D3-7837-51A7-529A6859D038}"/>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6">
              <a:extLst>
                <a:ext uri="{FF2B5EF4-FFF2-40B4-BE49-F238E27FC236}">
                  <a16:creationId xmlns:a16="http://schemas.microsoft.com/office/drawing/2014/main" id="{CE7C151F-2F2E-04B4-A163-CA924A29B81E}"/>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7">
              <a:extLst>
                <a:ext uri="{FF2B5EF4-FFF2-40B4-BE49-F238E27FC236}">
                  <a16:creationId xmlns:a16="http://schemas.microsoft.com/office/drawing/2014/main" id="{B254140B-9450-34CC-6A8E-494E139EE549}"/>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8">
              <a:extLst>
                <a:ext uri="{FF2B5EF4-FFF2-40B4-BE49-F238E27FC236}">
                  <a16:creationId xmlns:a16="http://schemas.microsoft.com/office/drawing/2014/main" id="{C031D3E2-819E-7BC5-F77D-FBA964B37192}"/>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8" name="Freeform 9">
              <a:extLst>
                <a:ext uri="{FF2B5EF4-FFF2-40B4-BE49-F238E27FC236}">
                  <a16:creationId xmlns:a16="http://schemas.microsoft.com/office/drawing/2014/main" id="{7EF5A253-8ADE-4581-DAA1-9A8C9A92B0A3}"/>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9" name="Freeform 10">
              <a:extLst>
                <a:ext uri="{FF2B5EF4-FFF2-40B4-BE49-F238E27FC236}">
                  <a16:creationId xmlns:a16="http://schemas.microsoft.com/office/drawing/2014/main" id="{3120B3A4-8722-CCE1-533E-821A08F3EF79}"/>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107697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hapter 2 ACE">
    <p:bg>
      <p:bgPr>
        <a:solidFill>
          <a:schemeClr val="bg1"/>
        </a:solidFill>
        <a:effectLst/>
      </p:bgPr>
    </p:bg>
    <p:spTree>
      <p:nvGrpSpPr>
        <p:cNvPr id="1" name=""/>
        <p:cNvGrpSpPr/>
        <p:nvPr/>
      </p:nvGrpSpPr>
      <p:grpSpPr>
        <a:xfrm>
          <a:off x="0" y="0"/>
          <a:ext cx="0" cy="0"/>
          <a:chOff x="0" y="0"/>
          <a:chExt cx="0" cy="0"/>
        </a:xfrm>
      </p:grpSpPr>
      <p:sp>
        <p:nvSpPr>
          <p:cNvPr id="5" name="Symbol zastępczy obrazu 4">
            <a:extLst>
              <a:ext uri="{FF2B5EF4-FFF2-40B4-BE49-F238E27FC236}">
                <a16:creationId xmlns:a16="http://schemas.microsoft.com/office/drawing/2014/main" id="{972F1B92-6B2A-95D3-9D75-09CD93A5856A}"/>
              </a:ext>
            </a:extLst>
          </p:cNvPr>
          <p:cNvSpPr>
            <a:spLocks noGrp="1"/>
          </p:cNvSpPr>
          <p:nvPr>
            <p:ph type="pic" sz="quarter" idx="13" hasCustomPrompt="1"/>
          </p:nvPr>
        </p:nvSpPr>
        <p:spPr>
          <a:xfrm>
            <a:off x="0" y="3049745"/>
            <a:ext cx="12192000" cy="3808255"/>
          </a:xfrm>
          <a:solidFill>
            <a:schemeClr val="accent4">
              <a:lumMod val="40000"/>
              <a:lumOff val="60000"/>
            </a:schemeClr>
          </a:solidFill>
        </p:spPr>
        <p:txBody>
          <a:bodyPr anchor="ctr">
            <a:norm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3" name="Untertitel 2"/>
          <p:cNvSpPr>
            <a:spLocks noGrp="1"/>
          </p:cNvSpPr>
          <p:nvPr>
            <p:ph type="subTitle" idx="1" hasCustomPrompt="1"/>
          </p:nvPr>
        </p:nvSpPr>
        <p:spPr>
          <a:xfrm>
            <a:off x="1130300" y="1784538"/>
            <a:ext cx="10541000" cy="817780"/>
          </a:xfrm>
        </p:spPr>
        <p:txBody>
          <a:bodyPr anchor="ctr">
            <a:noAutofit/>
          </a:bodyPr>
          <a:lstStyle>
            <a:lvl1pPr marL="0" indent="0" algn="l">
              <a:buNone/>
              <a:defRPr sz="4800">
                <a:solidFill>
                  <a:srgbClr val="000000"/>
                </a:solidFill>
                <a:latin typeface="Roboto Medium" panose="02000000000000000000" pitchFamily="2" charset="0"/>
                <a:ea typeface="Roboto Medium" panose="02000000000000000000" pitchFamily="2"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a:t>Chapter title</a:t>
            </a:r>
          </a:p>
        </p:txBody>
      </p:sp>
      <p:sp>
        <p:nvSpPr>
          <p:cNvPr id="12" name="Foliennummernplatzhalter 4">
            <a:extLst>
              <a:ext uri="{FF2B5EF4-FFF2-40B4-BE49-F238E27FC236}">
                <a16:creationId xmlns:a16="http://schemas.microsoft.com/office/drawing/2014/main" id="{844D5830-0CA1-448A-8467-38A92D886080}"/>
              </a:ext>
            </a:extLst>
          </p:cNvPr>
          <p:cNvSpPr>
            <a:spLocks noGrp="1"/>
          </p:cNvSpPr>
          <p:nvPr>
            <p:ph type="sldNum" sz="quarter" idx="12"/>
          </p:nvPr>
        </p:nvSpPr>
        <p:spPr>
          <a:xfrm>
            <a:off x="8916457" y="6356351"/>
            <a:ext cx="2844800" cy="365125"/>
          </a:xfrm>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72" name="Grupa 71">
            <a:extLst>
              <a:ext uri="{FF2B5EF4-FFF2-40B4-BE49-F238E27FC236}">
                <a16:creationId xmlns:a16="http://schemas.microsoft.com/office/drawing/2014/main" id="{DF22F9D6-FE42-42E7-AD6B-B1FB502A6B5D}"/>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E15F386C-1B29-44DE-800B-B6BE84CCF13E}"/>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B5BB4C98-E9C9-4E34-961B-C7D72A0B5C1E}"/>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D11503F2-A64E-4B84-90B9-26882E6D6E28}"/>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81DE1274-9812-4F53-9749-2B0116E7A305}"/>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69DE1E4A-0301-4CA1-8864-8EB9379D6CAD}"/>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D7103313-F0C1-438D-AAE8-1D6B2B5999AE}"/>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B7B3A4AC-8314-432C-900D-C8E6B9A1DD6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44E1FF4A-F7EE-462C-B404-9568618AEF49}"/>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AF4A0445-806C-40B1-A4FA-6BA2B44EEADA}"/>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56643A36-C510-4B9E-803D-36B2E4E149AA}"/>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D27F557-8572-41B9-B87E-452AD1CCD913}"/>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39396D66-8009-4307-828A-B2F18D534B4A}"/>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96B06E16-A073-4CC8-B6C0-5D2E2FB4EB29}"/>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7DBE6AB5-1EFC-41CA-A76D-FFE5F6093924}"/>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C22D1E96-9D7B-4964-9DE3-F90E66376309}"/>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F6E503FF-4A07-4515-938E-C6399EE96B68}"/>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ABC083AA-A35A-4AD1-835F-7C13CCCD6232}"/>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2B98AFD1-4BE8-43B0-8A14-AB175E184A70}"/>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B865E040-8A0A-4F5A-85A8-DC7FBA7378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857325CE-59F4-40AE-92F7-5CE21C774AA2}"/>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78029A04-D479-4C40-B3ED-D00D96E2704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E91696F0-22FE-4C0D-9B10-9D78D8B7122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754BF68-C819-4741-9B4D-9CB0907B03E9}"/>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757A1D26-43B7-48FB-A64A-5B2ADD23D9B5}"/>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pic>
        <p:nvPicPr>
          <p:cNvPr id="4" name="Graphic 3">
            <a:extLst>
              <a:ext uri="{FF2B5EF4-FFF2-40B4-BE49-F238E27FC236}">
                <a16:creationId xmlns:a16="http://schemas.microsoft.com/office/drawing/2014/main" id="{D4E4D338-708A-3F34-2E77-C6D0265093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71760" y="304437"/>
            <a:ext cx="1470184" cy="344857"/>
          </a:xfrm>
          <a:prstGeom prst="rect">
            <a:avLst/>
          </a:prstGeom>
        </p:spPr>
      </p:pic>
    </p:spTree>
    <p:extLst>
      <p:ext uri="{BB962C8B-B14F-4D97-AF65-F5344CB8AC3E}">
        <p14:creationId xmlns:p14="http://schemas.microsoft.com/office/powerpoint/2010/main" val="29491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Picture + Text">
    <p:spTree>
      <p:nvGrpSpPr>
        <p:cNvPr id="1" name=""/>
        <p:cNvGrpSpPr/>
        <p:nvPr/>
      </p:nvGrpSpPr>
      <p:grpSpPr>
        <a:xfrm>
          <a:off x="0" y="0"/>
          <a:ext cx="0" cy="0"/>
          <a:chOff x="0" y="0"/>
          <a:chExt cx="0" cy="0"/>
        </a:xfrm>
      </p:grpSpPr>
      <p:sp>
        <p:nvSpPr>
          <p:cNvPr id="5" name="Symbol zastępczy obrazu 4">
            <a:extLst>
              <a:ext uri="{FF2B5EF4-FFF2-40B4-BE49-F238E27FC236}">
                <a16:creationId xmlns:a16="http://schemas.microsoft.com/office/drawing/2014/main" id="{3B1F5317-637D-4249-981D-7D7940E62E6C}"/>
              </a:ext>
            </a:extLst>
          </p:cNvPr>
          <p:cNvSpPr>
            <a:spLocks noGrp="1"/>
          </p:cNvSpPr>
          <p:nvPr>
            <p:ph type="pic" sz="quarter" idx="13" hasCustomPrompt="1"/>
          </p:nvPr>
        </p:nvSpPr>
        <p:spPr>
          <a:xfrm>
            <a:off x="0" y="0"/>
            <a:ext cx="6096000" cy="6858000"/>
          </a:xfrm>
          <a:solidFill>
            <a:schemeClr val="accent4">
              <a:lumMod val="40000"/>
              <a:lumOff val="60000"/>
            </a:schemeClr>
          </a:solidFill>
        </p:spPr>
        <p:txBody>
          <a:bodyPr anchor="ctr">
            <a:norm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6" name="Titelplatzhalter 1">
            <a:extLst>
              <a:ext uri="{FF2B5EF4-FFF2-40B4-BE49-F238E27FC236}">
                <a16:creationId xmlns:a16="http://schemas.microsoft.com/office/drawing/2014/main" id="{5F8ED1CB-89FD-41D5-9389-0E3205A88DC2}"/>
              </a:ext>
            </a:extLst>
          </p:cNvPr>
          <p:cNvSpPr>
            <a:spLocks noGrp="1"/>
          </p:cNvSpPr>
          <p:nvPr>
            <p:ph type="title" hasCustomPrompt="1"/>
          </p:nvPr>
        </p:nvSpPr>
        <p:spPr>
          <a:xfrm>
            <a:off x="6758552" y="675007"/>
            <a:ext cx="4986984" cy="792674"/>
          </a:xfrm>
          <a:prstGeom prst="rect">
            <a:avLst/>
          </a:prstGeom>
        </p:spPr>
        <p:txBody>
          <a:bodyPr vert="horz" lIns="0" tIns="0" rIns="0" bIns="0" rtlCol="0" anchor="t">
            <a:normAutofit/>
          </a:bodyPr>
          <a:lstStyle>
            <a:lvl1pPr>
              <a:defRPr baseline="0">
                <a:solidFill>
                  <a:srgbClr val="000000"/>
                </a:solidFill>
              </a:defRPr>
            </a:lvl1pPr>
          </a:lstStyle>
          <a:p>
            <a:r>
              <a:rPr lang="en-US" noProof="0" dirty="0"/>
              <a:t>Click to edit Master title style</a:t>
            </a:r>
            <a:endParaRPr lang="pl-PL" noProof="0" dirty="0"/>
          </a:p>
        </p:txBody>
      </p:sp>
      <p:sp>
        <p:nvSpPr>
          <p:cNvPr id="7" name="Textplatzhalter 7">
            <a:extLst>
              <a:ext uri="{FF2B5EF4-FFF2-40B4-BE49-F238E27FC236}">
                <a16:creationId xmlns:a16="http://schemas.microsoft.com/office/drawing/2014/main" id="{C025D3BC-6DCD-4087-94F0-1C26E815BA77}"/>
              </a:ext>
            </a:extLst>
          </p:cNvPr>
          <p:cNvSpPr>
            <a:spLocks noGrp="1"/>
          </p:cNvSpPr>
          <p:nvPr>
            <p:ph type="body" sz="quarter" idx="14" hasCustomPrompt="1"/>
          </p:nvPr>
        </p:nvSpPr>
        <p:spPr>
          <a:xfrm>
            <a:off x="6758552" y="2200867"/>
            <a:ext cx="4986984" cy="336244"/>
          </a:xfrm>
        </p:spPr>
        <p:txBody>
          <a:bodyPr lIns="0" tIns="0" rIns="0" bIns="0" anchor="t" anchorCtr="0">
            <a:noAutofit/>
          </a:bodyPr>
          <a:lstStyle>
            <a:lvl1pPr marL="324000" indent="-324000">
              <a:lnSpc>
                <a:spcPct val="95000"/>
              </a:lnSpc>
              <a:spcBef>
                <a:spcPts val="0"/>
              </a:spcBef>
              <a:spcAft>
                <a:spcPts val="800"/>
              </a:spcAft>
              <a:buSzPct val="100000"/>
              <a:buFont typeface="Calibri" panose="020F0502020204030204" pitchFamily="34" charset="0"/>
              <a:buChar char="•"/>
              <a:defRPr sz="2000">
                <a:solidFill>
                  <a:schemeClr val="tx1"/>
                </a:solidFill>
              </a:defRPr>
            </a:lvl1pPr>
          </a:lstStyle>
          <a:p>
            <a:pPr lvl="0"/>
            <a:r>
              <a:rPr lang="en-US" noProof="0" dirty="0"/>
              <a:t>Click to edit Master text styles</a:t>
            </a:r>
            <a:endParaRPr lang="pl-PL" noProof="0" dirty="0"/>
          </a:p>
        </p:txBody>
      </p:sp>
      <p:grpSp>
        <p:nvGrpSpPr>
          <p:cNvPr id="16" name="Grupa 15">
            <a:extLst>
              <a:ext uri="{FF2B5EF4-FFF2-40B4-BE49-F238E27FC236}">
                <a16:creationId xmlns:a16="http://schemas.microsoft.com/office/drawing/2014/main" id="{1CC9CBAE-0FB6-476F-81E2-F046CE3AC5F8}"/>
              </a:ext>
            </a:extLst>
          </p:cNvPr>
          <p:cNvGrpSpPr/>
          <p:nvPr userDrawn="1"/>
        </p:nvGrpSpPr>
        <p:grpSpPr>
          <a:xfrm rot="5400000">
            <a:off x="-3572540" y="3312041"/>
            <a:ext cx="6815472" cy="233918"/>
            <a:chOff x="0" y="-711770"/>
            <a:chExt cx="4642907" cy="564813"/>
          </a:xfrm>
        </p:grpSpPr>
        <p:grpSp>
          <p:nvGrpSpPr>
            <p:cNvPr id="17" name="Grupa 16">
              <a:extLst>
                <a:ext uri="{FF2B5EF4-FFF2-40B4-BE49-F238E27FC236}">
                  <a16:creationId xmlns:a16="http://schemas.microsoft.com/office/drawing/2014/main" id="{82DE3D6A-4E6B-40BB-AA37-8FD65470D807}"/>
                </a:ext>
              </a:extLst>
            </p:cNvPr>
            <p:cNvGrpSpPr/>
            <p:nvPr userDrawn="1"/>
          </p:nvGrpSpPr>
          <p:grpSpPr>
            <a:xfrm>
              <a:off x="791421" y="-711770"/>
              <a:ext cx="685800" cy="564813"/>
              <a:chOff x="304800" y="937146"/>
              <a:chExt cx="1624082" cy="286603"/>
            </a:xfrm>
          </p:grpSpPr>
          <p:sp>
            <p:nvSpPr>
              <p:cNvPr id="38" name="Prostokąt: zaokrąglone rogi 37">
                <a:extLst>
                  <a:ext uri="{FF2B5EF4-FFF2-40B4-BE49-F238E27FC236}">
                    <a16:creationId xmlns:a16="http://schemas.microsoft.com/office/drawing/2014/main" id="{B18F7D2F-5845-495B-A418-3E35C27E5BF6}"/>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9" name="Prostokąt: zaokrąglone rogi 38">
                <a:extLst>
                  <a:ext uri="{FF2B5EF4-FFF2-40B4-BE49-F238E27FC236}">
                    <a16:creationId xmlns:a16="http://schemas.microsoft.com/office/drawing/2014/main" id="{FE96F893-74D4-415D-BBBE-F344F33F418F}"/>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0" name="Prostokąt: zaokrąglone rogi 39">
                <a:extLst>
                  <a:ext uri="{FF2B5EF4-FFF2-40B4-BE49-F238E27FC236}">
                    <a16:creationId xmlns:a16="http://schemas.microsoft.com/office/drawing/2014/main" id="{652E535B-8063-42BD-B97A-E0F34DE104AD}"/>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8" name="Grupa 17">
              <a:extLst>
                <a:ext uri="{FF2B5EF4-FFF2-40B4-BE49-F238E27FC236}">
                  <a16:creationId xmlns:a16="http://schemas.microsoft.com/office/drawing/2014/main" id="{CE0C6A28-3FA0-4603-8B2A-154FC423E873}"/>
                </a:ext>
              </a:extLst>
            </p:cNvPr>
            <p:cNvGrpSpPr/>
            <p:nvPr userDrawn="1"/>
          </p:nvGrpSpPr>
          <p:grpSpPr>
            <a:xfrm>
              <a:off x="2374263" y="-711770"/>
              <a:ext cx="685800" cy="564813"/>
              <a:chOff x="304800" y="937146"/>
              <a:chExt cx="1624082" cy="286603"/>
            </a:xfrm>
          </p:grpSpPr>
          <p:sp>
            <p:nvSpPr>
              <p:cNvPr id="35" name="Prostokąt: zaokrąglone rogi 34">
                <a:extLst>
                  <a:ext uri="{FF2B5EF4-FFF2-40B4-BE49-F238E27FC236}">
                    <a16:creationId xmlns:a16="http://schemas.microsoft.com/office/drawing/2014/main" id="{2CA48CC0-0A66-42E4-B0FF-1FF02001AB90}"/>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6" name="Prostokąt: zaokrąglone rogi 35">
                <a:extLst>
                  <a:ext uri="{FF2B5EF4-FFF2-40B4-BE49-F238E27FC236}">
                    <a16:creationId xmlns:a16="http://schemas.microsoft.com/office/drawing/2014/main" id="{A7270080-6AC8-407C-8B8A-57B0EA71891A}"/>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Prostokąt: zaokrąglone rogi 36">
                <a:extLst>
                  <a:ext uri="{FF2B5EF4-FFF2-40B4-BE49-F238E27FC236}">
                    <a16:creationId xmlns:a16="http://schemas.microsoft.com/office/drawing/2014/main" id="{8A1A5FD7-CDE2-477C-B0F2-B2A286BAA83A}"/>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9" name="Grupa 18">
              <a:extLst>
                <a:ext uri="{FF2B5EF4-FFF2-40B4-BE49-F238E27FC236}">
                  <a16:creationId xmlns:a16="http://schemas.microsoft.com/office/drawing/2014/main" id="{54DA2BF1-F8DE-4E01-B984-C49D90FE949A}"/>
                </a:ext>
              </a:extLst>
            </p:cNvPr>
            <p:cNvGrpSpPr/>
            <p:nvPr userDrawn="1"/>
          </p:nvGrpSpPr>
          <p:grpSpPr>
            <a:xfrm>
              <a:off x="1582842" y="-711770"/>
              <a:ext cx="685800" cy="564813"/>
              <a:chOff x="304800" y="937146"/>
              <a:chExt cx="1624082" cy="286603"/>
            </a:xfrm>
          </p:grpSpPr>
          <p:sp>
            <p:nvSpPr>
              <p:cNvPr id="32" name="Prostokąt: zaokrąglone rogi 31">
                <a:extLst>
                  <a:ext uri="{FF2B5EF4-FFF2-40B4-BE49-F238E27FC236}">
                    <a16:creationId xmlns:a16="http://schemas.microsoft.com/office/drawing/2014/main" id="{B627491B-CF16-4086-B64D-03B8AA47E4B5}"/>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Prostokąt: zaokrąglone rogi 32">
                <a:extLst>
                  <a:ext uri="{FF2B5EF4-FFF2-40B4-BE49-F238E27FC236}">
                    <a16:creationId xmlns:a16="http://schemas.microsoft.com/office/drawing/2014/main" id="{7BFABF98-1E95-4850-810B-702F6C33BE0C}"/>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Prostokąt: zaokrąglone rogi 33">
                <a:extLst>
                  <a:ext uri="{FF2B5EF4-FFF2-40B4-BE49-F238E27FC236}">
                    <a16:creationId xmlns:a16="http://schemas.microsoft.com/office/drawing/2014/main" id="{7F074014-DAF8-4384-8276-E9E0B995D1C2}"/>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 name="Grupa 19">
              <a:extLst>
                <a:ext uri="{FF2B5EF4-FFF2-40B4-BE49-F238E27FC236}">
                  <a16:creationId xmlns:a16="http://schemas.microsoft.com/office/drawing/2014/main" id="{F65BF565-893C-4CA9-B02F-0158E0B63448}"/>
                </a:ext>
              </a:extLst>
            </p:cNvPr>
            <p:cNvGrpSpPr/>
            <p:nvPr userDrawn="1"/>
          </p:nvGrpSpPr>
          <p:grpSpPr>
            <a:xfrm>
              <a:off x="0" y="-711770"/>
              <a:ext cx="685800" cy="564813"/>
              <a:chOff x="304800" y="937146"/>
              <a:chExt cx="1624082" cy="286603"/>
            </a:xfrm>
          </p:grpSpPr>
          <p:sp>
            <p:nvSpPr>
              <p:cNvPr id="29" name="Prostokąt: zaokrąglone rogi 28">
                <a:extLst>
                  <a:ext uri="{FF2B5EF4-FFF2-40B4-BE49-F238E27FC236}">
                    <a16:creationId xmlns:a16="http://schemas.microsoft.com/office/drawing/2014/main" id="{F02DD65C-A4E7-4F5B-8243-ECB927D73F05}"/>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rostokąt: zaokrąglone rogi 29">
                <a:extLst>
                  <a:ext uri="{FF2B5EF4-FFF2-40B4-BE49-F238E27FC236}">
                    <a16:creationId xmlns:a16="http://schemas.microsoft.com/office/drawing/2014/main" id="{6A7F23E3-F18C-4D2B-9519-A4519226BA56}"/>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Prostokąt: zaokrąglone rogi 30">
                <a:extLst>
                  <a:ext uri="{FF2B5EF4-FFF2-40B4-BE49-F238E27FC236}">
                    <a16:creationId xmlns:a16="http://schemas.microsoft.com/office/drawing/2014/main" id="{126B36BF-DD84-49E4-AE2B-E258DA3F1185}"/>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1" name="Grupa 20">
              <a:extLst>
                <a:ext uri="{FF2B5EF4-FFF2-40B4-BE49-F238E27FC236}">
                  <a16:creationId xmlns:a16="http://schemas.microsoft.com/office/drawing/2014/main" id="{98E823F7-37D1-452F-94BD-6EA2146A89CD}"/>
                </a:ext>
              </a:extLst>
            </p:cNvPr>
            <p:cNvGrpSpPr/>
            <p:nvPr userDrawn="1"/>
          </p:nvGrpSpPr>
          <p:grpSpPr>
            <a:xfrm>
              <a:off x="3957107" y="-711770"/>
              <a:ext cx="685800" cy="564813"/>
              <a:chOff x="304800" y="937146"/>
              <a:chExt cx="1624082" cy="286603"/>
            </a:xfrm>
          </p:grpSpPr>
          <p:sp>
            <p:nvSpPr>
              <p:cNvPr id="26" name="Prostokąt: zaokrąglone rogi 25">
                <a:extLst>
                  <a:ext uri="{FF2B5EF4-FFF2-40B4-BE49-F238E27FC236}">
                    <a16:creationId xmlns:a16="http://schemas.microsoft.com/office/drawing/2014/main" id="{93F62DAF-196C-44D0-810B-AE01F76A966D}"/>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Prostokąt: zaokrąglone rogi 26">
                <a:extLst>
                  <a:ext uri="{FF2B5EF4-FFF2-40B4-BE49-F238E27FC236}">
                    <a16:creationId xmlns:a16="http://schemas.microsoft.com/office/drawing/2014/main" id="{3565A681-38F6-4E4D-947F-869E89013030}"/>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rostokąt: zaokrąglone rogi 27">
                <a:extLst>
                  <a:ext uri="{FF2B5EF4-FFF2-40B4-BE49-F238E27FC236}">
                    <a16:creationId xmlns:a16="http://schemas.microsoft.com/office/drawing/2014/main" id="{4743B872-402A-4E0F-8411-3BAFEF6FCC65}"/>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2" name="Grupa 21">
              <a:extLst>
                <a:ext uri="{FF2B5EF4-FFF2-40B4-BE49-F238E27FC236}">
                  <a16:creationId xmlns:a16="http://schemas.microsoft.com/office/drawing/2014/main" id="{1454ADAC-F209-4EEA-902C-68A75EFA7CCB}"/>
                </a:ext>
              </a:extLst>
            </p:cNvPr>
            <p:cNvGrpSpPr/>
            <p:nvPr userDrawn="1"/>
          </p:nvGrpSpPr>
          <p:grpSpPr>
            <a:xfrm>
              <a:off x="3165684" y="-711770"/>
              <a:ext cx="685800" cy="564813"/>
              <a:chOff x="304800" y="937146"/>
              <a:chExt cx="1624082" cy="286603"/>
            </a:xfrm>
          </p:grpSpPr>
          <p:sp>
            <p:nvSpPr>
              <p:cNvPr id="23" name="Prostokąt: zaokrąglone rogi 22">
                <a:extLst>
                  <a:ext uri="{FF2B5EF4-FFF2-40B4-BE49-F238E27FC236}">
                    <a16:creationId xmlns:a16="http://schemas.microsoft.com/office/drawing/2014/main" id="{7E2DE876-CA13-43A5-917B-3B3C78CB7A3E}"/>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Prostokąt: zaokrąglone rogi 23">
                <a:extLst>
                  <a:ext uri="{FF2B5EF4-FFF2-40B4-BE49-F238E27FC236}">
                    <a16:creationId xmlns:a16="http://schemas.microsoft.com/office/drawing/2014/main" id="{E832D19E-8C2C-4F5C-9CC0-7A3DEC00F879}"/>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Prostokąt: zaokrąglone rogi 24">
                <a:extLst>
                  <a:ext uri="{FF2B5EF4-FFF2-40B4-BE49-F238E27FC236}">
                    <a16:creationId xmlns:a16="http://schemas.microsoft.com/office/drawing/2014/main" id="{7E4A0E66-DF88-40E3-A5F9-886B837BBC28}"/>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1895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ext + picture">
    <p:spTree>
      <p:nvGrpSpPr>
        <p:cNvPr id="1" name=""/>
        <p:cNvGrpSpPr/>
        <p:nvPr/>
      </p:nvGrpSpPr>
      <p:grpSpPr>
        <a:xfrm>
          <a:off x="0" y="0"/>
          <a:ext cx="0" cy="0"/>
          <a:chOff x="0" y="0"/>
          <a:chExt cx="0" cy="0"/>
        </a:xfrm>
      </p:grpSpPr>
      <p:sp>
        <p:nvSpPr>
          <p:cNvPr id="5" name="Symbol zastępczy obrazu 4">
            <a:extLst>
              <a:ext uri="{FF2B5EF4-FFF2-40B4-BE49-F238E27FC236}">
                <a16:creationId xmlns:a16="http://schemas.microsoft.com/office/drawing/2014/main" id="{3B1F5317-637D-4249-981D-7D7940E62E6C}"/>
              </a:ext>
            </a:extLst>
          </p:cNvPr>
          <p:cNvSpPr>
            <a:spLocks noGrp="1"/>
          </p:cNvSpPr>
          <p:nvPr>
            <p:ph type="pic" sz="quarter" idx="13" hasCustomPrompt="1"/>
          </p:nvPr>
        </p:nvSpPr>
        <p:spPr>
          <a:xfrm>
            <a:off x="6096000" y="0"/>
            <a:ext cx="6096000" cy="6858000"/>
          </a:xfrm>
          <a:solidFill>
            <a:schemeClr val="accent4">
              <a:lumMod val="40000"/>
              <a:lumOff val="60000"/>
            </a:schemeClr>
          </a:solidFill>
        </p:spPr>
        <p:txBody>
          <a:bodyPr anchor="ctr">
            <a:normAutofit/>
          </a:bodyPr>
          <a:lstStyle>
            <a:lvl1pPr algn="ctr">
              <a:buNone/>
              <a:defRPr sz="1800"/>
            </a:lvl1pPr>
          </a:lstStyle>
          <a:p>
            <a:pPr marL="324000" marR="0" lvl="0" indent="-324000" algn="ctr" defTabSz="1219170" rtl="0" eaLnBrk="1" fontAlgn="auto" latinLnBrk="0" hangingPunct="1">
              <a:lnSpc>
                <a:spcPct val="95000"/>
              </a:lnSpc>
              <a:spcBef>
                <a:spcPts val="0"/>
              </a:spcBef>
              <a:spcAft>
                <a:spcPts val="800"/>
              </a:spcAft>
              <a:buClr>
                <a:schemeClr val="accent4"/>
              </a:buClr>
              <a:buSzPct val="100000"/>
              <a:buFont typeface="Calibri" panose="020F0502020204030204" pitchFamily="34" charset="0"/>
              <a:buNone/>
              <a:tabLst/>
              <a:defRPr/>
            </a:pPr>
            <a:r>
              <a:rPr lang="en-US" dirty="0"/>
              <a:t>Click on the icon to add a picture.</a:t>
            </a:r>
            <a:endParaRPr lang="pl-PL" dirty="0"/>
          </a:p>
        </p:txBody>
      </p:sp>
      <p:sp>
        <p:nvSpPr>
          <p:cNvPr id="3" name="Fußzeilenplatzhalter 2"/>
          <p:cNvSpPr>
            <a:spLocks noGrp="1"/>
          </p:cNvSpPr>
          <p:nvPr>
            <p:ph type="ftr" sz="quarter" idx="11"/>
          </p:nvPr>
        </p:nvSpPr>
        <p:spPr>
          <a:xfrm>
            <a:off x="526630" y="6356351"/>
            <a:ext cx="4957792" cy="365125"/>
          </a:xfrm>
        </p:spPr>
        <p:txBody>
          <a:bodyPr/>
          <a:lstStyle>
            <a:lvl1pPr>
              <a:defRPr sz="1400">
                <a:solidFill>
                  <a:schemeClr val="tx1"/>
                </a:solidFill>
              </a:defRPr>
            </a:lvl1pPr>
          </a:lstStyle>
          <a:p>
            <a:endParaRPr lang="pl-PL" dirty="0"/>
          </a:p>
        </p:txBody>
      </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sp>
        <p:nvSpPr>
          <p:cNvPr id="7" name="Textplatzhalter 7">
            <a:extLst>
              <a:ext uri="{FF2B5EF4-FFF2-40B4-BE49-F238E27FC236}">
                <a16:creationId xmlns:a16="http://schemas.microsoft.com/office/drawing/2014/main" id="{C025D3BC-6DCD-4087-94F0-1C26E815BA77}"/>
              </a:ext>
            </a:extLst>
          </p:cNvPr>
          <p:cNvSpPr>
            <a:spLocks noGrp="1"/>
          </p:cNvSpPr>
          <p:nvPr>
            <p:ph type="body" sz="quarter" idx="14" hasCustomPrompt="1"/>
          </p:nvPr>
        </p:nvSpPr>
        <p:spPr>
          <a:xfrm>
            <a:off x="450055" y="2283297"/>
            <a:ext cx="5063559" cy="336244"/>
          </a:xfrm>
        </p:spPr>
        <p:txBody>
          <a:bodyPr lIns="0" tIns="0" rIns="0" bIns="0" anchor="t" anchorCtr="0">
            <a:noAutofit/>
          </a:bodyPr>
          <a:lstStyle>
            <a:lvl1pPr marL="324000" indent="-324000">
              <a:lnSpc>
                <a:spcPct val="95000"/>
              </a:lnSpc>
              <a:spcBef>
                <a:spcPts val="0"/>
              </a:spcBef>
              <a:spcAft>
                <a:spcPts val="800"/>
              </a:spcAft>
              <a:buSzPct val="100000"/>
              <a:buFont typeface="Calibri" panose="020F0502020204030204" pitchFamily="34" charset="0"/>
              <a:buChar char="•"/>
              <a:defRPr sz="2000">
                <a:solidFill>
                  <a:schemeClr val="tx1"/>
                </a:solidFill>
              </a:defRPr>
            </a:lvl1pPr>
          </a:lstStyle>
          <a:p>
            <a:pPr lvl="0"/>
            <a:r>
              <a:rPr lang="en-US" noProof="0" dirty="0"/>
              <a:t>Click to edit Master text styles</a:t>
            </a:r>
            <a:endParaRPr lang="pl-PL" noProof="0" dirty="0"/>
          </a:p>
        </p:txBody>
      </p:sp>
      <p:grpSp>
        <p:nvGrpSpPr>
          <p:cNvPr id="16" name="Grupa 15">
            <a:extLst>
              <a:ext uri="{FF2B5EF4-FFF2-40B4-BE49-F238E27FC236}">
                <a16:creationId xmlns:a16="http://schemas.microsoft.com/office/drawing/2014/main" id="{1CC9CBAE-0FB6-476F-81E2-F046CE3AC5F8}"/>
              </a:ext>
            </a:extLst>
          </p:cNvPr>
          <p:cNvGrpSpPr/>
          <p:nvPr userDrawn="1"/>
        </p:nvGrpSpPr>
        <p:grpSpPr>
          <a:xfrm rot="5400000">
            <a:off x="-3572540" y="3312041"/>
            <a:ext cx="6815472" cy="233918"/>
            <a:chOff x="0" y="-711770"/>
            <a:chExt cx="4642907" cy="564813"/>
          </a:xfrm>
        </p:grpSpPr>
        <p:grpSp>
          <p:nvGrpSpPr>
            <p:cNvPr id="17" name="Grupa 16">
              <a:extLst>
                <a:ext uri="{FF2B5EF4-FFF2-40B4-BE49-F238E27FC236}">
                  <a16:creationId xmlns:a16="http://schemas.microsoft.com/office/drawing/2014/main" id="{82DE3D6A-4E6B-40BB-AA37-8FD65470D807}"/>
                </a:ext>
              </a:extLst>
            </p:cNvPr>
            <p:cNvGrpSpPr/>
            <p:nvPr userDrawn="1"/>
          </p:nvGrpSpPr>
          <p:grpSpPr>
            <a:xfrm>
              <a:off x="791421" y="-711770"/>
              <a:ext cx="685800" cy="564813"/>
              <a:chOff x="304800" y="937146"/>
              <a:chExt cx="1624082" cy="286603"/>
            </a:xfrm>
          </p:grpSpPr>
          <p:sp>
            <p:nvSpPr>
              <p:cNvPr id="38" name="Prostokąt: zaokrąglone rogi 37">
                <a:extLst>
                  <a:ext uri="{FF2B5EF4-FFF2-40B4-BE49-F238E27FC236}">
                    <a16:creationId xmlns:a16="http://schemas.microsoft.com/office/drawing/2014/main" id="{B18F7D2F-5845-495B-A418-3E35C27E5BF6}"/>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9" name="Prostokąt: zaokrąglone rogi 38">
                <a:extLst>
                  <a:ext uri="{FF2B5EF4-FFF2-40B4-BE49-F238E27FC236}">
                    <a16:creationId xmlns:a16="http://schemas.microsoft.com/office/drawing/2014/main" id="{FE96F893-74D4-415D-BBBE-F344F33F418F}"/>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0" name="Prostokąt: zaokrąglone rogi 39">
                <a:extLst>
                  <a:ext uri="{FF2B5EF4-FFF2-40B4-BE49-F238E27FC236}">
                    <a16:creationId xmlns:a16="http://schemas.microsoft.com/office/drawing/2014/main" id="{652E535B-8063-42BD-B97A-E0F34DE104AD}"/>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8" name="Grupa 17">
              <a:extLst>
                <a:ext uri="{FF2B5EF4-FFF2-40B4-BE49-F238E27FC236}">
                  <a16:creationId xmlns:a16="http://schemas.microsoft.com/office/drawing/2014/main" id="{CE0C6A28-3FA0-4603-8B2A-154FC423E873}"/>
                </a:ext>
              </a:extLst>
            </p:cNvPr>
            <p:cNvGrpSpPr/>
            <p:nvPr userDrawn="1"/>
          </p:nvGrpSpPr>
          <p:grpSpPr>
            <a:xfrm>
              <a:off x="2374263" y="-711770"/>
              <a:ext cx="685800" cy="564813"/>
              <a:chOff x="304800" y="937146"/>
              <a:chExt cx="1624082" cy="286603"/>
            </a:xfrm>
          </p:grpSpPr>
          <p:sp>
            <p:nvSpPr>
              <p:cNvPr id="35" name="Prostokąt: zaokrąglone rogi 34">
                <a:extLst>
                  <a:ext uri="{FF2B5EF4-FFF2-40B4-BE49-F238E27FC236}">
                    <a16:creationId xmlns:a16="http://schemas.microsoft.com/office/drawing/2014/main" id="{2CA48CC0-0A66-42E4-B0FF-1FF02001AB90}"/>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6" name="Prostokąt: zaokrąglone rogi 35">
                <a:extLst>
                  <a:ext uri="{FF2B5EF4-FFF2-40B4-BE49-F238E27FC236}">
                    <a16:creationId xmlns:a16="http://schemas.microsoft.com/office/drawing/2014/main" id="{A7270080-6AC8-407C-8B8A-57B0EA71891A}"/>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Prostokąt: zaokrąglone rogi 36">
                <a:extLst>
                  <a:ext uri="{FF2B5EF4-FFF2-40B4-BE49-F238E27FC236}">
                    <a16:creationId xmlns:a16="http://schemas.microsoft.com/office/drawing/2014/main" id="{8A1A5FD7-CDE2-477C-B0F2-B2A286BAA83A}"/>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9" name="Grupa 18">
              <a:extLst>
                <a:ext uri="{FF2B5EF4-FFF2-40B4-BE49-F238E27FC236}">
                  <a16:creationId xmlns:a16="http://schemas.microsoft.com/office/drawing/2014/main" id="{54DA2BF1-F8DE-4E01-B984-C49D90FE949A}"/>
                </a:ext>
              </a:extLst>
            </p:cNvPr>
            <p:cNvGrpSpPr/>
            <p:nvPr userDrawn="1"/>
          </p:nvGrpSpPr>
          <p:grpSpPr>
            <a:xfrm>
              <a:off x="1582842" y="-711770"/>
              <a:ext cx="685800" cy="564813"/>
              <a:chOff x="304800" y="937146"/>
              <a:chExt cx="1624082" cy="286603"/>
            </a:xfrm>
          </p:grpSpPr>
          <p:sp>
            <p:nvSpPr>
              <p:cNvPr id="32" name="Prostokąt: zaokrąglone rogi 31">
                <a:extLst>
                  <a:ext uri="{FF2B5EF4-FFF2-40B4-BE49-F238E27FC236}">
                    <a16:creationId xmlns:a16="http://schemas.microsoft.com/office/drawing/2014/main" id="{B627491B-CF16-4086-B64D-03B8AA47E4B5}"/>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3" name="Prostokąt: zaokrąglone rogi 32">
                <a:extLst>
                  <a:ext uri="{FF2B5EF4-FFF2-40B4-BE49-F238E27FC236}">
                    <a16:creationId xmlns:a16="http://schemas.microsoft.com/office/drawing/2014/main" id="{7BFABF98-1E95-4850-810B-702F6C33BE0C}"/>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Prostokąt: zaokrąglone rogi 33">
                <a:extLst>
                  <a:ext uri="{FF2B5EF4-FFF2-40B4-BE49-F238E27FC236}">
                    <a16:creationId xmlns:a16="http://schemas.microsoft.com/office/drawing/2014/main" id="{7F074014-DAF8-4384-8276-E9E0B995D1C2}"/>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 name="Grupa 19">
              <a:extLst>
                <a:ext uri="{FF2B5EF4-FFF2-40B4-BE49-F238E27FC236}">
                  <a16:creationId xmlns:a16="http://schemas.microsoft.com/office/drawing/2014/main" id="{F65BF565-893C-4CA9-B02F-0158E0B63448}"/>
                </a:ext>
              </a:extLst>
            </p:cNvPr>
            <p:cNvGrpSpPr/>
            <p:nvPr userDrawn="1"/>
          </p:nvGrpSpPr>
          <p:grpSpPr>
            <a:xfrm>
              <a:off x="0" y="-711770"/>
              <a:ext cx="685800" cy="564813"/>
              <a:chOff x="304800" y="937146"/>
              <a:chExt cx="1624082" cy="286603"/>
            </a:xfrm>
          </p:grpSpPr>
          <p:sp>
            <p:nvSpPr>
              <p:cNvPr id="29" name="Prostokąt: zaokrąglone rogi 28">
                <a:extLst>
                  <a:ext uri="{FF2B5EF4-FFF2-40B4-BE49-F238E27FC236}">
                    <a16:creationId xmlns:a16="http://schemas.microsoft.com/office/drawing/2014/main" id="{F02DD65C-A4E7-4F5B-8243-ECB927D73F05}"/>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rostokąt: zaokrąglone rogi 29">
                <a:extLst>
                  <a:ext uri="{FF2B5EF4-FFF2-40B4-BE49-F238E27FC236}">
                    <a16:creationId xmlns:a16="http://schemas.microsoft.com/office/drawing/2014/main" id="{6A7F23E3-F18C-4D2B-9519-A4519226BA56}"/>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Prostokąt: zaokrąglone rogi 30">
                <a:extLst>
                  <a:ext uri="{FF2B5EF4-FFF2-40B4-BE49-F238E27FC236}">
                    <a16:creationId xmlns:a16="http://schemas.microsoft.com/office/drawing/2014/main" id="{126B36BF-DD84-49E4-AE2B-E258DA3F1185}"/>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1" name="Grupa 20">
              <a:extLst>
                <a:ext uri="{FF2B5EF4-FFF2-40B4-BE49-F238E27FC236}">
                  <a16:creationId xmlns:a16="http://schemas.microsoft.com/office/drawing/2014/main" id="{98E823F7-37D1-452F-94BD-6EA2146A89CD}"/>
                </a:ext>
              </a:extLst>
            </p:cNvPr>
            <p:cNvGrpSpPr/>
            <p:nvPr userDrawn="1"/>
          </p:nvGrpSpPr>
          <p:grpSpPr>
            <a:xfrm>
              <a:off x="3957107" y="-711770"/>
              <a:ext cx="685800" cy="564813"/>
              <a:chOff x="304800" y="937146"/>
              <a:chExt cx="1624082" cy="286603"/>
            </a:xfrm>
          </p:grpSpPr>
          <p:sp>
            <p:nvSpPr>
              <p:cNvPr id="26" name="Prostokąt: zaokrąglone rogi 25">
                <a:extLst>
                  <a:ext uri="{FF2B5EF4-FFF2-40B4-BE49-F238E27FC236}">
                    <a16:creationId xmlns:a16="http://schemas.microsoft.com/office/drawing/2014/main" id="{93F62DAF-196C-44D0-810B-AE01F76A966D}"/>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Prostokąt: zaokrąglone rogi 26">
                <a:extLst>
                  <a:ext uri="{FF2B5EF4-FFF2-40B4-BE49-F238E27FC236}">
                    <a16:creationId xmlns:a16="http://schemas.microsoft.com/office/drawing/2014/main" id="{3565A681-38F6-4E4D-947F-869E89013030}"/>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Prostokąt: zaokrąglone rogi 27">
                <a:extLst>
                  <a:ext uri="{FF2B5EF4-FFF2-40B4-BE49-F238E27FC236}">
                    <a16:creationId xmlns:a16="http://schemas.microsoft.com/office/drawing/2014/main" id="{4743B872-402A-4E0F-8411-3BAFEF6FCC65}"/>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2" name="Grupa 21">
              <a:extLst>
                <a:ext uri="{FF2B5EF4-FFF2-40B4-BE49-F238E27FC236}">
                  <a16:creationId xmlns:a16="http://schemas.microsoft.com/office/drawing/2014/main" id="{1454ADAC-F209-4EEA-902C-68A75EFA7CCB}"/>
                </a:ext>
              </a:extLst>
            </p:cNvPr>
            <p:cNvGrpSpPr/>
            <p:nvPr userDrawn="1"/>
          </p:nvGrpSpPr>
          <p:grpSpPr>
            <a:xfrm>
              <a:off x="3165684" y="-711770"/>
              <a:ext cx="685800" cy="564813"/>
              <a:chOff x="304800" y="937146"/>
              <a:chExt cx="1624082" cy="286603"/>
            </a:xfrm>
          </p:grpSpPr>
          <p:sp>
            <p:nvSpPr>
              <p:cNvPr id="23" name="Prostokąt: zaokrąglone rogi 22">
                <a:extLst>
                  <a:ext uri="{FF2B5EF4-FFF2-40B4-BE49-F238E27FC236}">
                    <a16:creationId xmlns:a16="http://schemas.microsoft.com/office/drawing/2014/main" id="{7E2DE876-CA13-43A5-917B-3B3C78CB7A3E}"/>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Prostokąt: zaokrąglone rogi 23">
                <a:extLst>
                  <a:ext uri="{FF2B5EF4-FFF2-40B4-BE49-F238E27FC236}">
                    <a16:creationId xmlns:a16="http://schemas.microsoft.com/office/drawing/2014/main" id="{E832D19E-8C2C-4F5C-9CC0-7A3DEC00F879}"/>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Prostokąt: zaokrąglone rogi 24">
                <a:extLst>
                  <a:ext uri="{FF2B5EF4-FFF2-40B4-BE49-F238E27FC236}">
                    <a16:creationId xmlns:a16="http://schemas.microsoft.com/office/drawing/2014/main" id="{7E4A0E66-DF88-40E3-A5F9-886B837BBC28}"/>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1" name="Titelplatzhalter 1">
            <a:extLst>
              <a:ext uri="{FF2B5EF4-FFF2-40B4-BE49-F238E27FC236}">
                <a16:creationId xmlns:a16="http://schemas.microsoft.com/office/drawing/2014/main" id="{51D51F89-9039-4CB7-A0CD-53EEBDC83129}"/>
              </a:ext>
            </a:extLst>
          </p:cNvPr>
          <p:cNvSpPr>
            <a:spLocks noGrp="1"/>
          </p:cNvSpPr>
          <p:nvPr>
            <p:ph type="title" hasCustomPrompt="1"/>
          </p:nvPr>
        </p:nvSpPr>
        <p:spPr>
          <a:xfrm>
            <a:off x="450056" y="675007"/>
            <a:ext cx="5063559" cy="792675"/>
          </a:xfrm>
          <a:prstGeom prst="rect">
            <a:avLst/>
          </a:prstGeom>
        </p:spPr>
        <p:txBody>
          <a:bodyPr vert="horz" lIns="0" tIns="0" rIns="0" bIns="0" rtlCol="0" anchor="t">
            <a:normAutofit/>
          </a:bodyPr>
          <a:lstStyle>
            <a:lvl1pPr>
              <a:defRPr>
                <a:solidFill>
                  <a:srgbClr val="000000"/>
                </a:solidFill>
              </a:defRPr>
            </a:lvl1pPr>
          </a:lstStyle>
          <a:p>
            <a:r>
              <a:rPr lang="en-US" noProof="0" dirty="0"/>
              <a:t>Click to edit Master title style</a:t>
            </a:r>
            <a:endParaRPr lang="pl-PL" noProof="0" dirty="0"/>
          </a:p>
        </p:txBody>
      </p:sp>
    </p:spTree>
    <p:extLst>
      <p:ext uri="{BB962C8B-B14F-4D97-AF65-F5344CB8AC3E}">
        <p14:creationId xmlns:p14="http://schemas.microsoft.com/office/powerpoint/2010/main" val="405486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inal slide (1)">
    <p:spTree>
      <p:nvGrpSpPr>
        <p:cNvPr id="1" name=""/>
        <p:cNvGrpSpPr/>
        <p:nvPr/>
      </p:nvGrpSpPr>
      <p:grpSpPr>
        <a:xfrm>
          <a:off x="0" y="0"/>
          <a:ext cx="0" cy="0"/>
          <a:chOff x="0" y="0"/>
          <a:chExt cx="0" cy="0"/>
        </a:xfrm>
      </p:grpSpPr>
      <p:sp>
        <p:nvSpPr>
          <p:cNvPr id="8" name="Fußzeilenplatzhalter 3"/>
          <p:cNvSpPr>
            <a:spLocks noGrp="1"/>
          </p:cNvSpPr>
          <p:nvPr>
            <p:ph type="ftr" sz="quarter" idx="11"/>
          </p:nvPr>
        </p:nvSpPr>
        <p:spPr>
          <a:xfrm>
            <a:off x="1107429" y="4039781"/>
            <a:ext cx="10572207" cy="365125"/>
          </a:xfrm>
          <a:prstGeom prst="rect">
            <a:avLst/>
          </a:prstGeom>
        </p:spPr>
        <p:txBody>
          <a:bodyPr/>
          <a:lstStyle>
            <a:lvl1pPr>
              <a:defRPr sz="1400">
                <a:solidFill>
                  <a:schemeClr val="tx1"/>
                </a:solidFill>
              </a:defRPr>
            </a:lvl1pPr>
          </a:lstStyle>
          <a:p>
            <a:r>
              <a:rPr lang="en-US" noProof="0" dirty="0"/>
              <a:t>City, date</a:t>
            </a:r>
          </a:p>
        </p:txBody>
      </p:sp>
      <p:sp>
        <p:nvSpPr>
          <p:cNvPr id="18" name="Symbol zastępczy tekstu 5">
            <a:extLst>
              <a:ext uri="{FF2B5EF4-FFF2-40B4-BE49-F238E27FC236}">
                <a16:creationId xmlns:a16="http://schemas.microsoft.com/office/drawing/2014/main" id="{D6BAE43B-FC95-48B8-8A8B-E4251D6E9F09}"/>
              </a:ext>
            </a:extLst>
          </p:cNvPr>
          <p:cNvSpPr>
            <a:spLocks noGrp="1"/>
          </p:cNvSpPr>
          <p:nvPr>
            <p:ph type="body" sz="quarter" idx="14" hasCustomPrompt="1"/>
          </p:nvPr>
        </p:nvSpPr>
        <p:spPr>
          <a:xfrm>
            <a:off x="1085850" y="2583932"/>
            <a:ext cx="10593786" cy="964553"/>
          </a:xfrm>
        </p:spPr>
        <p:txBody>
          <a:bodyPr>
            <a:normAutofit/>
          </a:bodyPr>
          <a:lstStyle>
            <a:lvl1pPr marL="0" indent="0">
              <a:buNone/>
              <a:defRPr sz="2000">
                <a:solidFill>
                  <a:srgbClr val="000000"/>
                </a:solidFill>
              </a:defRPr>
            </a:lvl1pPr>
          </a:lstStyle>
          <a:p>
            <a:pPr lvl="0"/>
            <a:r>
              <a:rPr lang="en-US" noProof="0"/>
              <a:t>Address details / contact</a:t>
            </a:r>
          </a:p>
        </p:txBody>
      </p:sp>
      <p:sp>
        <p:nvSpPr>
          <p:cNvPr id="2" name="Tytuł 1">
            <a:extLst>
              <a:ext uri="{FF2B5EF4-FFF2-40B4-BE49-F238E27FC236}">
                <a16:creationId xmlns:a16="http://schemas.microsoft.com/office/drawing/2014/main" id="{0FE034EC-B3E8-4E27-A148-5E2388EE48DC}"/>
              </a:ext>
            </a:extLst>
          </p:cNvPr>
          <p:cNvSpPr>
            <a:spLocks noGrp="1"/>
          </p:cNvSpPr>
          <p:nvPr>
            <p:ph type="title" hasCustomPrompt="1"/>
          </p:nvPr>
        </p:nvSpPr>
        <p:spPr>
          <a:xfrm>
            <a:off x="1085851" y="1328045"/>
            <a:ext cx="10593786" cy="612527"/>
          </a:xfrm>
        </p:spPr>
        <p:txBody>
          <a:bodyPr>
            <a:noAutofit/>
          </a:bodyPr>
          <a:lstStyle>
            <a:lvl1pPr>
              <a:defRPr sz="3600" b="1"/>
            </a:lvl1pPr>
          </a:lstStyle>
          <a:p>
            <a:r>
              <a:rPr lang="en-US" noProof="0"/>
              <a:t>Contact:</a:t>
            </a:r>
          </a:p>
        </p:txBody>
      </p:sp>
      <p:sp>
        <p:nvSpPr>
          <p:cNvPr id="43" name="Symbol zastępczy obrazu 42">
            <a:extLst>
              <a:ext uri="{FF2B5EF4-FFF2-40B4-BE49-F238E27FC236}">
                <a16:creationId xmlns:a16="http://schemas.microsoft.com/office/drawing/2014/main" id="{D9480DC8-669E-4EC9-8313-2AED23DAB806}"/>
              </a:ext>
            </a:extLst>
          </p:cNvPr>
          <p:cNvSpPr>
            <a:spLocks noGrp="1"/>
          </p:cNvSpPr>
          <p:nvPr>
            <p:ph type="pic" sz="quarter" idx="15" hasCustomPrompt="1"/>
          </p:nvPr>
        </p:nvSpPr>
        <p:spPr>
          <a:xfrm>
            <a:off x="-4763" y="4564959"/>
            <a:ext cx="12196763" cy="2320029"/>
          </a:xfrm>
          <a:custGeom>
            <a:avLst/>
            <a:gdLst>
              <a:gd name="connsiteX0" fmla="*/ 12196712 w 12196763"/>
              <a:gd name="connsiteY0" fmla="*/ 0 h 2320029"/>
              <a:gd name="connsiteX1" fmla="*/ 12196763 w 12196763"/>
              <a:gd name="connsiteY1" fmla="*/ 0 h 2320029"/>
              <a:gd name="connsiteX2" fmla="*/ 12196763 w 12196763"/>
              <a:gd name="connsiteY2" fmla="*/ 2320029 h 2320029"/>
              <a:gd name="connsiteX3" fmla="*/ 0 w 12196763"/>
              <a:gd name="connsiteY3" fmla="*/ 2320029 h 2320029"/>
              <a:gd name="connsiteX4" fmla="*/ 0 w 12196763"/>
              <a:gd name="connsiteY4" fmla="*/ 1096213 h 2320029"/>
              <a:gd name="connsiteX5" fmla="*/ 24566 w 12196763"/>
              <a:gd name="connsiteY5" fmla="*/ 1096213 h 2320029"/>
              <a:gd name="connsiteX6" fmla="*/ 497300 w 12196763"/>
              <a:gd name="connsiteY6" fmla="*/ 861548 h 2320029"/>
              <a:gd name="connsiteX7" fmla="*/ 1136599 w 12196763"/>
              <a:gd name="connsiteY7" fmla="*/ 21631 h 2320029"/>
              <a:gd name="connsiteX8" fmla="*/ 7006798 w 12196763"/>
              <a:gd name="connsiteY8" fmla="*/ 21631 h 2320029"/>
              <a:gd name="connsiteX9" fmla="*/ 7008157 w 12196763"/>
              <a:gd name="connsiteY9" fmla="*/ 21494 h 2320029"/>
              <a:gd name="connsiteX10" fmla="*/ 12196712 w 12196763"/>
              <a:gd name="connsiteY10" fmla="*/ 21494 h 232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6763" h="2320029">
                <a:moveTo>
                  <a:pt x="12196712" y="0"/>
                </a:moveTo>
                <a:lnTo>
                  <a:pt x="12196763" y="0"/>
                </a:lnTo>
                <a:lnTo>
                  <a:pt x="12196763" y="2320029"/>
                </a:lnTo>
                <a:lnTo>
                  <a:pt x="0" y="2320029"/>
                </a:lnTo>
                <a:lnTo>
                  <a:pt x="0" y="1096213"/>
                </a:lnTo>
                <a:lnTo>
                  <a:pt x="24566" y="1096213"/>
                </a:lnTo>
                <a:cubicBezTo>
                  <a:pt x="263767" y="1092812"/>
                  <a:pt x="386791" y="1019908"/>
                  <a:pt x="497300" y="861548"/>
                </a:cubicBezTo>
                <a:lnTo>
                  <a:pt x="1136599" y="21631"/>
                </a:lnTo>
                <a:lnTo>
                  <a:pt x="7006798" y="21631"/>
                </a:lnTo>
                <a:lnTo>
                  <a:pt x="7008157" y="21494"/>
                </a:lnTo>
                <a:lnTo>
                  <a:pt x="12196712" y="21494"/>
                </a:lnTo>
                <a:close/>
              </a:path>
            </a:pathLst>
          </a:custGeom>
          <a:solidFill>
            <a:schemeClr val="accent4">
              <a:lumMod val="40000"/>
              <a:lumOff val="60000"/>
            </a:schemeClr>
          </a:solidFill>
        </p:spPr>
        <p:txBody>
          <a:bodyPr wrap="square" anchor="ctr">
            <a:noAutofit/>
          </a:bodyPr>
          <a:lstStyle>
            <a:lvl1pPr algn="ctr">
              <a:buNone/>
              <a:defRPr sz="1800"/>
            </a:lvl1pPr>
          </a:lstStyle>
          <a:p>
            <a:r>
              <a:rPr lang="en-US" dirty="0"/>
              <a:t>Click on the icon to add a picture.</a:t>
            </a:r>
            <a:endParaRPr lang="pl-PL" dirty="0"/>
          </a:p>
        </p:txBody>
      </p:sp>
      <p:grpSp>
        <p:nvGrpSpPr>
          <p:cNvPr id="72" name="Grupa 71">
            <a:extLst>
              <a:ext uri="{FF2B5EF4-FFF2-40B4-BE49-F238E27FC236}">
                <a16:creationId xmlns:a16="http://schemas.microsoft.com/office/drawing/2014/main" id="{35C08D64-C3DA-44F9-9E88-3B87D5486FA3}"/>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BACE0832-6D72-4CD5-8EB5-A283E3C107F8}"/>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B83763B0-B546-48E5-9695-F0D83692E13E}"/>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A5E2E277-9B5C-4811-91EF-1CF8B49034F8}"/>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921F3C-0AB6-4FF1-B65E-E99A463CBDFC}"/>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FA0CE0A7-D80D-40F8-B347-BED9725CC1A4}"/>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26947DDD-797A-42CB-866B-93BCE65A8A29}"/>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AAAA886A-97CE-4CC6-8FF5-825386F12598}"/>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F52EF929-F897-455C-9A7D-A64E6E63F56E}"/>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8AA310E6-D631-4275-A1BF-CD0B0950E78A}"/>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1FFD77D-2DA7-4C65-834B-B1374EC5F670}"/>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2A95DCF-267B-4390-AD3B-5E1C9BC0F1A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91A621E8-38EE-4D8C-B66D-D59F365D4C1C}"/>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C53396C8-3A9C-44E7-9610-6435F4EFAEC0}"/>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5B533D4B-A375-4F00-9C66-BB65C3CEA7B9}"/>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6741CC0E-A391-41CE-9B86-F751CD833F69}"/>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04AF7854-5EDD-4A9B-8B2F-EEAA20B0BC48}"/>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C410A2A-3FB8-44C5-A8B7-89CF29C406B4}"/>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BDA55D02-F9E5-48C8-B198-718002A62506}"/>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6FFC9E8-AB22-405D-8283-72BFCEDC64EE}"/>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14C83B44-05A1-4CAE-ADC7-53BB18A463C2}"/>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DF4700B0-42F3-4819-8132-88B121C23CDA}"/>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917B1461-1C05-4911-B661-1BE152BAB826}"/>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1E02EA0D-0C92-4411-A380-24EFF6FB1145}"/>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22248380-4932-4F50-8533-3B1576BC68EE}"/>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Tree>
    <p:extLst>
      <p:ext uri="{BB962C8B-B14F-4D97-AF65-F5344CB8AC3E}">
        <p14:creationId xmlns:p14="http://schemas.microsoft.com/office/powerpoint/2010/main" val="2132473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of chapter (2)">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11" name="Grupa 11">
            <a:extLst>
              <a:ext uri="{FF2B5EF4-FFF2-40B4-BE49-F238E27FC236}">
                <a16:creationId xmlns:a16="http://schemas.microsoft.com/office/drawing/2014/main" id="{E883E725-602F-FC7B-5A83-27D69F2AA7CC}"/>
              </a:ext>
            </a:extLst>
          </p:cNvPr>
          <p:cNvGrpSpPr/>
          <p:nvPr userDrawn="1"/>
        </p:nvGrpSpPr>
        <p:grpSpPr>
          <a:xfrm>
            <a:off x="10271760" y="304437"/>
            <a:ext cx="1470184" cy="161990"/>
            <a:chOff x="1719263" y="3114675"/>
            <a:chExt cx="5705476" cy="628650"/>
          </a:xfrm>
          <a:solidFill>
            <a:srgbClr val="000000"/>
          </a:solidFill>
        </p:grpSpPr>
        <p:sp>
          <p:nvSpPr>
            <p:cNvPr id="12" name="Freeform 5">
              <a:extLst>
                <a:ext uri="{FF2B5EF4-FFF2-40B4-BE49-F238E27FC236}">
                  <a16:creationId xmlns:a16="http://schemas.microsoft.com/office/drawing/2014/main" id="{DF0F6B5C-DDBC-719A-6E48-92A578FF4730}"/>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3" name="Freeform 6">
              <a:extLst>
                <a:ext uri="{FF2B5EF4-FFF2-40B4-BE49-F238E27FC236}">
                  <a16:creationId xmlns:a16="http://schemas.microsoft.com/office/drawing/2014/main" id="{0F016F79-9123-6E64-2B01-2C6D20CB0D08}"/>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4" name="Freeform 7">
              <a:extLst>
                <a:ext uri="{FF2B5EF4-FFF2-40B4-BE49-F238E27FC236}">
                  <a16:creationId xmlns:a16="http://schemas.microsoft.com/office/drawing/2014/main" id="{3B2592ED-470A-8AA2-10EF-650069C879E6}"/>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8">
              <a:extLst>
                <a:ext uri="{FF2B5EF4-FFF2-40B4-BE49-F238E27FC236}">
                  <a16:creationId xmlns:a16="http://schemas.microsoft.com/office/drawing/2014/main" id="{15F6E96C-8F93-277F-7DB3-1ED6EFB3D703}"/>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9">
              <a:extLst>
                <a:ext uri="{FF2B5EF4-FFF2-40B4-BE49-F238E27FC236}">
                  <a16:creationId xmlns:a16="http://schemas.microsoft.com/office/drawing/2014/main" id="{C424FE43-8143-FA52-63C4-DEEFEA5D6A2D}"/>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10">
              <a:extLst>
                <a:ext uri="{FF2B5EF4-FFF2-40B4-BE49-F238E27FC236}">
                  <a16:creationId xmlns:a16="http://schemas.microsoft.com/office/drawing/2014/main" id="{0EAE73B5-A29D-A1DF-EF60-A4B6FE55C12C}"/>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13495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of chapter (3)">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11" name="Grupa 11">
            <a:extLst>
              <a:ext uri="{FF2B5EF4-FFF2-40B4-BE49-F238E27FC236}">
                <a16:creationId xmlns:a16="http://schemas.microsoft.com/office/drawing/2014/main" id="{B38402F3-8953-51D8-8D0D-65B22AB27A12}"/>
              </a:ext>
            </a:extLst>
          </p:cNvPr>
          <p:cNvGrpSpPr/>
          <p:nvPr userDrawn="1"/>
        </p:nvGrpSpPr>
        <p:grpSpPr>
          <a:xfrm>
            <a:off x="10271760" y="304437"/>
            <a:ext cx="1470184" cy="161990"/>
            <a:chOff x="1719263" y="3114675"/>
            <a:chExt cx="5705476" cy="628650"/>
          </a:xfrm>
          <a:solidFill>
            <a:srgbClr val="000000"/>
          </a:solidFill>
        </p:grpSpPr>
        <p:sp>
          <p:nvSpPr>
            <p:cNvPr id="12" name="Freeform 5">
              <a:extLst>
                <a:ext uri="{FF2B5EF4-FFF2-40B4-BE49-F238E27FC236}">
                  <a16:creationId xmlns:a16="http://schemas.microsoft.com/office/drawing/2014/main" id="{103298B0-9FF7-02F2-EF52-4CCC639F5C90}"/>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3" name="Freeform 6">
              <a:extLst>
                <a:ext uri="{FF2B5EF4-FFF2-40B4-BE49-F238E27FC236}">
                  <a16:creationId xmlns:a16="http://schemas.microsoft.com/office/drawing/2014/main" id="{19A0E8C6-69AA-BB45-4FAD-832E8AD465A7}"/>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4" name="Freeform 7">
              <a:extLst>
                <a:ext uri="{FF2B5EF4-FFF2-40B4-BE49-F238E27FC236}">
                  <a16:creationId xmlns:a16="http://schemas.microsoft.com/office/drawing/2014/main" id="{C6FECC7B-E7D4-8879-27D3-43FDB50DF75E}"/>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8">
              <a:extLst>
                <a:ext uri="{FF2B5EF4-FFF2-40B4-BE49-F238E27FC236}">
                  <a16:creationId xmlns:a16="http://schemas.microsoft.com/office/drawing/2014/main" id="{EB2F0D02-D5FC-2CD6-FDE0-6FD1CCDC0693}"/>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9">
              <a:extLst>
                <a:ext uri="{FF2B5EF4-FFF2-40B4-BE49-F238E27FC236}">
                  <a16:creationId xmlns:a16="http://schemas.microsoft.com/office/drawing/2014/main" id="{FF5A1443-BB38-D79F-23FB-8000681B9B48}"/>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10">
              <a:extLst>
                <a:ext uri="{FF2B5EF4-FFF2-40B4-BE49-F238E27FC236}">
                  <a16:creationId xmlns:a16="http://schemas.microsoft.com/office/drawing/2014/main" id="{E7FA12A2-B4B7-AD05-A716-57034DAFEB4A}"/>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650208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f chapter (4)">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11" name="Grupa 11">
            <a:extLst>
              <a:ext uri="{FF2B5EF4-FFF2-40B4-BE49-F238E27FC236}">
                <a16:creationId xmlns:a16="http://schemas.microsoft.com/office/drawing/2014/main" id="{2CCCB4C5-B765-136C-736B-297514D6DF41}"/>
              </a:ext>
            </a:extLst>
          </p:cNvPr>
          <p:cNvGrpSpPr/>
          <p:nvPr userDrawn="1"/>
        </p:nvGrpSpPr>
        <p:grpSpPr>
          <a:xfrm>
            <a:off x="10271760" y="304437"/>
            <a:ext cx="1470184" cy="161990"/>
            <a:chOff x="1719263" y="3114675"/>
            <a:chExt cx="5705476" cy="628650"/>
          </a:xfrm>
          <a:solidFill>
            <a:srgbClr val="000000"/>
          </a:solidFill>
        </p:grpSpPr>
        <p:sp>
          <p:nvSpPr>
            <p:cNvPr id="12" name="Freeform 5">
              <a:extLst>
                <a:ext uri="{FF2B5EF4-FFF2-40B4-BE49-F238E27FC236}">
                  <a16:creationId xmlns:a16="http://schemas.microsoft.com/office/drawing/2014/main" id="{F0F01649-7AF1-D1C0-0FE3-99547AAAD5F8}"/>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3" name="Freeform 6">
              <a:extLst>
                <a:ext uri="{FF2B5EF4-FFF2-40B4-BE49-F238E27FC236}">
                  <a16:creationId xmlns:a16="http://schemas.microsoft.com/office/drawing/2014/main" id="{02E49FB8-74DA-CCE9-2451-8B21F32B8849}"/>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4" name="Freeform 7">
              <a:extLst>
                <a:ext uri="{FF2B5EF4-FFF2-40B4-BE49-F238E27FC236}">
                  <a16:creationId xmlns:a16="http://schemas.microsoft.com/office/drawing/2014/main" id="{D9EC047A-A362-0F6F-7352-6062AADD11E5}"/>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8">
              <a:extLst>
                <a:ext uri="{FF2B5EF4-FFF2-40B4-BE49-F238E27FC236}">
                  <a16:creationId xmlns:a16="http://schemas.microsoft.com/office/drawing/2014/main" id="{0209DCDA-2EB6-8CD3-3E08-76BF434DD045}"/>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9">
              <a:extLst>
                <a:ext uri="{FF2B5EF4-FFF2-40B4-BE49-F238E27FC236}">
                  <a16:creationId xmlns:a16="http://schemas.microsoft.com/office/drawing/2014/main" id="{837666B2-F3F4-8740-8D89-088694BFEFCE}"/>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10">
              <a:extLst>
                <a:ext uri="{FF2B5EF4-FFF2-40B4-BE49-F238E27FC236}">
                  <a16:creationId xmlns:a16="http://schemas.microsoft.com/office/drawing/2014/main" id="{6A824489-F920-0109-6C83-2FBD0F776F15}"/>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428483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of chapter (5)">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11" name="Grupa 11">
            <a:extLst>
              <a:ext uri="{FF2B5EF4-FFF2-40B4-BE49-F238E27FC236}">
                <a16:creationId xmlns:a16="http://schemas.microsoft.com/office/drawing/2014/main" id="{2A28976C-343D-4321-401C-CD07B2EE39AE}"/>
              </a:ext>
            </a:extLst>
          </p:cNvPr>
          <p:cNvGrpSpPr/>
          <p:nvPr userDrawn="1"/>
        </p:nvGrpSpPr>
        <p:grpSpPr>
          <a:xfrm>
            <a:off x="10271760" y="304437"/>
            <a:ext cx="1470184" cy="161990"/>
            <a:chOff x="1719263" y="3114675"/>
            <a:chExt cx="5705476" cy="628650"/>
          </a:xfrm>
          <a:solidFill>
            <a:srgbClr val="000000"/>
          </a:solidFill>
        </p:grpSpPr>
        <p:sp>
          <p:nvSpPr>
            <p:cNvPr id="12" name="Freeform 5">
              <a:extLst>
                <a:ext uri="{FF2B5EF4-FFF2-40B4-BE49-F238E27FC236}">
                  <a16:creationId xmlns:a16="http://schemas.microsoft.com/office/drawing/2014/main" id="{94452B00-61B7-3A75-6D68-E8EA20987165}"/>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3" name="Freeform 6">
              <a:extLst>
                <a:ext uri="{FF2B5EF4-FFF2-40B4-BE49-F238E27FC236}">
                  <a16:creationId xmlns:a16="http://schemas.microsoft.com/office/drawing/2014/main" id="{27B69521-0C3B-988F-4D63-C41BC3DC5DB7}"/>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4" name="Freeform 7">
              <a:extLst>
                <a:ext uri="{FF2B5EF4-FFF2-40B4-BE49-F238E27FC236}">
                  <a16:creationId xmlns:a16="http://schemas.microsoft.com/office/drawing/2014/main" id="{43EEF986-8CD4-3F62-555F-7747AA673EF3}"/>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8">
              <a:extLst>
                <a:ext uri="{FF2B5EF4-FFF2-40B4-BE49-F238E27FC236}">
                  <a16:creationId xmlns:a16="http://schemas.microsoft.com/office/drawing/2014/main" id="{F63A738C-D648-D430-86DA-5B13F8CE1860}"/>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6" name="Freeform 9">
              <a:extLst>
                <a:ext uri="{FF2B5EF4-FFF2-40B4-BE49-F238E27FC236}">
                  <a16:creationId xmlns:a16="http://schemas.microsoft.com/office/drawing/2014/main" id="{5ED73AFE-6F6A-8367-78AB-15E57ABFB80B}"/>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7" name="Freeform 10">
              <a:extLst>
                <a:ext uri="{FF2B5EF4-FFF2-40B4-BE49-F238E27FC236}">
                  <a16:creationId xmlns:a16="http://schemas.microsoft.com/office/drawing/2014/main" id="{D11563B1-13A9-6E17-63C5-4342D491A38F}"/>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228657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of chapter (6)">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3" name="Grupa 11">
            <a:extLst>
              <a:ext uri="{FF2B5EF4-FFF2-40B4-BE49-F238E27FC236}">
                <a16:creationId xmlns:a16="http://schemas.microsoft.com/office/drawing/2014/main" id="{7A393DBF-F021-0254-B103-69B8B4B4E259}"/>
              </a:ext>
            </a:extLst>
          </p:cNvPr>
          <p:cNvGrpSpPr/>
          <p:nvPr userDrawn="1"/>
        </p:nvGrpSpPr>
        <p:grpSpPr>
          <a:xfrm>
            <a:off x="10271760" y="304437"/>
            <a:ext cx="1470184" cy="161990"/>
            <a:chOff x="1719263" y="3114675"/>
            <a:chExt cx="5705476" cy="628650"/>
          </a:xfrm>
          <a:solidFill>
            <a:srgbClr val="000000"/>
          </a:solidFill>
        </p:grpSpPr>
        <p:sp>
          <p:nvSpPr>
            <p:cNvPr id="5" name="Freeform 5">
              <a:extLst>
                <a:ext uri="{FF2B5EF4-FFF2-40B4-BE49-F238E27FC236}">
                  <a16:creationId xmlns:a16="http://schemas.microsoft.com/office/drawing/2014/main" id="{845703C2-6084-3B72-ABCD-94D9653DD775}"/>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AF76C84E-5BE4-DDEF-A9C5-741F7717FF39}"/>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9B66D6C8-5035-35C2-9E93-B359361019C8}"/>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8C37A934-0253-2DEB-8AA6-915E2CDF2F27}"/>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91E8B572-D66E-DE9F-E336-1B3743D833DE}"/>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4A63125C-1173-70E6-D140-D9EBB0D6C745}"/>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8964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of chapter (7)">
    <p:spTree>
      <p:nvGrpSpPr>
        <p:cNvPr id="1" name=""/>
        <p:cNvGrpSpPr/>
        <p:nvPr/>
      </p:nvGrpSpPr>
      <p:grpSpPr>
        <a:xfrm>
          <a:off x="0" y="0"/>
          <a:ext cx="0" cy="0"/>
          <a:chOff x="0" y="0"/>
          <a:chExt cx="0" cy="0"/>
        </a:xfrm>
      </p:grpSpPr>
      <p:sp>
        <p:nvSpPr>
          <p:cNvPr id="29" name="Prostokąt 28">
            <a:extLst>
              <a:ext uri="{FF2B5EF4-FFF2-40B4-BE49-F238E27FC236}">
                <a16:creationId xmlns:a16="http://schemas.microsoft.com/office/drawing/2014/main" id="{C8AB68D1-3AF0-4A2B-A402-931948871995}"/>
              </a:ext>
            </a:extLst>
          </p:cNvPr>
          <p:cNvSpPr/>
          <p:nvPr userDrawn="1"/>
        </p:nvSpPr>
        <p:spPr>
          <a:xfrm flipV="1">
            <a:off x="1" y="-6285"/>
            <a:ext cx="12191999" cy="689533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601" dirty="0"/>
          </a:p>
        </p:txBody>
      </p:sp>
      <p:grpSp>
        <p:nvGrpSpPr>
          <p:cNvPr id="30" name="Grupa 29">
            <a:extLst>
              <a:ext uri="{FF2B5EF4-FFF2-40B4-BE49-F238E27FC236}">
                <a16:creationId xmlns:a16="http://schemas.microsoft.com/office/drawing/2014/main" id="{4833BAA3-BCC0-4F5A-964B-CAA636F3B8D5}"/>
              </a:ext>
            </a:extLst>
          </p:cNvPr>
          <p:cNvGrpSpPr/>
          <p:nvPr userDrawn="1"/>
        </p:nvGrpSpPr>
        <p:grpSpPr>
          <a:xfrm>
            <a:off x="4712905" y="-346766"/>
            <a:ext cx="7998432" cy="7695910"/>
            <a:chOff x="4712905" y="-346766"/>
            <a:chExt cx="7998432" cy="7695910"/>
          </a:xfrm>
        </p:grpSpPr>
        <p:sp>
          <p:nvSpPr>
            <p:cNvPr id="31" name="Dowolny kształt: kształt 30">
              <a:extLst>
                <a:ext uri="{FF2B5EF4-FFF2-40B4-BE49-F238E27FC236}">
                  <a16:creationId xmlns:a16="http://schemas.microsoft.com/office/drawing/2014/main" id="{1D6E7D3F-E6B3-4969-BB3A-5D77665D28A6}"/>
                </a:ext>
              </a:extLst>
            </p:cNvPr>
            <p:cNvSpPr/>
            <p:nvPr/>
          </p:nvSpPr>
          <p:spPr>
            <a:xfrm rot="589588">
              <a:off x="7497140" y="759370"/>
              <a:ext cx="2932116" cy="4217233"/>
            </a:xfrm>
            <a:custGeom>
              <a:avLst/>
              <a:gdLst>
                <a:gd name="connsiteX0" fmla="*/ 1713066 w 2216575"/>
                <a:gd name="connsiteY0" fmla="*/ 2111 h 3188077"/>
                <a:gd name="connsiteX1" fmla="*/ 1949114 w 2216575"/>
                <a:gd name="connsiteY1" fmla="*/ 145368 h 3188077"/>
                <a:gd name="connsiteX2" fmla="*/ 1960752 w 2216575"/>
                <a:gd name="connsiteY2" fmla="*/ 197911 h 3188077"/>
                <a:gd name="connsiteX3" fmla="*/ 2216575 w 2216575"/>
                <a:gd name="connsiteY3" fmla="*/ 3188076 h 3188077"/>
                <a:gd name="connsiteX4" fmla="*/ 1044982 w 2216575"/>
                <a:gd name="connsiteY4" fmla="*/ 3188077 h 3188077"/>
                <a:gd name="connsiteX5" fmla="*/ 788007 w 2216575"/>
                <a:gd name="connsiteY5" fmla="*/ 2998902 h 3188077"/>
                <a:gd name="connsiteX6" fmla="*/ 0 w 2216575"/>
                <a:gd name="connsiteY6" fmla="*/ 617051 h 3188077"/>
                <a:gd name="connsiteX7" fmla="*/ 1670094 w 2216575"/>
                <a:gd name="connsiteY7" fmla="*/ 12673 h 3188077"/>
                <a:gd name="connsiteX8" fmla="*/ 1713066 w 2216575"/>
                <a:gd name="connsiteY8" fmla="*/ 2111 h 318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6575" h="3188077">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2" name="Dowolny kształt: kształt 31">
              <a:extLst>
                <a:ext uri="{FF2B5EF4-FFF2-40B4-BE49-F238E27FC236}">
                  <a16:creationId xmlns:a16="http://schemas.microsoft.com/office/drawing/2014/main" id="{ACFE1DF6-6A44-4B40-8441-A863F60DFF6C}"/>
                </a:ext>
              </a:extLst>
            </p:cNvPr>
            <p:cNvSpPr/>
            <p:nvPr userDrawn="1"/>
          </p:nvSpPr>
          <p:spPr>
            <a:xfrm rot="589588">
              <a:off x="7477156" y="-346766"/>
              <a:ext cx="5234181" cy="5509649"/>
            </a:xfrm>
            <a:custGeom>
              <a:avLst/>
              <a:gdLst>
                <a:gd name="connsiteX0" fmla="*/ 4284395 w 5234181"/>
                <a:gd name="connsiteY0" fmla="*/ 0 h 5509649"/>
                <a:gd name="connsiteX1" fmla="*/ 5234181 w 5234181"/>
                <a:gd name="connsiteY1" fmla="*/ 5483577 h 5509649"/>
                <a:gd name="connsiteX2" fmla="*/ 5223577 w 5234181"/>
                <a:gd name="connsiteY2" fmla="*/ 5489305 h 5509649"/>
                <a:gd name="connsiteX3" fmla="*/ 5112781 w 5234181"/>
                <a:gd name="connsiteY3" fmla="*/ 5509649 h 5509649"/>
                <a:gd name="connsiteX4" fmla="*/ 3047188 w 5234181"/>
                <a:gd name="connsiteY4" fmla="*/ 5509649 h 5509649"/>
                <a:gd name="connsiteX5" fmla="*/ 2708782 w 5234181"/>
                <a:gd name="connsiteY5" fmla="*/ 1554217 h 5509649"/>
                <a:gd name="connsiteX6" fmla="*/ 2693387 w 5234181"/>
                <a:gd name="connsiteY6" fmla="*/ 1484713 h 5509649"/>
                <a:gd name="connsiteX7" fmla="*/ 2324295 w 5234181"/>
                <a:gd name="connsiteY7" fmla="*/ 1309182 h 5509649"/>
                <a:gd name="connsiteX8" fmla="*/ 115071 w 5234181"/>
                <a:gd name="connsiteY8" fmla="*/ 2108662 h 5509649"/>
                <a:gd name="connsiteX9" fmla="*/ 13523 w 5234181"/>
                <a:gd name="connsiteY9" fmla="*/ 1801721 h 5509649"/>
                <a:gd name="connsiteX10" fmla="*/ 13935 w 5234181"/>
                <a:gd name="connsiteY10" fmla="*/ 1801550 h 5509649"/>
                <a:gd name="connsiteX11" fmla="*/ 127338 w 5234181"/>
                <a:gd name="connsiteY11" fmla="*/ 1440631 h 5509649"/>
                <a:gd name="connsiteX12" fmla="*/ 1426264 w 5234181"/>
                <a:gd name="connsiteY12" fmla="*/ 495045 h 550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4181" h="5509649">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sp>
          <p:nvSpPr>
            <p:cNvPr id="33" name="Dowolny kształt: kształt 32">
              <a:extLst>
                <a:ext uri="{FF2B5EF4-FFF2-40B4-BE49-F238E27FC236}">
                  <a16:creationId xmlns:a16="http://schemas.microsoft.com/office/drawing/2014/main" id="{FBB88D00-D4B1-41EC-A168-FAB0371117D1}"/>
                </a:ext>
              </a:extLst>
            </p:cNvPr>
            <p:cNvSpPr/>
            <p:nvPr/>
          </p:nvSpPr>
          <p:spPr>
            <a:xfrm rot="589588">
              <a:off x="4712905" y="1343973"/>
              <a:ext cx="5531840" cy="6005171"/>
            </a:xfrm>
            <a:custGeom>
              <a:avLst/>
              <a:gdLst>
                <a:gd name="connsiteX0" fmla="*/ 2510117 w 5531840"/>
                <a:gd name="connsiteY0" fmla="*/ 0 h 6005171"/>
                <a:gd name="connsiteX1" fmla="*/ 3552504 w 5531840"/>
                <a:gd name="connsiteY1" fmla="*/ 3150745 h 6005171"/>
                <a:gd name="connsiteX2" fmla="*/ 3892434 w 5531840"/>
                <a:gd name="connsiteY2" fmla="*/ 3400989 h 6005171"/>
                <a:gd name="connsiteX3" fmla="*/ 5442234 w 5531840"/>
                <a:gd name="connsiteY3" fmla="*/ 3400988 h 6005171"/>
                <a:gd name="connsiteX4" fmla="*/ 5530841 w 5531840"/>
                <a:gd name="connsiteY4" fmla="*/ 4436681 h 6005171"/>
                <a:gd name="connsiteX5" fmla="*/ 5342608 w 5531840"/>
                <a:gd name="connsiteY5" fmla="*/ 4731845 h 6005171"/>
                <a:gd name="connsiteX6" fmla="*/ 3113750 w 5531840"/>
                <a:gd name="connsiteY6" fmla="*/ 5538429 h 6005171"/>
                <a:gd name="connsiteX7" fmla="*/ 419023 w 5531840"/>
                <a:gd name="connsiteY7" fmla="*/ 6005171 h 6005171"/>
                <a:gd name="connsiteX8" fmla="*/ 1000 w 5531840"/>
                <a:gd name="connsiteY8" fmla="*/ 1135055 h 6005171"/>
                <a:gd name="connsiteX9" fmla="*/ 189910 w 5531840"/>
                <a:gd name="connsiteY9" fmla="*/ 839643 h 60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1840" h="6005171">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a:p>
          </p:txBody>
        </p:sp>
      </p:grpSp>
      <p:sp>
        <p:nvSpPr>
          <p:cNvPr id="4" name="Foliennummernplatzhalter 3"/>
          <p:cNvSpPr>
            <a:spLocks noGrp="1"/>
          </p:cNvSpPr>
          <p:nvPr>
            <p:ph type="sldNum" sz="quarter" idx="12"/>
          </p:nvPr>
        </p:nvSpPr>
        <p:spPr/>
        <p:txBody>
          <a:bodyPr/>
          <a:lstStyle>
            <a:lvl1pPr>
              <a:defRPr sz="1200">
                <a:solidFill>
                  <a:schemeClr val="tx1"/>
                </a:solidFill>
              </a:defRPr>
            </a:lvl1pPr>
          </a:lstStyle>
          <a:p>
            <a:fld id="{9DC1E638-3F78-4E0D-883A-B278700C48C0}" type="slidenum">
              <a:rPr lang="pl-PL" smtClean="0"/>
              <a:pPr/>
              <a:t>‹#›</a:t>
            </a:fld>
            <a:endParaRPr lang="pl-PL" dirty="0"/>
          </a:p>
        </p:txBody>
      </p:sp>
      <p:grpSp>
        <p:nvGrpSpPr>
          <p:cNvPr id="55" name="Grupa 54">
            <a:extLst>
              <a:ext uri="{FF2B5EF4-FFF2-40B4-BE49-F238E27FC236}">
                <a16:creationId xmlns:a16="http://schemas.microsoft.com/office/drawing/2014/main" id="{0AD9ED27-A77D-4267-BD01-D2C181E0D7DB}"/>
              </a:ext>
            </a:extLst>
          </p:cNvPr>
          <p:cNvGrpSpPr/>
          <p:nvPr userDrawn="1"/>
        </p:nvGrpSpPr>
        <p:grpSpPr>
          <a:xfrm rot="5400000">
            <a:off x="-3572540" y="3312041"/>
            <a:ext cx="6815472" cy="233918"/>
            <a:chOff x="0" y="-711770"/>
            <a:chExt cx="4642907" cy="564813"/>
          </a:xfrm>
        </p:grpSpPr>
        <p:grpSp>
          <p:nvGrpSpPr>
            <p:cNvPr id="56" name="Grupa 55">
              <a:extLst>
                <a:ext uri="{FF2B5EF4-FFF2-40B4-BE49-F238E27FC236}">
                  <a16:creationId xmlns:a16="http://schemas.microsoft.com/office/drawing/2014/main" id="{A55D3143-A1A8-491D-89B4-3286ABCFBF7B}"/>
                </a:ext>
              </a:extLst>
            </p:cNvPr>
            <p:cNvGrpSpPr/>
            <p:nvPr userDrawn="1"/>
          </p:nvGrpSpPr>
          <p:grpSpPr>
            <a:xfrm>
              <a:off x="791421" y="-711770"/>
              <a:ext cx="685800" cy="564813"/>
              <a:chOff x="304800" y="937146"/>
              <a:chExt cx="1624082" cy="286603"/>
            </a:xfrm>
          </p:grpSpPr>
          <p:sp>
            <p:nvSpPr>
              <p:cNvPr id="77" name="Prostokąt: zaokrąglone rogi 76">
                <a:extLst>
                  <a:ext uri="{FF2B5EF4-FFF2-40B4-BE49-F238E27FC236}">
                    <a16:creationId xmlns:a16="http://schemas.microsoft.com/office/drawing/2014/main" id="{2F701290-F8ED-4555-8F98-1D458EB177AB}"/>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8" name="Prostokąt: zaokrąglone rogi 77">
                <a:extLst>
                  <a:ext uri="{FF2B5EF4-FFF2-40B4-BE49-F238E27FC236}">
                    <a16:creationId xmlns:a16="http://schemas.microsoft.com/office/drawing/2014/main" id="{96257ACA-3D6E-46D3-BC8A-C7A2908EAB1C}"/>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9" name="Prostokąt: zaokrąglone rogi 78">
                <a:extLst>
                  <a:ext uri="{FF2B5EF4-FFF2-40B4-BE49-F238E27FC236}">
                    <a16:creationId xmlns:a16="http://schemas.microsoft.com/office/drawing/2014/main" id="{189CDE56-3784-47CF-AB8C-03184AE7F49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7" name="Grupa 56">
              <a:extLst>
                <a:ext uri="{FF2B5EF4-FFF2-40B4-BE49-F238E27FC236}">
                  <a16:creationId xmlns:a16="http://schemas.microsoft.com/office/drawing/2014/main" id="{19AAF9DF-C614-41DB-B8AF-34C99D8A67D9}"/>
                </a:ext>
              </a:extLst>
            </p:cNvPr>
            <p:cNvGrpSpPr/>
            <p:nvPr userDrawn="1"/>
          </p:nvGrpSpPr>
          <p:grpSpPr>
            <a:xfrm>
              <a:off x="2374263" y="-711770"/>
              <a:ext cx="685800" cy="564813"/>
              <a:chOff x="304800" y="937146"/>
              <a:chExt cx="1624082" cy="286603"/>
            </a:xfrm>
          </p:grpSpPr>
          <p:sp>
            <p:nvSpPr>
              <p:cNvPr id="74" name="Prostokąt: zaokrąglone rogi 73">
                <a:extLst>
                  <a:ext uri="{FF2B5EF4-FFF2-40B4-BE49-F238E27FC236}">
                    <a16:creationId xmlns:a16="http://schemas.microsoft.com/office/drawing/2014/main" id="{0AFD82F9-57F2-4F32-88D4-02FE736C80EF}"/>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5" name="Prostokąt: zaokrąglone rogi 74">
                <a:extLst>
                  <a:ext uri="{FF2B5EF4-FFF2-40B4-BE49-F238E27FC236}">
                    <a16:creationId xmlns:a16="http://schemas.microsoft.com/office/drawing/2014/main" id="{2ACC9F8D-FDEA-4A38-9F9C-E63638DE5023}"/>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Prostokąt: zaokrąglone rogi 75">
                <a:extLst>
                  <a:ext uri="{FF2B5EF4-FFF2-40B4-BE49-F238E27FC236}">
                    <a16:creationId xmlns:a16="http://schemas.microsoft.com/office/drawing/2014/main" id="{17B721C1-312C-476E-87F2-6CC36E530624}"/>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8" name="Grupa 57">
              <a:extLst>
                <a:ext uri="{FF2B5EF4-FFF2-40B4-BE49-F238E27FC236}">
                  <a16:creationId xmlns:a16="http://schemas.microsoft.com/office/drawing/2014/main" id="{7D00BE7E-1127-4A67-AB75-6703D9CE447C}"/>
                </a:ext>
              </a:extLst>
            </p:cNvPr>
            <p:cNvGrpSpPr/>
            <p:nvPr userDrawn="1"/>
          </p:nvGrpSpPr>
          <p:grpSpPr>
            <a:xfrm>
              <a:off x="1582842" y="-711770"/>
              <a:ext cx="685800" cy="564813"/>
              <a:chOff x="304800" y="937146"/>
              <a:chExt cx="1624082" cy="286603"/>
            </a:xfrm>
          </p:grpSpPr>
          <p:sp>
            <p:nvSpPr>
              <p:cNvPr id="71" name="Prostokąt: zaokrąglone rogi 70">
                <a:extLst>
                  <a:ext uri="{FF2B5EF4-FFF2-40B4-BE49-F238E27FC236}">
                    <a16:creationId xmlns:a16="http://schemas.microsoft.com/office/drawing/2014/main" id="{17B7D634-848B-4900-81BB-F14D5B0E5A54}"/>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2" name="Prostokąt: zaokrąglone rogi 71">
                <a:extLst>
                  <a:ext uri="{FF2B5EF4-FFF2-40B4-BE49-F238E27FC236}">
                    <a16:creationId xmlns:a16="http://schemas.microsoft.com/office/drawing/2014/main" id="{131C0E42-38A3-4D22-BDEB-A2C4B52E56E4}"/>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Prostokąt: zaokrąglone rogi 72">
                <a:extLst>
                  <a:ext uri="{FF2B5EF4-FFF2-40B4-BE49-F238E27FC236}">
                    <a16:creationId xmlns:a16="http://schemas.microsoft.com/office/drawing/2014/main" id="{406E8A98-E74F-493C-AFC9-BF52D8AA224E}"/>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upa 58">
              <a:extLst>
                <a:ext uri="{FF2B5EF4-FFF2-40B4-BE49-F238E27FC236}">
                  <a16:creationId xmlns:a16="http://schemas.microsoft.com/office/drawing/2014/main" id="{AC4A8191-AAE1-43B6-AFF6-F2063F145734}"/>
                </a:ext>
              </a:extLst>
            </p:cNvPr>
            <p:cNvGrpSpPr/>
            <p:nvPr userDrawn="1"/>
          </p:nvGrpSpPr>
          <p:grpSpPr>
            <a:xfrm>
              <a:off x="0" y="-711770"/>
              <a:ext cx="685800" cy="564813"/>
              <a:chOff x="304800" y="937146"/>
              <a:chExt cx="1624082" cy="286603"/>
            </a:xfrm>
          </p:grpSpPr>
          <p:sp>
            <p:nvSpPr>
              <p:cNvPr id="68" name="Prostokąt: zaokrąglone rogi 67">
                <a:extLst>
                  <a:ext uri="{FF2B5EF4-FFF2-40B4-BE49-F238E27FC236}">
                    <a16:creationId xmlns:a16="http://schemas.microsoft.com/office/drawing/2014/main" id="{7F4F2C90-FE7F-46BC-8605-7F61B814B25B}"/>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9" name="Prostokąt: zaokrąglone rogi 68">
                <a:extLst>
                  <a:ext uri="{FF2B5EF4-FFF2-40B4-BE49-F238E27FC236}">
                    <a16:creationId xmlns:a16="http://schemas.microsoft.com/office/drawing/2014/main" id="{EADF6930-496C-40F6-AB35-8844A860F703}"/>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Prostokąt: zaokrąglone rogi 69">
                <a:extLst>
                  <a:ext uri="{FF2B5EF4-FFF2-40B4-BE49-F238E27FC236}">
                    <a16:creationId xmlns:a16="http://schemas.microsoft.com/office/drawing/2014/main" id="{F1F525D0-0C23-496D-B15D-69DEDD2CFD5A}"/>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0" name="Grupa 59">
              <a:extLst>
                <a:ext uri="{FF2B5EF4-FFF2-40B4-BE49-F238E27FC236}">
                  <a16:creationId xmlns:a16="http://schemas.microsoft.com/office/drawing/2014/main" id="{4B86C624-217E-412D-A6EE-FFF3D4A4E43D}"/>
                </a:ext>
              </a:extLst>
            </p:cNvPr>
            <p:cNvGrpSpPr/>
            <p:nvPr userDrawn="1"/>
          </p:nvGrpSpPr>
          <p:grpSpPr>
            <a:xfrm>
              <a:off x="3957107" y="-711770"/>
              <a:ext cx="685800" cy="564813"/>
              <a:chOff x="304800" y="937146"/>
              <a:chExt cx="1624082" cy="286603"/>
            </a:xfrm>
          </p:grpSpPr>
          <p:sp>
            <p:nvSpPr>
              <p:cNvPr id="65" name="Prostokąt: zaokrąglone rogi 64">
                <a:extLst>
                  <a:ext uri="{FF2B5EF4-FFF2-40B4-BE49-F238E27FC236}">
                    <a16:creationId xmlns:a16="http://schemas.microsoft.com/office/drawing/2014/main" id="{52081116-3811-4C01-9901-35CAFAB4F38B}"/>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6" name="Prostokąt: zaokrąglone rogi 65">
                <a:extLst>
                  <a:ext uri="{FF2B5EF4-FFF2-40B4-BE49-F238E27FC236}">
                    <a16:creationId xmlns:a16="http://schemas.microsoft.com/office/drawing/2014/main" id="{8D64B893-329F-451F-8DD8-4F20544A7FB7}"/>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Prostokąt: zaokrąglone rogi 66">
                <a:extLst>
                  <a:ext uri="{FF2B5EF4-FFF2-40B4-BE49-F238E27FC236}">
                    <a16:creationId xmlns:a16="http://schemas.microsoft.com/office/drawing/2014/main" id="{9D15A9C2-73ED-47EA-B9AE-93D90CAFEC96}"/>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1" name="Grupa 60">
              <a:extLst>
                <a:ext uri="{FF2B5EF4-FFF2-40B4-BE49-F238E27FC236}">
                  <a16:creationId xmlns:a16="http://schemas.microsoft.com/office/drawing/2014/main" id="{6019405B-58F2-4C20-BA52-7259FAD1DE4A}"/>
                </a:ext>
              </a:extLst>
            </p:cNvPr>
            <p:cNvGrpSpPr/>
            <p:nvPr userDrawn="1"/>
          </p:nvGrpSpPr>
          <p:grpSpPr>
            <a:xfrm>
              <a:off x="3165684" y="-711770"/>
              <a:ext cx="685800" cy="564813"/>
              <a:chOff x="304800" y="937146"/>
              <a:chExt cx="1624082" cy="286603"/>
            </a:xfrm>
          </p:grpSpPr>
          <p:sp>
            <p:nvSpPr>
              <p:cNvPr id="62" name="Prostokąt: zaokrąglone rogi 61">
                <a:extLst>
                  <a:ext uri="{FF2B5EF4-FFF2-40B4-BE49-F238E27FC236}">
                    <a16:creationId xmlns:a16="http://schemas.microsoft.com/office/drawing/2014/main" id="{DEC493E1-3DF7-4B78-A4D9-24CD842C535B}"/>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3" name="Prostokąt: zaokrąglone rogi 62">
                <a:extLst>
                  <a:ext uri="{FF2B5EF4-FFF2-40B4-BE49-F238E27FC236}">
                    <a16:creationId xmlns:a16="http://schemas.microsoft.com/office/drawing/2014/main" id="{553D437C-C68C-4663-BBFF-4E32102FDFF1}"/>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Prostokąt: zaokrąglone rogi 63">
                <a:extLst>
                  <a:ext uri="{FF2B5EF4-FFF2-40B4-BE49-F238E27FC236}">
                    <a16:creationId xmlns:a16="http://schemas.microsoft.com/office/drawing/2014/main" id="{EECD5B65-AC06-49AC-88ED-597261F18A8A}"/>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grpSp>
        <p:nvGrpSpPr>
          <p:cNvPr id="34" name="Grupa 33">
            <a:extLst>
              <a:ext uri="{FF2B5EF4-FFF2-40B4-BE49-F238E27FC236}">
                <a16:creationId xmlns:a16="http://schemas.microsoft.com/office/drawing/2014/main" id="{29CD3F6C-4ED3-4109-8104-25ADD92AAC88}"/>
              </a:ext>
            </a:extLst>
          </p:cNvPr>
          <p:cNvGrpSpPr>
            <a:grpSpLocks noChangeAspect="1"/>
          </p:cNvGrpSpPr>
          <p:nvPr userDrawn="1"/>
        </p:nvGrpSpPr>
        <p:grpSpPr>
          <a:xfrm>
            <a:off x="-2" y="800085"/>
            <a:ext cx="9108000" cy="5412869"/>
            <a:chOff x="-2" y="490062"/>
            <a:chExt cx="8550733" cy="5081686"/>
          </a:xfrm>
        </p:grpSpPr>
        <p:sp>
          <p:nvSpPr>
            <p:cNvPr id="35" name="Dowolny kształt: kształt 34">
              <a:extLst>
                <a:ext uri="{FF2B5EF4-FFF2-40B4-BE49-F238E27FC236}">
                  <a16:creationId xmlns:a16="http://schemas.microsoft.com/office/drawing/2014/main" id="{3D33F858-F4C2-42F0-B682-3889167A8F24}"/>
                </a:ext>
              </a:extLst>
            </p:cNvPr>
            <p:cNvSpPr/>
            <p:nvPr userDrawn="1"/>
          </p:nvSpPr>
          <p:spPr>
            <a:xfrm>
              <a:off x="1" y="5083105"/>
              <a:ext cx="610077" cy="488643"/>
            </a:xfrm>
            <a:custGeom>
              <a:avLst/>
              <a:gdLst>
                <a:gd name="connsiteX0" fmla="*/ 0 w 525341"/>
                <a:gd name="connsiteY0" fmla="*/ 0 h 452715"/>
                <a:gd name="connsiteX1" fmla="*/ 525341 w 525341"/>
                <a:gd name="connsiteY1" fmla="*/ 0 h 452715"/>
                <a:gd name="connsiteX2" fmla="*/ 254077 w 525341"/>
                <a:gd name="connsiteY2" fmla="*/ 356389 h 452715"/>
                <a:gd name="connsiteX3" fmla="*/ 60028 w 525341"/>
                <a:gd name="connsiteY3" fmla="*/ 452715 h 452715"/>
                <a:gd name="connsiteX4" fmla="*/ 0 w 525341"/>
                <a:gd name="connsiteY4" fmla="*/ 452715 h 4527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341" h="452715">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pl-PL" dirty="0"/>
            </a:p>
          </p:txBody>
        </p:sp>
        <p:sp>
          <p:nvSpPr>
            <p:cNvPr id="36" name="Prostokąt: zaokrąglone rogi u góry 35">
              <a:extLst>
                <a:ext uri="{FF2B5EF4-FFF2-40B4-BE49-F238E27FC236}">
                  <a16:creationId xmlns:a16="http://schemas.microsoft.com/office/drawing/2014/main" id="{3033B4C8-D265-4F2E-AE7E-CCD2A4A8F6CC}"/>
                </a:ext>
              </a:extLst>
            </p:cNvPr>
            <p:cNvSpPr/>
            <p:nvPr userDrawn="1"/>
          </p:nvSpPr>
          <p:spPr>
            <a:xfrm rot="5400000">
              <a:off x="1941026" y="-1450966"/>
              <a:ext cx="4668678" cy="8550733"/>
            </a:xfrm>
            <a:prstGeom prst="round2SameRect">
              <a:avLst>
                <a:gd name="adj1" fmla="val 4063"/>
                <a:gd name="adj2"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Aft>
                  <a:spcPts val="600"/>
                </a:spcAft>
              </a:pPr>
              <a:endParaRPr lang="pl-PL" dirty="0">
                <a:solidFill>
                  <a:srgbClr val="000000"/>
                </a:solidFill>
                <a:latin typeface="Geomanist Book" panose="02000503000000020004" pitchFamily="50" charset="-18"/>
              </a:endParaRPr>
            </a:p>
          </p:txBody>
        </p:sp>
      </p:grpSp>
      <p:sp>
        <p:nvSpPr>
          <p:cNvPr id="37" name="Textplatzhalter 2">
            <a:extLst>
              <a:ext uri="{FF2B5EF4-FFF2-40B4-BE49-F238E27FC236}">
                <a16:creationId xmlns:a16="http://schemas.microsoft.com/office/drawing/2014/main" id="{05148BF2-3287-487D-A1B3-52A65F9B6375}"/>
              </a:ext>
            </a:extLst>
          </p:cNvPr>
          <p:cNvSpPr>
            <a:spLocks noGrp="1"/>
          </p:cNvSpPr>
          <p:nvPr>
            <p:ph idx="14"/>
          </p:nvPr>
        </p:nvSpPr>
        <p:spPr>
          <a:xfrm>
            <a:off x="555822" y="1430162"/>
            <a:ext cx="7832528" cy="3765711"/>
          </a:xfrm>
          <a:prstGeom prst="rect">
            <a:avLst/>
          </a:prstGeom>
        </p:spPr>
        <p:txBody>
          <a:bodyPr vert="horz" lIns="0" tIns="0" rIns="0" bIns="0" rtlCol="0" anchor="ctr">
            <a:noAutofit/>
          </a:bodyPr>
          <a:lstStyle>
            <a:lvl1pPr marL="0" indent="0" algn="l">
              <a:lnSpc>
                <a:spcPct val="95000"/>
              </a:lnSpc>
              <a:spcBef>
                <a:spcPts val="0"/>
              </a:spcBef>
              <a:spcAft>
                <a:spcPts val="800"/>
              </a:spcAft>
              <a:buClr>
                <a:schemeClr val="accent1"/>
              </a:buClr>
              <a:buSzPct val="100000"/>
              <a:buNone/>
              <a:defRPr sz="4400">
                <a:solidFill>
                  <a:schemeClr val="bg1"/>
                </a:solidFill>
                <a:latin typeface="Roboto Medium" panose="02000000000000000000" pitchFamily="2" charset="0"/>
                <a:ea typeface="Roboto Medium" panose="02000000000000000000" pitchFamily="2" charset="0"/>
                <a:cs typeface="Calibri" panose="020F0502020204030204" pitchFamily="34" charset="0"/>
              </a:defRPr>
            </a:lvl1pPr>
            <a:lvl2pPr marL="719982" indent="-383990">
              <a:lnSpc>
                <a:spcPct val="95000"/>
              </a:lnSpc>
              <a:spcBef>
                <a:spcPts val="0"/>
              </a:spcBef>
              <a:spcAft>
                <a:spcPts val="600"/>
              </a:spcAft>
              <a:buClr>
                <a:schemeClr val="accent1"/>
              </a:buClr>
              <a:buSzPct val="90000"/>
              <a:defRPr sz="2000">
                <a:solidFill>
                  <a:schemeClr val="bg1"/>
                </a:solidFill>
                <a:latin typeface="Calibri" panose="020F0502020204030204" pitchFamily="34" charset="0"/>
                <a:cs typeface="Calibri" panose="020F0502020204030204" pitchFamily="34" charset="0"/>
              </a:defRPr>
            </a:lvl2pPr>
            <a:lvl3pPr marL="1055974" indent="-287993">
              <a:lnSpc>
                <a:spcPct val="95000"/>
              </a:lnSpc>
              <a:spcBef>
                <a:spcPts val="0"/>
              </a:spcBef>
              <a:spcAft>
                <a:spcPts val="600"/>
              </a:spcAft>
              <a:buSzPct val="90000"/>
              <a:defRPr sz="2000">
                <a:solidFill>
                  <a:schemeClr val="bg1"/>
                </a:solidFill>
                <a:latin typeface="Calibri" panose="020F0502020204030204" pitchFamily="34" charset="0"/>
                <a:cs typeface="Calibri" panose="020F0502020204030204" pitchFamily="34" charset="0"/>
              </a:defRPr>
            </a:lvl3pPr>
          </a:lstStyle>
          <a:p>
            <a:pPr lvl="0"/>
            <a:r>
              <a:rPr lang="en-US" noProof="0" dirty="0"/>
              <a:t>Click to edit Master text styles</a:t>
            </a:r>
            <a:endParaRPr lang="pl-PL" noProof="0" dirty="0"/>
          </a:p>
        </p:txBody>
      </p:sp>
      <p:grpSp>
        <p:nvGrpSpPr>
          <p:cNvPr id="3" name="Grupa 11">
            <a:extLst>
              <a:ext uri="{FF2B5EF4-FFF2-40B4-BE49-F238E27FC236}">
                <a16:creationId xmlns:a16="http://schemas.microsoft.com/office/drawing/2014/main" id="{FB956055-1DDD-2F99-0538-15DC2E63EA87}"/>
              </a:ext>
            </a:extLst>
          </p:cNvPr>
          <p:cNvGrpSpPr/>
          <p:nvPr userDrawn="1"/>
        </p:nvGrpSpPr>
        <p:grpSpPr>
          <a:xfrm>
            <a:off x="10271760" y="304437"/>
            <a:ext cx="1470184" cy="161990"/>
            <a:chOff x="1719263" y="3114675"/>
            <a:chExt cx="5705476" cy="628650"/>
          </a:xfrm>
          <a:solidFill>
            <a:srgbClr val="000000"/>
          </a:solidFill>
        </p:grpSpPr>
        <p:sp>
          <p:nvSpPr>
            <p:cNvPr id="5" name="Freeform 5">
              <a:extLst>
                <a:ext uri="{FF2B5EF4-FFF2-40B4-BE49-F238E27FC236}">
                  <a16:creationId xmlns:a16="http://schemas.microsoft.com/office/drawing/2014/main" id="{26E50B7C-5623-C24C-0B87-8C6002CCFC8B}"/>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334E7722-890A-13AB-9511-D274B2812158}"/>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D4429F29-108D-1DD8-2254-7477B905A27D}"/>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4AB18CD9-F877-3017-B0B0-E49646DC1734}"/>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8904C428-D5D3-1E94-4D57-6300AD912784}"/>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D68D3FF0-DF1A-C79E-48B1-3437090861EE}"/>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219048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blue)">
    <p:bg>
      <p:bgPr>
        <a:solidFill>
          <a:schemeClr val="accent1"/>
        </a:solidFill>
        <a:effectLst/>
      </p:bgPr>
    </p:bg>
    <p:spTree>
      <p:nvGrpSpPr>
        <p:cNvPr id="1" name=""/>
        <p:cNvGrpSpPr/>
        <p:nvPr/>
      </p:nvGrpSpPr>
      <p:grpSpPr>
        <a:xfrm>
          <a:off x="0" y="0"/>
          <a:ext cx="0" cy="0"/>
          <a:chOff x="0" y="0"/>
          <a:chExt cx="0" cy="0"/>
        </a:xfrm>
      </p:grpSpPr>
      <p:sp>
        <p:nvSpPr>
          <p:cNvPr id="34" name="Prostokąt 33">
            <a:extLst>
              <a:ext uri="{FF2B5EF4-FFF2-40B4-BE49-F238E27FC236}">
                <a16:creationId xmlns:a16="http://schemas.microsoft.com/office/drawing/2014/main" id="{F6FB5C9C-1DF4-4568-A51F-75196DD81FE8}"/>
              </a:ext>
            </a:extLst>
          </p:cNvPr>
          <p:cNvSpPr/>
          <p:nvPr userDrawn="1"/>
        </p:nvSpPr>
        <p:spPr bwMode="auto">
          <a:xfrm>
            <a:off x="-18186" y="0"/>
            <a:ext cx="12192000" cy="6858000"/>
          </a:xfrm>
          <a:prstGeom prst="rect">
            <a:avLst/>
          </a:prstGeom>
          <a:solidFill>
            <a:schemeClr val="accent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55" name="Prostokąt 54">
            <a:extLst>
              <a:ext uri="{FF2B5EF4-FFF2-40B4-BE49-F238E27FC236}">
                <a16:creationId xmlns:a16="http://schemas.microsoft.com/office/drawing/2014/main" id="{1F882F9E-1893-46FF-83A1-5F774F029344}"/>
              </a:ext>
            </a:extLst>
          </p:cNvPr>
          <p:cNvSpPr/>
          <p:nvPr/>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pic>
        <p:nvPicPr>
          <p:cNvPr id="7" name="Obraz 6">
            <a:extLst>
              <a:ext uri="{FF2B5EF4-FFF2-40B4-BE49-F238E27FC236}">
                <a16:creationId xmlns:a16="http://schemas.microsoft.com/office/drawing/2014/main" id="{BCE3F246-6D30-4A6A-ADAF-E173987111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74" name="Prostokąt 54">
            <a:extLst>
              <a:ext uri="{FF2B5EF4-FFF2-40B4-BE49-F238E27FC236}">
                <a16:creationId xmlns:a16="http://schemas.microsoft.com/office/drawing/2014/main" id="{1F882F9E-1893-46FF-83A1-5F774F029344}"/>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75" name="Prostokąt 54">
            <a:extLst>
              <a:ext uri="{FF2B5EF4-FFF2-40B4-BE49-F238E27FC236}">
                <a16:creationId xmlns:a16="http://schemas.microsoft.com/office/drawing/2014/main" id="{1F882F9E-1893-46FF-83A1-5F774F029344}"/>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76" name="Prostokąt 54">
            <a:extLst>
              <a:ext uri="{FF2B5EF4-FFF2-40B4-BE49-F238E27FC236}">
                <a16:creationId xmlns:a16="http://schemas.microsoft.com/office/drawing/2014/main" id="{1F882F9E-1893-46FF-83A1-5F774F029344}"/>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22" name="Graphic 21">
            <a:extLst>
              <a:ext uri="{FF2B5EF4-FFF2-40B4-BE49-F238E27FC236}">
                <a16:creationId xmlns:a16="http://schemas.microsoft.com/office/drawing/2014/main" id="{6F3DADD8-ADFF-492B-9302-03A332DC606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23" name="Graphic 22">
            <a:extLst>
              <a:ext uri="{FF2B5EF4-FFF2-40B4-BE49-F238E27FC236}">
                <a16:creationId xmlns:a16="http://schemas.microsoft.com/office/drawing/2014/main" id="{9E405A28-0748-4DB9-B765-EEF1C1FE354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24" name="Graphic 23">
            <a:extLst>
              <a:ext uri="{FF2B5EF4-FFF2-40B4-BE49-F238E27FC236}">
                <a16:creationId xmlns:a16="http://schemas.microsoft.com/office/drawing/2014/main" id="{002E5858-1799-469A-B905-2DE794023A7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25" name="Graphic 24">
            <a:extLst>
              <a:ext uri="{FF2B5EF4-FFF2-40B4-BE49-F238E27FC236}">
                <a16:creationId xmlns:a16="http://schemas.microsoft.com/office/drawing/2014/main" id="{CEB9CD8C-60C4-4617-8B7F-6E82B371FB2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26" name="Graphic 25">
            <a:extLst>
              <a:ext uri="{FF2B5EF4-FFF2-40B4-BE49-F238E27FC236}">
                <a16:creationId xmlns:a16="http://schemas.microsoft.com/office/drawing/2014/main" id="{1D18EC7B-F121-480D-A60E-0EC53F4849CA}"/>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95590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turquoise)">
    <p:bg>
      <p:bgPr>
        <a:solidFill>
          <a:schemeClr val="bg2"/>
        </a:solidFill>
        <a:effectLst/>
      </p:bgPr>
    </p:bg>
    <p:spTree>
      <p:nvGrpSpPr>
        <p:cNvPr id="1" name=""/>
        <p:cNvGrpSpPr/>
        <p:nvPr/>
      </p:nvGrpSpPr>
      <p:grpSpPr>
        <a:xfrm>
          <a:off x="0" y="0"/>
          <a:ext cx="0" cy="0"/>
          <a:chOff x="0" y="0"/>
          <a:chExt cx="0" cy="0"/>
        </a:xfrm>
      </p:grpSpPr>
      <p:sp>
        <p:nvSpPr>
          <p:cNvPr id="33" name="Prostokąt 32">
            <a:extLst>
              <a:ext uri="{FF2B5EF4-FFF2-40B4-BE49-F238E27FC236}">
                <a16:creationId xmlns:a16="http://schemas.microsoft.com/office/drawing/2014/main" id="{2C88A7F9-9CD3-4A89-8868-9B2AE1FA25CC}"/>
              </a:ext>
            </a:extLst>
          </p:cNvPr>
          <p:cNvSpPr/>
          <p:nvPr userDrawn="1"/>
        </p:nvSpPr>
        <p:spPr bwMode="auto">
          <a:xfrm>
            <a:off x="0" y="0"/>
            <a:ext cx="12192000" cy="6858000"/>
          </a:xfrm>
          <a:prstGeom prst="rect">
            <a:avLst/>
          </a:prstGeom>
          <a:solidFill>
            <a:schemeClr val="bg2"/>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14CF2A79-0052-4582-877F-8B222B848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12" name="Prostokąt 54">
            <a:extLst>
              <a:ext uri="{FF2B5EF4-FFF2-40B4-BE49-F238E27FC236}">
                <a16:creationId xmlns:a16="http://schemas.microsoft.com/office/drawing/2014/main" id="{92E4D260-A3C9-1C3D-6F06-755915ABAA85}"/>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13" name="Prostokąt 54">
            <a:extLst>
              <a:ext uri="{FF2B5EF4-FFF2-40B4-BE49-F238E27FC236}">
                <a16:creationId xmlns:a16="http://schemas.microsoft.com/office/drawing/2014/main" id="{C6311254-73EA-DC40-F715-9645C5E0C23E}"/>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14" name="Prostokąt 54">
            <a:extLst>
              <a:ext uri="{FF2B5EF4-FFF2-40B4-BE49-F238E27FC236}">
                <a16:creationId xmlns:a16="http://schemas.microsoft.com/office/drawing/2014/main" id="{F86CB07A-5639-DECC-F990-262D728C2BBF}"/>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20" name="Prostokąt 54">
            <a:extLst>
              <a:ext uri="{FF2B5EF4-FFF2-40B4-BE49-F238E27FC236}">
                <a16:creationId xmlns:a16="http://schemas.microsoft.com/office/drawing/2014/main" id="{00248D5B-956B-23F3-1ACF-E43D8AC948C4}"/>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21" name="Graphic 20">
            <a:extLst>
              <a:ext uri="{FF2B5EF4-FFF2-40B4-BE49-F238E27FC236}">
                <a16:creationId xmlns:a16="http://schemas.microsoft.com/office/drawing/2014/main" id="{B5CDE06B-F834-70E3-9FD0-A952AA1509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22" name="Graphic 21">
            <a:extLst>
              <a:ext uri="{FF2B5EF4-FFF2-40B4-BE49-F238E27FC236}">
                <a16:creationId xmlns:a16="http://schemas.microsoft.com/office/drawing/2014/main" id="{ED590132-4A33-BDD6-CE2A-66A6467DAA9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23" name="Graphic 22">
            <a:extLst>
              <a:ext uri="{FF2B5EF4-FFF2-40B4-BE49-F238E27FC236}">
                <a16:creationId xmlns:a16="http://schemas.microsoft.com/office/drawing/2014/main" id="{FCA8A86C-5615-CF5F-9367-D7295BF4E48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24" name="Graphic 23">
            <a:extLst>
              <a:ext uri="{FF2B5EF4-FFF2-40B4-BE49-F238E27FC236}">
                <a16:creationId xmlns:a16="http://schemas.microsoft.com/office/drawing/2014/main" id="{0AA69F49-B6A5-5424-1D15-D6849061C8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25" name="Graphic 24">
            <a:extLst>
              <a:ext uri="{FF2B5EF4-FFF2-40B4-BE49-F238E27FC236}">
                <a16:creationId xmlns:a16="http://schemas.microsoft.com/office/drawing/2014/main" id="{4A2EFDA7-A993-D3A4-21D2-41F1B04360E9}"/>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84993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_CZ_Slide with the slogan (turquoise)">
    <p:bg>
      <p:bgPr>
        <a:solidFill>
          <a:schemeClr val="bg2"/>
        </a:solidFill>
        <a:effectLst/>
      </p:bgPr>
    </p:bg>
    <p:spTree>
      <p:nvGrpSpPr>
        <p:cNvPr id="1" name=""/>
        <p:cNvGrpSpPr/>
        <p:nvPr/>
      </p:nvGrpSpPr>
      <p:grpSpPr>
        <a:xfrm>
          <a:off x="0" y="0"/>
          <a:ext cx="0" cy="0"/>
          <a:chOff x="0" y="0"/>
          <a:chExt cx="0" cy="0"/>
        </a:xfrm>
      </p:grpSpPr>
      <p:sp>
        <p:nvSpPr>
          <p:cNvPr id="33" name="Prostokąt 32">
            <a:extLst>
              <a:ext uri="{FF2B5EF4-FFF2-40B4-BE49-F238E27FC236}">
                <a16:creationId xmlns:a16="http://schemas.microsoft.com/office/drawing/2014/main" id="{2C88A7F9-9CD3-4A89-8868-9B2AE1FA25CC}"/>
              </a:ext>
            </a:extLst>
          </p:cNvPr>
          <p:cNvSpPr/>
          <p:nvPr userDrawn="1"/>
        </p:nvSpPr>
        <p:spPr bwMode="auto">
          <a:xfrm>
            <a:off x="0" y="0"/>
            <a:ext cx="12192000" cy="6858000"/>
          </a:xfrm>
          <a:prstGeom prst="rect">
            <a:avLst/>
          </a:prstGeom>
          <a:solidFill>
            <a:schemeClr val="bg2"/>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14CF2A79-0052-4582-877F-8B222B848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12" name="Prostokąt 54">
            <a:extLst>
              <a:ext uri="{FF2B5EF4-FFF2-40B4-BE49-F238E27FC236}">
                <a16:creationId xmlns:a16="http://schemas.microsoft.com/office/drawing/2014/main" id="{92E4D260-A3C9-1C3D-6F06-755915ABAA85}"/>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13" name="Prostokąt 54">
            <a:extLst>
              <a:ext uri="{FF2B5EF4-FFF2-40B4-BE49-F238E27FC236}">
                <a16:creationId xmlns:a16="http://schemas.microsoft.com/office/drawing/2014/main" id="{C6311254-73EA-DC40-F715-9645C5E0C23E}"/>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pl-PL"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Budějovická 778/3a</a:t>
            </a:r>
          </a:p>
          <a:p>
            <a:pPr>
              <a:lnSpc>
                <a:spcPct val="150000"/>
              </a:lnSpc>
            </a:pPr>
            <a:r>
              <a:rPr lang="pl-PL"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140 00 Praha 4, Czech Republic</a:t>
            </a:r>
            <a:endPar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14" name="Prostokąt 54">
            <a:extLst>
              <a:ext uri="{FF2B5EF4-FFF2-40B4-BE49-F238E27FC236}">
                <a16:creationId xmlns:a16="http://schemas.microsoft.com/office/drawing/2014/main" id="{F86CB07A-5639-DECC-F990-262D728C2BBF}"/>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+420 234 292 500</a:t>
            </a: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20" name="Prostokąt 54">
            <a:extLst>
              <a:ext uri="{FF2B5EF4-FFF2-40B4-BE49-F238E27FC236}">
                <a16:creationId xmlns:a16="http://schemas.microsoft.com/office/drawing/2014/main" id="{00248D5B-956B-23F3-1ACF-E43D8AC948C4}"/>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21" name="Graphic 20">
            <a:extLst>
              <a:ext uri="{FF2B5EF4-FFF2-40B4-BE49-F238E27FC236}">
                <a16:creationId xmlns:a16="http://schemas.microsoft.com/office/drawing/2014/main" id="{B5CDE06B-F834-70E3-9FD0-A952AA1509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22" name="Graphic 21">
            <a:extLst>
              <a:ext uri="{FF2B5EF4-FFF2-40B4-BE49-F238E27FC236}">
                <a16:creationId xmlns:a16="http://schemas.microsoft.com/office/drawing/2014/main" id="{ED590132-4A33-BDD6-CE2A-66A6467DAA9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23" name="Graphic 22">
            <a:extLst>
              <a:ext uri="{FF2B5EF4-FFF2-40B4-BE49-F238E27FC236}">
                <a16:creationId xmlns:a16="http://schemas.microsoft.com/office/drawing/2014/main" id="{FCA8A86C-5615-CF5F-9367-D7295BF4E48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24" name="Graphic 23">
            <a:extLst>
              <a:ext uri="{FF2B5EF4-FFF2-40B4-BE49-F238E27FC236}">
                <a16:creationId xmlns:a16="http://schemas.microsoft.com/office/drawing/2014/main" id="{0AA69F49-B6A5-5424-1D15-D6849061C84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25" name="Graphic 24">
            <a:extLst>
              <a:ext uri="{FF2B5EF4-FFF2-40B4-BE49-F238E27FC236}">
                <a16:creationId xmlns:a16="http://schemas.microsoft.com/office/drawing/2014/main" id="{4A2EFDA7-A993-D3A4-21D2-41F1B04360E9}"/>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1345939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green)">
    <p:bg>
      <p:bgPr>
        <a:solidFill>
          <a:schemeClr val="bg2"/>
        </a:solidFill>
        <a:effectLst/>
      </p:bgPr>
    </p:bg>
    <p:spTree>
      <p:nvGrpSpPr>
        <p:cNvPr id="1" name=""/>
        <p:cNvGrpSpPr/>
        <p:nvPr/>
      </p:nvGrpSpPr>
      <p:grpSpPr>
        <a:xfrm>
          <a:off x="0" y="0"/>
          <a:ext cx="0" cy="0"/>
          <a:chOff x="0" y="0"/>
          <a:chExt cx="0" cy="0"/>
        </a:xfrm>
      </p:grpSpPr>
      <p:sp>
        <p:nvSpPr>
          <p:cNvPr id="33" name="Prostokąt 32">
            <a:extLst>
              <a:ext uri="{FF2B5EF4-FFF2-40B4-BE49-F238E27FC236}">
                <a16:creationId xmlns:a16="http://schemas.microsoft.com/office/drawing/2014/main" id="{2C88A7F9-9CD3-4A89-8868-9B2AE1FA25CC}"/>
              </a:ext>
            </a:extLst>
          </p:cNvPr>
          <p:cNvSpPr/>
          <p:nvPr userDrawn="1"/>
        </p:nvSpPr>
        <p:spPr bwMode="auto">
          <a:xfrm>
            <a:off x="0" y="0"/>
            <a:ext cx="12192000" cy="6858000"/>
          </a:xfrm>
          <a:prstGeom prst="rect">
            <a:avLst/>
          </a:prstGeom>
          <a:solidFill>
            <a:schemeClr val="accent2"/>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14CF2A79-0052-4582-877F-8B222B848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2" name="Prostokąt 54">
            <a:extLst>
              <a:ext uri="{FF2B5EF4-FFF2-40B4-BE49-F238E27FC236}">
                <a16:creationId xmlns:a16="http://schemas.microsoft.com/office/drawing/2014/main" id="{3DD29596-5A24-0D4E-D891-B391E832AA26}"/>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8AA13EBA-6BFA-62DE-95B2-2E2444E0A7F5}"/>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5" name="Prostokąt 54">
            <a:extLst>
              <a:ext uri="{FF2B5EF4-FFF2-40B4-BE49-F238E27FC236}">
                <a16:creationId xmlns:a16="http://schemas.microsoft.com/office/drawing/2014/main" id="{923C2138-79EB-4F19-A73E-8CC8FC40B97B}"/>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6" name="Prostokąt 54">
            <a:extLst>
              <a:ext uri="{FF2B5EF4-FFF2-40B4-BE49-F238E27FC236}">
                <a16:creationId xmlns:a16="http://schemas.microsoft.com/office/drawing/2014/main" id="{8F9F113A-34A5-5BA7-49BE-14F883C18CD3}"/>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7" name="Graphic 6">
            <a:extLst>
              <a:ext uri="{FF2B5EF4-FFF2-40B4-BE49-F238E27FC236}">
                <a16:creationId xmlns:a16="http://schemas.microsoft.com/office/drawing/2014/main" id="{8F71ACA9-26D1-D9E4-EDF3-AE99236C6D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38406B98-EC5F-237A-CDC7-F70CF9F8829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C9A1C1B2-E5B0-64E1-4754-16C3B20EC5A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746C8E16-9330-4669-F8E6-168A6F25400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2FF837CD-0E00-8445-3DD3-F5250A6C1A2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1892759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purple)">
    <p:bg>
      <p:bgPr>
        <a:solidFill>
          <a:schemeClr val="bg2"/>
        </a:solidFill>
        <a:effectLst/>
      </p:bgPr>
    </p:bg>
    <p:spTree>
      <p:nvGrpSpPr>
        <p:cNvPr id="1" name=""/>
        <p:cNvGrpSpPr/>
        <p:nvPr/>
      </p:nvGrpSpPr>
      <p:grpSpPr>
        <a:xfrm>
          <a:off x="0" y="0"/>
          <a:ext cx="0" cy="0"/>
          <a:chOff x="0" y="0"/>
          <a:chExt cx="0" cy="0"/>
        </a:xfrm>
      </p:grpSpPr>
      <p:sp>
        <p:nvSpPr>
          <p:cNvPr id="33" name="Prostokąt 32">
            <a:extLst>
              <a:ext uri="{FF2B5EF4-FFF2-40B4-BE49-F238E27FC236}">
                <a16:creationId xmlns:a16="http://schemas.microsoft.com/office/drawing/2014/main" id="{2C88A7F9-9CD3-4A89-8868-9B2AE1FA25CC}"/>
              </a:ext>
            </a:extLst>
          </p:cNvPr>
          <p:cNvSpPr/>
          <p:nvPr userDrawn="1"/>
        </p:nvSpPr>
        <p:spPr bwMode="auto">
          <a:xfrm>
            <a:off x="0" y="0"/>
            <a:ext cx="12192000" cy="6858000"/>
          </a:xfrm>
          <a:prstGeom prst="rect">
            <a:avLst/>
          </a:prstGeom>
          <a:solidFill>
            <a:schemeClr val="accent3"/>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14CF2A79-0052-4582-877F-8B222B848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2" name="Prostokąt 54">
            <a:extLst>
              <a:ext uri="{FF2B5EF4-FFF2-40B4-BE49-F238E27FC236}">
                <a16:creationId xmlns:a16="http://schemas.microsoft.com/office/drawing/2014/main" id="{E8255C55-0DEE-D71F-F7BF-B19E1B40B98D}"/>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E4C92E48-0FA6-E216-23CF-97623552DF39}"/>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5" name="Prostokąt 54">
            <a:extLst>
              <a:ext uri="{FF2B5EF4-FFF2-40B4-BE49-F238E27FC236}">
                <a16:creationId xmlns:a16="http://schemas.microsoft.com/office/drawing/2014/main" id="{879AAD60-9CAA-31D7-8A35-EEBA368CC903}"/>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6" name="Prostokąt 54">
            <a:extLst>
              <a:ext uri="{FF2B5EF4-FFF2-40B4-BE49-F238E27FC236}">
                <a16:creationId xmlns:a16="http://schemas.microsoft.com/office/drawing/2014/main" id="{BD633097-0FFA-8785-7DB6-02A3D4B3316F}"/>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7" name="Graphic 6">
            <a:extLst>
              <a:ext uri="{FF2B5EF4-FFF2-40B4-BE49-F238E27FC236}">
                <a16:creationId xmlns:a16="http://schemas.microsoft.com/office/drawing/2014/main" id="{030E3F64-A7FA-C8EA-9B4A-CD81AB35CB7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A88FB7C8-27E2-3F0B-7428-5C9021646B3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97496BBD-EB0A-BC8C-E42A-6CC40BA6D4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BDAAE8DC-1F53-587B-470D-B1D87FC7CE2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7A60657E-844D-4182-A2F2-41ACC63AE957}"/>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277749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red)">
    <p:bg>
      <p:bgPr>
        <a:solidFill>
          <a:schemeClr val="bg2"/>
        </a:solidFill>
        <a:effectLst/>
      </p:bgPr>
    </p:bg>
    <p:spTree>
      <p:nvGrpSpPr>
        <p:cNvPr id="1" name=""/>
        <p:cNvGrpSpPr/>
        <p:nvPr/>
      </p:nvGrpSpPr>
      <p:grpSpPr>
        <a:xfrm>
          <a:off x="0" y="0"/>
          <a:ext cx="0" cy="0"/>
          <a:chOff x="0" y="0"/>
          <a:chExt cx="0" cy="0"/>
        </a:xfrm>
      </p:grpSpPr>
      <p:sp>
        <p:nvSpPr>
          <p:cNvPr id="33" name="Prostokąt 32">
            <a:extLst>
              <a:ext uri="{FF2B5EF4-FFF2-40B4-BE49-F238E27FC236}">
                <a16:creationId xmlns:a16="http://schemas.microsoft.com/office/drawing/2014/main" id="{2C88A7F9-9CD3-4A89-8868-9B2AE1FA25CC}"/>
              </a:ext>
            </a:extLst>
          </p:cNvPr>
          <p:cNvSpPr/>
          <p:nvPr userDrawn="1"/>
        </p:nvSpPr>
        <p:spPr bwMode="auto">
          <a:xfrm>
            <a:off x="0" y="0"/>
            <a:ext cx="12192000" cy="6858000"/>
          </a:xfrm>
          <a:prstGeom prst="rect">
            <a:avLst/>
          </a:prstGeom>
          <a:solidFill>
            <a:schemeClr val="accent5"/>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14CF2A79-0052-4582-877F-8B222B848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2" name="Prostokąt 54">
            <a:extLst>
              <a:ext uri="{FF2B5EF4-FFF2-40B4-BE49-F238E27FC236}">
                <a16:creationId xmlns:a16="http://schemas.microsoft.com/office/drawing/2014/main" id="{CABC1795-5FFA-F44A-62E2-689D50538A41}"/>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EC82143C-29DC-8271-FE42-DA17FBF29E6E}"/>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5" name="Prostokąt 54">
            <a:extLst>
              <a:ext uri="{FF2B5EF4-FFF2-40B4-BE49-F238E27FC236}">
                <a16:creationId xmlns:a16="http://schemas.microsoft.com/office/drawing/2014/main" id="{AC4267E1-8EE4-3B47-D517-A91EBBE6ED5C}"/>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6" name="Prostokąt 54">
            <a:extLst>
              <a:ext uri="{FF2B5EF4-FFF2-40B4-BE49-F238E27FC236}">
                <a16:creationId xmlns:a16="http://schemas.microsoft.com/office/drawing/2014/main" id="{9F6AE9F1-4105-F453-F0E0-F6D1D5ECFB29}"/>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7" name="Graphic 6">
            <a:extLst>
              <a:ext uri="{FF2B5EF4-FFF2-40B4-BE49-F238E27FC236}">
                <a16:creationId xmlns:a16="http://schemas.microsoft.com/office/drawing/2014/main" id="{646B1925-647B-FAED-E6E2-67FE132638C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2309F8EC-A58E-CCBA-5558-8CE523FFE01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D0C8D9AA-E693-EF1E-7BE6-8536F1684D0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8EB33634-90AE-AC24-3581-BE60C2C15F1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27F59033-421C-ED48-785C-CFAD493B2DD8}"/>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410095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yellow)">
    <p:bg>
      <p:bgPr>
        <a:solidFill>
          <a:schemeClr val="accent1"/>
        </a:solidFill>
        <a:effectLst/>
      </p:bgPr>
    </p:bg>
    <p:spTree>
      <p:nvGrpSpPr>
        <p:cNvPr id="1" name=""/>
        <p:cNvGrpSpPr/>
        <p:nvPr/>
      </p:nvGrpSpPr>
      <p:grpSpPr>
        <a:xfrm>
          <a:off x="0" y="0"/>
          <a:ext cx="0" cy="0"/>
          <a:chOff x="0" y="0"/>
          <a:chExt cx="0" cy="0"/>
        </a:xfrm>
      </p:grpSpPr>
      <p:sp>
        <p:nvSpPr>
          <p:cNvPr id="34" name="Prostokąt 33">
            <a:extLst>
              <a:ext uri="{FF2B5EF4-FFF2-40B4-BE49-F238E27FC236}">
                <a16:creationId xmlns:a16="http://schemas.microsoft.com/office/drawing/2014/main" id="{F6FB5C9C-1DF4-4568-A51F-75196DD81FE8}"/>
              </a:ext>
            </a:extLst>
          </p:cNvPr>
          <p:cNvSpPr/>
          <p:nvPr userDrawn="1"/>
        </p:nvSpPr>
        <p:spPr bwMode="auto">
          <a:xfrm>
            <a:off x="0" y="0"/>
            <a:ext cx="12192000" cy="6858000"/>
          </a:xfrm>
          <a:prstGeom prst="rect">
            <a:avLst/>
          </a:prstGeom>
          <a:solidFill>
            <a:schemeClr val="accent6"/>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7" name="Obraz 6">
            <a:extLst>
              <a:ext uri="{FF2B5EF4-FFF2-40B4-BE49-F238E27FC236}">
                <a16:creationId xmlns:a16="http://schemas.microsoft.com/office/drawing/2014/main" id="{BCE3F246-6D30-4A6A-ADAF-E173987111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43640"/>
            <a:ext cx="8165656" cy="1750237"/>
          </a:xfrm>
          <a:prstGeom prst="rect">
            <a:avLst/>
          </a:prstGeom>
        </p:spPr>
      </p:pic>
      <p:sp>
        <p:nvSpPr>
          <p:cNvPr id="2" name="Prostokąt 54">
            <a:extLst>
              <a:ext uri="{FF2B5EF4-FFF2-40B4-BE49-F238E27FC236}">
                <a16:creationId xmlns:a16="http://schemas.microsoft.com/office/drawing/2014/main" id="{4BA1ABCD-6662-FC28-5AEA-F052F8290DF0}"/>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tx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AE65B1F9-7D62-F905-CBD3-606D9BB121F3}"/>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4" name="Prostokąt 54">
            <a:extLst>
              <a:ext uri="{FF2B5EF4-FFF2-40B4-BE49-F238E27FC236}">
                <a16:creationId xmlns:a16="http://schemas.microsoft.com/office/drawing/2014/main" id="{65532F3C-AAC3-1E4F-8CAA-25AE125F5B7C}"/>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5" name="Prostokąt 54">
            <a:extLst>
              <a:ext uri="{FF2B5EF4-FFF2-40B4-BE49-F238E27FC236}">
                <a16:creationId xmlns:a16="http://schemas.microsoft.com/office/drawing/2014/main" id="{4CF90654-B060-966F-E5FF-CC431DDC2F18}"/>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tx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6" name="Graphic 5">
            <a:extLst>
              <a:ext uri="{FF2B5EF4-FFF2-40B4-BE49-F238E27FC236}">
                <a16:creationId xmlns:a16="http://schemas.microsoft.com/office/drawing/2014/main" id="{0AD886B7-6946-7AE2-1DD5-8F65A83EF0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CE330762-17DE-565A-DA0C-5EFE23B5B56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7D3E2D42-DD19-6E46-C208-96DF7BC2524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284E6250-FFC7-DA4D-3D55-BF638DF637D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ABD6BE4A-C335-1104-1E36-463405D60AA9}"/>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395491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1)">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2" name="Obraz 1">
            <a:extLst>
              <a:ext uri="{FF2B5EF4-FFF2-40B4-BE49-F238E27FC236}">
                <a16:creationId xmlns:a16="http://schemas.microsoft.com/office/drawing/2014/main" id="{A1DD0237-0AA6-4DE3-A5D2-E7CBD3FFF6C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9931" y="1250256"/>
            <a:ext cx="8165656" cy="1750237"/>
          </a:xfrm>
          <a:prstGeom prst="rect">
            <a:avLst/>
          </a:prstGeom>
        </p:spPr>
      </p:pic>
      <p:sp>
        <p:nvSpPr>
          <p:cNvPr id="3" name="Prostokąt 54">
            <a:extLst>
              <a:ext uri="{FF2B5EF4-FFF2-40B4-BE49-F238E27FC236}">
                <a16:creationId xmlns:a16="http://schemas.microsoft.com/office/drawing/2014/main" id="{40754D04-6E31-2B61-9FD5-E394330CA59A}"/>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4" name="Prostokąt 54">
            <a:extLst>
              <a:ext uri="{FF2B5EF4-FFF2-40B4-BE49-F238E27FC236}">
                <a16:creationId xmlns:a16="http://schemas.microsoft.com/office/drawing/2014/main" id="{A64BD4F2-A916-7B48-6A17-0CC0C90347CC}"/>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5" name="Prostokąt 54">
            <a:extLst>
              <a:ext uri="{FF2B5EF4-FFF2-40B4-BE49-F238E27FC236}">
                <a16:creationId xmlns:a16="http://schemas.microsoft.com/office/drawing/2014/main" id="{34DBF026-BCAB-4307-026B-B5B688323A28}"/>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6" name="Prostokąt 54">
            <a:extLst>
              <a:ext uri="{FF2B5EF4-FFF2-40B4-BE49-F238E27FC236}">
                <a16:creationId xmlns:a16="http://schemas.microsoft.com/office/drawing/2014/main" id="{22ACEF71-6919-2F8C-FA72-210902BC57F2}"/>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7" name="Graphic 6">
            <a:extLst>
              <a:ext uri="{FF2B5EF4-FFF2-40B4-BE49-F238E27FC236}">
                <a16:creationId xmlns:a16="http://schemas.microsoft.com/office/drawing/2014/main" id="{CEAD0478-A5FD-2288-CC51-BB36113AE95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D6B3162F-1AF0-360D-AF1F-56DCB4BF2E0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DBED4F33-2031-9E6F-6703-3D84F7C1F5F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F8B8655E-FE7B-068D-F65D-1FD4E6330DB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DCCFE065-7D1E-DB10-2BE6-FB5C8730215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3211342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2)">
    <p:bg>
      <p:bgPr>
        <a:solidFill>
          <a:srgbClr val="252527"/>
        </a:solidFill>
        <a:effectLst/>
      </p:bgPr>
    </p:bg>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A7A03D25-3ED1-4E23-8D29-DFD4D64782DA}"/>
              </a:ext>
            </a:extLst>
          </p:cNvPr>
          <p:cNvGrpSpPr/>
          <p:nvPr userDrawn="1"/>
        </p:nvGrpSpPr>
        <p:grpSpPr>
          <a:xfrm>
            <a:off x="0" y="0"/>
            <a:ext cx="12192000" cy="6858000"/>
            <a:chOff x="0" y="0"/>
            <a:chExt cx="12192000" cy="685800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39" name="Obraz 38" descr="Obraz zawierający tekst&#10;&#10;Opis wygenerowany automatycznie">
              <a:extLst>
                <a:ext uri="{FF2B5EF4-FFF2-40B4-BE49-F238E27FC236}">
                  <a16:creationId xmlns:a16="http://schemas.microsoft.com/office/drawing/2014/main" id="{504572A6-AA45-41FF-AF8C-E5A2C7D3FC93}"/>
                </a:ext>
              </a:extLst>
            </p:cNvPr>
            <p:cNvPicPr>
              <a:picLocks noChangeAspect="1"/>
            </p:cNvPicPr>
            <p:nvPr userDrawn="1"/>
          </p:nvPicPr>
          <p:blipFill>
            <a:blip r:embed="rId2"/>
            <a:stretch>
              <a:fillRect/>
            </a:stretch>
          </p:blipFill>
          <p:spPr>
            <a:xfrm>
              <a:off x="626332" y="853503"/>
              <a:ext cx="10406774" cy="2639797"/>
            </a:xfrm>
            <a:prstGeom prst="rect">
              <a:avLst/>
            </a:prstGeom>
          </p:spPr>
        </p:pic>
      </p:grpSp>
      <p:sp>
        <p:nvSpPr>
          <p:cNvPr id="2" name="Prostokąt 54">
            <a:extLst>
              <a:ext uri="{FF2B5EF4-FFF2-40B4-BE49-F238E27FC236}">
                <a16:creationId xmlns:a16="http://schemas.microsoft.com/office/drawing/2014/main" id="{24A30B73-4254-2CA3-0613-AF8025EA01FF}"/>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E900A5CD-BE3B-7D3C-EE17-9A7FA487C0B0}"/>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4" name="Prostokąt 54">
            <a:extLst>
              <a:ext uri="{FF2B5EF4-FFF2-40B4-BE49-F238E27FC236}">
                <a16:creationId xmlns:a16="http://schemas.microsoft.com/office/drawing/2014/main" id="{872D9CB4-8584-2348-15CE-31A19D1C5C89}"/>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6" name="Prostokąt 54">
            <a:extLst>
              <a:ext uri="{FF2B5EF4-FFF2-40B4-BE49-F238E27FC236}">
                <a16:creationId xmlns:a16="http://schemas.microsoft.com/office/drawing/2014/main" id="{9B2EADA0-56F8-8D7D-E610-9B01E9238290}"/>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7" name="Graphic 6">
            <a:extLst>
              <a:ext uri="{FF2B5EF4-FFF2-40B4-BE49-F238E27FC236}">
                <a16:creationId xmlns:a16="http://schemas.microsoft.com/office/drawing/2014/main" id="{FD81500B-6602-DA15-1AD2-2AB18CEBC9C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8" name="Graphic 7">
            <a:extLst>
              <a:ext uri="{FF2B5EF4-FFF2-40B4-BE49-F238E27FC236}">
                <a16:creationId xmlns:a16="http://schemas.microsoft.com/office/drawing/2014/main" id="{9232ED3F-70E4-5B50-4EA7-54BE6CBE752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9" name="Graphic 8">
            <a:extLst>
              <a:ext uri="{FF2B5EF4-FFF2-40B4-BE49-F238E27FC236}">
                <a16:creationId xmlns:a16="http://schemas.microsoft.com/office/drawing/2014/main" id="{78288119-21EB-5A81-5718-09B8C9F716C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0" name="Graphic 9">
            <a:extLst>
              <a:ext uri="{FF2B5EF4-FFF2-40B4-BE49-F238E27FC236}">
                <a16:creationId xmlns:a16="http://schemas.microsoft.com/office/drawing/2014/main" id="{56F5A8BB-8C72-613D-9A57-A780AC38CD0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1" name="Graphic 10">
            <a:extLst>
              <a:ext uri="{FF2B5EF4-FFF2-40B4-BE49-F238E27FC236}">
                <a16:creationId xmlns:a16="http://schemas.microsoft.com/office/drawing/2014/main" id="{9A5D39E4-0C80-7DE2-3E2A-B114621B6062}"/>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1398379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3)">
    <p:bg>
      <p:bgPr>
        <a:solidFill>
          <a:srgbClr val="252527"/>
        </a:solidFill>
        <a:effectLst/>
      </p:bgPr>
    </p:bg>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B045A7BC-9052-4F40-8B52-70BB1C9A5360}"/>
              </a:ext>
            </a:extLst>
          </p:cNvPr>
          <p:cNvGrpSpPr/>
          <p:nvPr userDrawn="1"/>
        </p:nvGrpSpPr>
        <p:grpSpPr>
          <a:xfrm>
            <a:off x="0" y="0"/>
            <a:ext cx="12192000" cy="6858000"/>
            <a:chOff x="0" y="0"/>
            <a:chExt cx="12192000" cy="685800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a:extLst>
                <a:ext uri="{FF2B5EF4-FFF2-40B4-BE49-F238E27FC236}">
                  <a16:creationId xmlns:a16="http://schemas.microsoft.com/office/drawing/2014/main" id="{F5EB9687-781A-4AFD-92A0-D95553929E1A}"/>
                </a:ext>
              </a:extLst>
            </p:cNvPr>
            <p:cNvPicPr>
              <a:picLocks noChangeAspect="1"/>
            </p:cNvPicPr>
            <p:nvPr userDrawn="1"/>
          </p:nvPicPr>
          <p:blipFill>
            <a:blip r:embed="rId2"/>
            <a:stretch>
              <a:fillRect/>
            </a:stretch>
          </p:blipFill>
          <p:spPr>
            <a:xfrm>
              <a:off x="626332" y="853031"/>
              <a:ext cx="10406774" cy="2639797"/>
            </a:xfrm>
            <a:prstGeom prst="rect">
              <a:avLst/>
            </a:prstGeom>
          </p:spPr>
        </p:pic>
      </p:grpSp>
      <p:sp>
        <p:nvSpPr>
          <p:cNvPr id="2" name="Prostokąt 54">
            <a:extLst>
              <a:ext uri="{FF2B5EF4-FFF2-40B4-BE49-F238E27FC236}">
                <a16:creationId xmlns:a16="http://schemas.microsoft.com/office/drawing/2014/main" id="{12EC88EE-6A22-A7FE-DCBE-B0E9959916E3}"/>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3625B829-AB6E-E7AC-E612-1837A2E913A6}"/>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6" name="Prostokąt 54">
            <a:extLst>
              <a:ext uri="{FF2B5EF4-FFF2-40B4-BE49-F238E27FC236}">
                <a16:creationId xmlns:a16="http://schemas.microsoft.com/office/drawing/2014/main" id="{99FDD6D3-81DB-EF44-627E-3A46BCEE17F9}"/>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7" name="Prostokąt 54">
            <a:extLst>
              <a:ext uri="{FF2B5EF4-FFF2-40B4-BE49-F238E27FC236}">
                <a16:creationId xmlns:a16="http://schemas.microsoft.com/office/drawing/2014/main" id="{13CB6F9E-BE9A-5626-31E9-1C93480B7B57}"/>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059EF635-C812-E48E-4089-A2D6E0AB453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9" name="Graphic 8">
            <a:extLst>
              <a:ext uri="{FF2B5EF4-FFF2-40B4-BE49-F238E27FC236}">
                <a16:creationId xmlns:a16="http://schemas.microsoft.com/office/drawing/2014/main" id="{2C7B99C4-B24A-8227-665C-DFFBCA1684D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10" name="Graphic 9">
            <a:extLst>
              <a:ext uri="{FF2B5EF4-FFF2-40B4-BE49-F238E27FC236}">
                <a16:creationId xmlns:a16="http://schemas.microsoft.com/office/drawing/2014/main" id="{89274A14-3313-0874-0E32-71BE22C39AF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1" name="Graphic 10">
            <a:extLst>
              <a:ext uri="{FF2B5EF4-FFF2-40B4-BE49-F238E27FC236}">
                <a16:creationId xmlns:a16="http://schemas.microsoft.com/office/drawing/2014/main" id="{67B69C2C-6852-3CA2-9471-C920AB64627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2" name="Graphic 11">
            <a:extLst>
              <a:ext uri="{FF2B5EF4-FFF2-40B4-BE49-F238E27FC236}">
                <a16:creationId xmlns:a16="http://schemas.microsoft.com/office/drawing/2014/main" id="{5FBE99B8-A394-8680-976C-610E6E74DDB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400387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4)">
    <p:bg>
      <p:bgPr>
        <a:solidFill>
          <a:srgbClr val="252527"/>
        </a:solidFill>
        <a:effectLst/>
      </p:bgPr>
    </p:bg>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30825418-B80A-40E0-9626-C7554C38E80A}"/>
              </a:ext>
            </a:extLst>
          </p:cNvPr>
          <p:cNvGrpSpPr/>
          <p:nvPr userDrawn="1"/>
        </p:nvGrpSpPr>
        <p:grpSpPr>
          <a:xfrm>
            <a:off x="0" y="0"/>
            <a:ext cx="12192000" cy="6858000"/>
            <a:chOff x="0" y="0"/>
            <a:chExt cx="12192000" cy="685800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descr="Obraz zawierający tekst&#10;&#10;Opis wygenerowany automatycznie">
              <a:extLst>
                <a:ext uri="{FF2B5EF4-FFF2-40B4-BE49-F238E27FC236}">
                  <a16:creationId xmlns:a16="http://schemas.microsoft.com/office/drawing/2014/main" id="{A16C5DB9-6971-4365-A3E0-EF73EC5F0E40}"/>
                </a:ext>
              </a:extLst>
            </p:cNvPr>
            <p:cNvPicPr>
              <a:picLocks noChangeAspect="1"/>
            </p:cNvPicPr>
            <p:nvPr userDrawn="1"/>
          </p:nvPicPr>
          <p:blipFill>
            <a:blip r:embed="rId2"/>
            <a:stretch>
              <a:fillRect/>
            </a:stretch>
          </p:blipFill>
          <p:spPr>
            <a:xfrm>
              <a:off x="624406" y="860494"/>
              <a:ext cx="10406774" cy="2639797"/>
            </a:xfrm>
            <a:prstGeom prst="rect">
              <a:avLst/>
            </a:prstGeom>
          </p:spPr>
        </p:pic>
      </p:grpSp>
      <p:sp>
        <p:nvSpPr>
          <p:cNvPr id="2" name="Prostokąt 54">
            <a:extLst>
              <a:ext uri="{FF2B5EF4-FFF2-40B4-BE49-F238E27FC236}">
                <a16:creationId xmlns:a16="http://schemas.microsoft.com/office/drawing/2014/main" id="{5069CB21-20F5-0544-B5B1-3E923BA8DA89}"/>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81AFB891-789C-2ACC-586C-4368975C6140}"/>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6" name="Prostokąt 54">
            <a:extLst>
              <a:ext uri="{FF2B5EF4-FFF2-40B4-BE49-F238E27FC236}">
                <a16:creationId xmlns:a16="http://schemas.microsoft.com/office/drawing/2014/main" id="{5A9A3ADF-1924-CD29-F983-A6139849DD84}"/>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7" name="Prostokąt 54">
            <a:extLst>
              <a:ext uri="{FF2B5EF4-FFF2-40B4-BE49-F238E27FC236}">
                <a16:creationId xmlns:a16="http://schemas.microsoft.com/office/drawing/2014/main" id="{8E8F3F75-9916-B411-1649-DAA2ACCB81F6}"/>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FBDE695D-3ECE-A199-2175-44F0F1EDAC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9" name="Graphic 8">
            <a:extLst>
              <a:ext uri="{FF2B5EF4-FFF2-40B4-BE49-F238E27FC236}">
                <a16:creationId xmlns:a16="http://schemas.microsoft.com/office/drawing/2014/main" id="{1EBCF525-31EE-C673-923B-5958F02115E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10" name="Graphic 9">
            <a:extLst>
              <a:ext uri="{FF2B5EF4-FFF2-40B4-BE49-F238E27FC236}">
                <a16:creationId xmlns:a16="http://schemas.microsoft.com/office/drawing/2014/main" id="{7A95C308-7A2C-76F6-3A1A-060AD17026B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1" name="Graphic 10">
            <a:extLst>
              <a:ext uri="{FF2B5EF4-FFF2-40B4-BE49-F238E27FC236}">
                <a16:creationId xmlns:a16="http://schemas.microsoft.com/office/drawing/2014/main" id="{BC6D07E0-2B26-5CA0-6C0F-5975F92D0B1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2" name="Graphic 11">
            <a:extLst>
              <a:ext uri="{FF2B5EF4-FFF2-40B4-BE49-F238E27FC236}">
                <a16:creationId xmlns:a16="http://schemas.microsoft.com/office/drawing/2014/main" id="{2BDF7E31-4C24-B158-4FA1-33B48AD25655}"/>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48463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5)">
    <p:bg>
      <p:bgPr>
        <a:solidFill>
          <a:srgbClr val="252527"/>
        </a:solidFill>
        <a:effectLst/>
      </p:bgPr>
    </p:bg>
    <p:spTree>
      <p:nvGrpSpPr>
        <p:cNvPr id="1" name=""/>
        <p:cNvGrpSpPr/>
        <p:nvPr/>
      </p:nvGrpSpPr>
      <p:grpSpPr>
        <a:xfrm>
          <a:off x="0" y="0"/>
          <a:ext cx="0" cy="0"/>
          <a:chOff x="0" y="0"/>
          <a:chExt cx="0" cy="0"/>
        </a:xfrm>
      </p:grpSpPr>
      <p:grpSp>
        <p:nvGrpSpPr>
          <p:cNvPr id="5" name="Grupa 4">
            <a:extLst>
              <a:ext uri="{FF2B5EF4-FFF2-40B4-BE49-F238E27FC236}">
                <a16:creationId xmlns:a16="http://schemas.microsoft.com/office/drawing/2014/main" id="{2769961F-D7FF-466D-966A-0E70DA20C0DE}"/>
              </a:ext>
            </a:extLst>
          </p:cNvPr>
          <p:cNvGrpSpPr/>
          <p:nvPr userDrawn="1"/>
        </p:nvGrpSpPr>
        <p:grpSpPr>
          <a:xfrm>
            <a:off x="0" y="0"/>
            <a:ext cx="12192000" cy="6858000"/>
            <a:chOff x="0" y="0"/>
            <a:chExt cx="12192000" cy="685800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4" name="Obraz 3" descr="Obraz zawierający tekst&#10;&#10;Opis wygenerowany automatycznie">
              <a:extLst>
                <a:ext uri="{FF2B5EF4-FFF2-40B4-BE49-F238E27FC236}">
                  <a16:creationId xmlns:a16="http://schemas.microsoft.com/office/drawing/2014/main" id="{4E8E905B-3540-414D-9EC9-F0AC69321E9F}"/>
                </a:ext>
              </a:extLst>
            </p:cNvPr>
            <p:cNvPicPr>
              <a:picLocks noChangeAspect="1"/>
            </p:cNvPicPr>
            <p:nvPr userDrawn="1"/>
          </p:nvPicPr>
          <p:blipFill>
            <a:blip r:embed="rId2"/>
            <a:stretch>
              <a:fillRect/>
            </a:stretch>
          </p:blipFill>
          <p:spPr>
            <a:xfrm>
              <a:off x="627062" y="862399"/>
              <a:ext cx="10406774" cy="2639797"/>
            </a:xfrm>
            <a:prstGeom prst="rect">
              <a:avLst/>
            </a:prstGeom>
          </p:spPr>
        </p:pic>
      </p:grpSp>
      <p:sp>
        <p:nvSpPr>
          <p:cNvPr id="2" name="Prostokąt 54">
            <a:extLst>
              <a:ext uri="{FF2B5EF4-FFF2-40B4-BE49-F238E27FC236}">
                <a16:creationId xmlns:a16="http://schemas.microsoft.com/office/drawing/2014/main" id="{DCA82698-F90D-6243-3E10-488D4FD67972}"/>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E528B289-9786-803F-B5CB-473D9F57F5E5}"/>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6" name="Prostokąt 54">
            <a:extLst>
              <a:ext uri="{FF2B5EF4-FFF2-40B4-BE49-F238E27FC236}">
                <a16:creationId xmlns:a16="http://schemas.microsoft.com/office/drawing/2014/main" id="{B0BFE34D-C267-4601-6085-9BDEA98152BC}"/>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7" name="Prostokąt 54">
            <a:extLst>
              <a:ext uri="{FF2B5EF4-FFF2-40B4-BE49-F238E27FC236}">
                <a16:creationId xmlns:a16="http://schemas.microsoft.com/office/drawing/2014/main" id="{0865E34D-A1E4-8CAC-8F24-B89469BD4903}"/>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1A2FA238-DAF7-2B3B-232D-AE23270175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9" name="Graphic 8">
            <a:extLst>
              <a:ext uri="{FF2B5EF4-FFF2-40B4-BE49-F238E27FC236}">
                <a16:creationId xmlns:a16="http://schemas.microsoft.com/office/drawing/2014/main" id="{28C01764-6FED-01AB-BB4C-37DE231E54F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10" name="Graphic 9">
            <a:extLst>
              <a:ext uri="{FF2B5EF4-FFF2-40B4-BE49-F238E27FC236}">
                <a16:creationId xmlns:a16="http://schemas.microsoft.com/office/drawing/2014/main" id="{F0F22AC7-4CEE-8C5E-E8DA-01F41593875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1" name="Graphic 10">
            <a:extLst>
              <a:ext uri="{FF2B5EF4-FFF2-40B4-BE49-F238E27FC236}">
                <a16:creationId xmlns:a16="http://schemas.microsoft.com/office/drawing/2014/main" id="{D258F881-3356-414E-C064-6994D4814A0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2" name="Graphic 11">
            <a:extLst>
              <a:ext uri="{FF2B5EF4-FFF2-40B4-BE49-F238E27FC236}">
                <a16:creationId xmlns:a16="http://schemas.microsoft.com/office/drawing/2014/main" id="{5B9ACBA2-01E7-0A63-E640-84F44F74ABB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226099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Slide with the slogan (6)">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pic>
        <p:nvPicPr>
          <p:cNvPr id="13" name="Obraz 3">
            <a:extLst>
              <a:ext uri="{FF2B5EF4-FFF2-40B4-BE49-F238E27FC236}">
                <a16:creationId xmlns:a16="http://schemas.microsoft.com/office/drawing/2014/main" id="{725619A2-61B2-4A9C-8779-2593116394BE}"/>
              </a:ext>
            </a:extLst>
          </p:cNvPr>
          <p:cNvPicPr>
            <a:picLocks noChangeAspect="1"/>
          </p:cNvPicPr>
          <p:nvPr userDrawn="1"/>
        </p:nvPicPr>
        <p:blipFill>
          <a:blip r:embed="rId2"/>
          <a:stretch>
            <a:fillRect/>
          </a:stretch>
        </p:blipFill>
        <p:spPr>
          <a:xfrm>
            <a:off x="627061" y="862398"/>
            <a:ext cx="10406775" cy="2639797"/>
          </a:xfrm>
          <a:prstGeom prst="rect">
            <a:avLst/>
          </a:prstGeom>
        </p:spPr>
      </p:pic>
      <p:sp>
        <p:nvSpPr>
          <p:cNvPr id="2" name="Prostokąt 54">
            <a:extLst>
              <a:ext uri="{FF2B5EF4-FFF2-40B4-BE49-F238E27FC236}">
                <a16:creationId xmlns:a16="http://schemas.microsoft.com/office/drawing/2014/main" id="{DCA82698-F90D-6243-3E10-488D4FD67972}"/>
              </a:ext>
            </a:extLst>
          </p:cNvPr>
          <p:cNvSpPr/>
          <p:nvPr userDrawn="1"/>
        </p:nvSpPr>
        <p:spPr bwMode="auto">
          <a:xfrm>
            <a:off x="1099934" y="3966012"/>
            <a:ext cx="4171313"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E528B289-9786-803F-B5CB-473D9F57F5E5}"/>
              </a:ext>
            </a:extLst>
          </p:cNvPr>
          <p:cNvSpPr/>
          <p:nvPr userDrawn="1"/>
        </p:nvSpPr>
        <p:spPr bwMode="auto">
          <a:xfrm>
            <a:off x="1473637" y="4500381"/>
            <a:ext cx="2930723"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b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b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p>
        </p:txBody>
      </p:sp>
      <p:sp>
        <p:nvSpPr>
          <p:cNvPr id="6" name="Prostokąt 54">
            <a:extLst>
              <a:ext uri="{FF2B5EF4-FFF2-40B4-BE49-F238E27FC236}">
                <a16:creationId xmlns:a16="http://schemas.microsoft.com/office/drawing/2014/main" id="{B0BFE34D-C267-4601-6085-9BDEA98152BC}"/>
              </a:ext>
            </a:extLst>
          </p:cNvPr>
          <p:cNvSpPr/>
          <p:nvPr userDrawn="1"/>
        </p:nvSpPr>
        <p:spPr bwMode="auto">
          <a:xfrm>
            <a:off x="4979670" y="4500381"/>
            <a:ext cx="1999868"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p:txBody>
      </p:sp>
      <p:sp>
        <p:nvSpPr>
          <p:cNvPr id="7" name="Prostokąt 54">
            <a:extLst>
              <a:ext uri="{FF2B5EF4-FFF2-40B4-BE49-F238E27FC236}">
                <a16:creationId xmlns:a16="http://schemas.microsoft.com/office/drawing/2014/main" id="{0865E34D-A1E4-8CAC-8F24-B89469BD4903}"/>
              </a:ext>
            </a:extLst>
          </p:cNvPr>
          <p:cNvSpPr/>
          <p:nvPr userDrawn="1"/>
        </p:nvSpPr>
        <p:spPr bwMode="auto">
          <a:xfrm>
            <a:off x="7453569" y="4500381"/>
            <a:ext cx="4016246" cy="81075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1219170" rtl="0" eaLnBrk="1" fontAlgn="auto" latinLnBrk="0" hangingPunct="1">
              <a:lnSpc>
                <a:spcPct val="15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www.asseco.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15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1A2FA238-DAF7-2B3B-232D-AE23270175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27866" y="4568915"/>
            <a:ext cx="223632" cy="223632"/>
          </a:xfrm>
          <a:prstGeom prst="rect">
            <a:avLst/>
          </a:prstGeom>
        </p:spPr>
      </p:pic>
      <p:pic>
        <p:nvPicPr>
          <p:cNvPr id="9" name="Graphic 8">
            <a:extLst>
              <a:ext uri="{FF2B5EF4-FFF2-40B4-BE49-F238E27FC236}">
                <a16:creationId xmlns:a16="http://schemas.microsoft.com/office/drawing/2014/main" id="{28C01764-6FED-01AB-BB4C-37DE231E54F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110394" y="4562384"/>
            <a:ext cx="236786" cy="236786"/>
          </a:xfrm>
          <a:prstGeom prst="rect">
            <a:avLst/>
          </a:prstGeom>
        </p:spPr>
      </p:pic>
      <p:pic>
        <p:nvPicPr>
          <p:cNvPr id="10" name="Graphic 9">
            <a:extLst>
              <a:ext uri="{FF2B5EF4-FFF2-40B4-BE49-F238E27FC236}">
                <a16:creationId xmlns:a16="http://schemas.microsoft.com/office/drawing/2014/main" id="{F0F22AC7-4CEE-8C5E-E8DA-01F41593875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638512" y="4556601"/>
            <a:ext cx="234936" cy="234934"/>
          </a:xfrm>
          <a:prstGeom prst="rect">
            <a:avLst/>
          </a:prstGeom>
        </p:spPr>
      </p:pic>
      <p:pic>
        <p:nvPicPr>
          <p:cNvPr id="11" name="Graphic 10">
            <a:extLst>
              <a:ext uri="{FF2B5EF4-FFF2-40B4-BE49-F238E27FC236}">
                <a16:creationId xmlns:a16="http://schemas.microsoft.com/office/drawing/2014/main" id="{D258F881-3356-414E-C064-6994D4814A0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644861" y="4925787"/>
            <a:ext cx="200824" cy="200822"/>
          </a:xfrm>
          <a:prstGeom prst="rect">
            <a:avLst/>
          </a:prstGeom>
        </p:spPr>
      </p:pic>
      <p:pic>
        <p:nvPicPr>
          <p:cNvPr id="12" name="Graphic 11">
            <a:extLst>
              <a:ext uri="{FF2B5EF4-FFF2-40B4-BE49-F238E27FC236}">
                <a16:creationId xmlns:a16="http://schemas.microsoft.com/office/drawing/2014/main" id="{5B9ACBA2-01E7-0A63-E640-84F44F74ABB6}"/>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128375" y="4925785"/>
            <a:ext cx="200824" cy="200824"/>
          </a:xfrm>
          <a:prstGeom prst="rect">
            <a:avLst/>
          </a:prstGeom>
        </p:spPr>
      </p:pic>
    </p:spTree>
    <p:extLst>
      <p:ext uri="{BB962C8B-B14F-4D97-AF65-F5344CB8AC3E}">
        <p14:creationId xmlns:p14="http://schemas.microsoft.com/office/powerpoint/2010/main" val="301777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1)">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120677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2)">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3163583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3)">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141705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4)">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148482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5)">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411135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Slide with the slogan (6)">
    <p:bg>
      <p:bgPr>
        <a:solidFill>
          <a:srgbClr val="252527"/>
        </a:solidFill>
        <a:effectLst/>
      </p:bgPr>
    </p:bg>
    <p:spTree>
      <p:nvGrpSpPr>
        <p:cNvPr id="1" name=""/>
        <p:cNvGrpSpPr/>
        <p:nvPr/>
      </p:nvGrpSpPr>
      <p:grpSpPr>
        <a:xfrm>
          <a:off x="0" y="0"/>
          <a:ext cx="0" cy="0"/>
          <a:chOff x="0" y="0"/>
          <a:chExt cx="0" cy="0"/>
        </a:xfrm>
      </p:grpSpPr>
      <p:sp>
        <p:nvSpPr>
          <p:cNvPr id="32" name="Prostokąt 31">
            <a:extLst>
              <a:ext uri="{FF2B5EF4-FFF2-40B4-BE49-F238E27FC236}">
                <a16:creationId xmlns:a16="http://schemas.microsoft.com/office/drawing/2014/main" id="{D194CBC4-28D7-4702-90F9-EE27BF3A1498}"/>
              </a:ext>
            </a:extLst>
          </p:cNvPr>
          <p:cNvSpPr/>
          <p:nvPr userDrawn="1"/>
        </p:nvSpPr>
        <p:spPr bwMode="auto">
          <a:xfrm>
            <a:off x="0" y="0"/>
            <a:ext cx="12192000" cy="6858000"/>
          </a:xfrm>
          <a:prstGeom prst="rect">
            <a:avLst/>
          </a:prstGeom>
          <a:solidFill>
            <a:srgbClr val="111111"/>
          </a:solidFill>
          <a:ln w="12700">
            <a:noFill/>
            <a:round/>
            <a:headEnd/>
            <a:tailEnd/>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pl-PL" sz="3200" dirty="0"/>
          </a:p>
        </p:txBody>
      </p:sp>
      <p:sp>
        <p:nvSpPr>
          <p:cNvPr id="2" name="Prostokąt 54">
            <a:extLst>
              <a:ext uri="{FF2B5EF4-FFF2-40B4-BE49-F238E27FC236}">
                <a16:creationId xmlns:a16="http://schemas.microsoft.com/office/drawing/2014/main" id="{CED76162-2E22-4F6C-BE57-EF5EC4D40077}"/>
              </a:ext>
            </a:extLst>
          </p:cNvPr>
          <p:cNvSpPr/>
          <p:nvPr userDrawn="1"/>
        </p:nvSpPr>
        <p:spPr bwMode="auto">
          <a:xfrm>
            <a:off x="1513623" y="3161815"/>
            <a:ext cx="4658721" cy="534369"/>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 </a:t>
            </a:r>
            <a:r>
              <a:rPr lang="sk-SK"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Central Europe</a:t>
            </a:r>
            <a:endParaRPr lang="en-US" sz="2933" b="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p:txBody>
      </p:sp>
      <p:sp>
        <p:nvSpPr>
          <p:cNvPr id="3" name="Prostokąt 54">
            <a:extLst>
              <a:ext uri="{FF2B5EF4-FFF2-40B4-BE49-F238E27FC236}">
                <a16:creationId xmlns:a16="http://schemas.microsoft.com/office/drawing/2014/main" id="{4997BE9E-EF7D-DD58-4B15-F7745BA7D4BD}"/>
              </a:ext>
            </a:extLst>
          </p:cNvPr>
          <p:cNvSpPr/>
          <p:nvPr userDrawn="1"/>
        </p:nvSpPr>
        <p:spPr bwMode="auto">
          <a:xfrm>
            <a:off x="1854781" y="3696184"/>
            <a:ext cx="4317563" cy="2252796"/>
          </a:xfrm>
          <a:prstGeom prst="rect">
            <a:avLst/>
          </a:prstGeom>
          <a:noFill/>
          <a:ln w="12700">
            <a:noFill/>
            <a:round/>
            <a:headEnd/>
            <a:tailEnd/>
          </a:ln>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Galvaniho 19</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821 0</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a:t>
            </a: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 Bratislava, Slovak Republic</a:t>
            </a:r>
            <a:endPar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+421 220 838 400</a:t>
            </a: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sales@asseco-ce.com</a:t>
            </a:r>
          </a:p>
          <a:p>
            <a:pPr marL="0" marR="0" lvl="0" indent="0" algn="l" defTabSz="1219170" rtl="0" eaLnBrk="1" fontAlgn="auto" latinLnBrk="0" hangingPunct="1">
              <a:lnSpc>
                <a:spcPct val="200000"/>
              </a:lnSpc>
              <a:spcBef>
                <a:spcPts val="0"/>
              </a:spcBef>
              <a:spcAft>
                <a:spcPts val="0"/>
              </a:spcAft>
              <a:buClrTx/>
              <a:buSzTx/>
              <a:buFontTx/>
              <a:buNone/>
              <a:tabLst/>
              <a:defRPr/>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asseco.</a:t>
            </a:r>
            <a:r>
              <a:rPr lang="sk-SK"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com/ce</a:t>
            </a:r>
            <a:endPar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endParaRPr>
          </a:p>
          <a:p>
            <a:pPr>
              <a:lnSpc>
                <a:spcPct val="200000"/>
              </a:lnSpc>
            </a:pPr>
            <a:r>
              <a:rPr lang="en-US" sz="1400" noProof="0">
                <a:solidFill>
                  <a:schemeClr val="bg1"/>
                </a:solidFill>
                <a:latin typeface="Roboto Light" panose="02000000000000000000" pitchFamily="2" charset="0"/>
                <a:ea typeface="Roboto Light" panose="02000000000000000000" pitchFamily="2" charset="0"/>
                <a:cs typeface="Calibri Light" panose="020F0302020204030204" pitchFamily="34" charset="0"/>
              </a:rPr>
              <a:t>linkedin.com/company/asseco-central-europe</a:t>
            </a:r>
          </a:p>
        </p:txBody>
      </p:sp>
      <p:pic>
        <p:nvPicPr>
          <p:cNvPr id="8" name="Graphic 7">
            <a:extLst>
              <a:ext uri="{FF2B5EF4-FFF2-40B4-BE49-F238E27FC236}">
                <a16:creationId xmlns:a16="http://schemas.microsoft.com/office/drawing/2014/main" id="{C34F3B0F-57BC-EFBB-CD9D-4979593912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24927" y="3820348"/>
            <a:ext cx="223632" cy="223632"/>
          </a:xfrm>
          <a:prstGeom prst="rect">
            <a:avLst/>
          </a:prstGeom>
        </p:spPr>
      </p:pic>
      <p:pic>
        <p:nvPicPr>
          <p:cNvPr id="9" name="Graphic 8">
            <a:extLst>
              <a:ext uri="{FF2B5EF4-FFF2-40B4-BE49-F238E27FC236}">
                <a16:creationId xmlns:a16="http://schemas.microsoft.com/office/drawing/2014/main" id="{D2282B18-529D-4D5D-E3DE-79B8FAD2774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519972" y="5120956"/>
            <a:ext cx="236786" cy="236786"/>
          </a:xfrm>
          <a:prstGeom prst="rect">
            <a:avLst/>
          </a:prstGeom>
        </p:spPr>
      </p:pic>
      <p:pic>
        <p:nvPicPr>
          <p:cNvPr id="10" name="Graphic 9">
            <a:extLst>
              <a:ext uri="{FF2B5EF4-FFF2-40B4-BE49-F238E27FC236}">
                <a16:creationId xmlns:a16="http://schemas.microsoft.com/office/drawing/2014/main" id="{5CCA8916-BD9E-67F2-D309-7BAEB6EFE3A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513623" y="4239151"/>
            <a:ext cx="234936" cy="234934"/>
          </a:xfrm>
          <a:prstGeom prst="rect">
            <a:avLst/>
          </a:prstGeom>
        </p:spPr>
      </p:pic>
      <p:pic>
        <p:nvPicPr>
          <p:cNvPr id="11" name="Graphic 10">
            <a:extLst>
              <a:ext uri="{FF2B5EF4-FFF2-40B4-BE49-F238E27FC236}">
                <a16:creationId xmlns:a16="http://schemas.microsoft.com/office/drawing/2014/main" id="{9C316DA3-69D8-3225-4CBB-4608C0CE758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519972" y="4722171"/>
            <a:ext cx="200824" cy="200822"/>
          </a:xfrm>
          <a:prstGeom prst="rect">
            <a:avLst/>
          </a:prstGeom>
        </p:spPr>
      </p:pic>
      <p:pic>
        <p:nvPicPr>
          <p:cNvPr id="12" name="Graphic 11">
            <a:extLst>
              <a:ext uri="{FF2B5EF4-FFF2-40B4-BE49-F238E27FC236}">
                <a16:creationId xmlns:a16="http://schemas.microsoft.com/office/drawing/2014/main" id="{8183AAA4-8FFE-8BB3-211F-B2120AC5C0E0}"/>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7953" y="5546376"/>
            <a:ext cx="200824" cy="200824"/>
          </a:xfrm>
          <a:prstGeom prst="rect">
            <a:avLst/>
          </a:prstGeom>
        </p:spPr>
      </p:pic>
      <p:grpSp>
        <p:nvGrpSpPr>
          <p:cNvPr id="6" name="Group 5">
            <a:extLst>
              <a:ext uri="{FF2B5EF4-FFF2-40B4-BE49-F238E27FC236}">
                <a16:creationId xmlns:a16="http://schemas.microsoft.com/office/drawing/2014/main" id="{CFF1AF95-37D3-969A-60E3-017E01317075}"/>
              </a:ext>
            </a:extLst>
          </p:cNvPr>
          <p:cNvGrpSpPr/>
          <p:nvPr userDrawn="1"/>
        </p:nvGrpSpPr>
        <p:grpSpPr>
          <a:xfrm>
            <a:off x="1524927" y="909019"/>
            <a:ext cx="4195117" cy="1700347"/>
            <a:chOff x="591186" y="2707967"/>
            <a:chExt cx="4195117" cy="1700347"/>
          </a:xfrm>
        </p:grpSpPr>
        <p:pic>
          <p:nvPicPr>
            <p:cNvPr id="22" name="Graphic 21">
              <a:extLst>
                <a:ext uri="{FF2B5EF4-FFF2-40B4-BE49-F238E27FC236}">
                  <a16:creationId xmlns:a16="http://schemas.microsoft.com/office/drawing/2014/main" id="{AC22F132-2929-FB80-2939-631F00DECA9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591187" y="2707967"/>
              <a:ext cx="4195116" cy="1059232"/>
            </a:xfrm>
            <a:prstGeom prst="rect">
              <a:avLst/>
            </a:prstGeom>
          </p:spPr>
        </p:pic>
        <p:pic>
          <p:nvPicPr>
            <p:cNvPr id="24" name="Graphic 23">
              <a:extLst>
                <a:ext uri="{FF2B5EF4-FFF2-40B4-BE49-F238E27FC236}">
                  <a16:creationId xmlns:a16="http://schemas.microsoft.com/office/drawing/2014/main" id="{08C0A99F-6052-DB76-1F02-6D940F126629}"/>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591186" y="3934447"/>
              <a:ext cx="2480833" cy="473867"/>
            </a:xfrm>
            <a:prstGeom prst="rect">
              <a:avLst/>
            </a:prstGeom>
          </p:spPr>
        </p:pic>
      </p:grpSp>
    </p:spTree>
    <p:extLst>
      <p:ext uri="{BB962C8B-B14F-4D97-AF65-F5344CB8AC3E}">
        <p14:creationId xmlns:p14="http://schemas.microsoft.com/office/powerpoint/2010/main" val="107849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sclaimer 1">
    <p:bg>
      <p:bgPr>
        <a:solidFill>
          <a:schemeClr val="accent1"/>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bg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bg1"/>
                </a:solidFill>
                <a:latin typeface="Roboto Light" panose="02000000000000000000" pitchFamily="2" charset="0"/>
                <a:ea typeface="Roboto Light" panose="02000000000000000000" pitchFamily="2" charset="0"/>
              </a:rPr>
              <a:pPr/>
              <a:t>2026</a:t>
            </a:fld>
            <a:r>
              <a:rPr lang="pl-PL" sz="1400" dirty="0">
                <a:solidFill>
                  <a:schemeClr val="bg1"/>
                </a:solidFill>
                <a:latin typeface="Roboto Light" panose="02000000000000000000" pitchFamily="2" charset="0"/>
                <a:ea typeface="Roboto Light" panose="02000000000000000000" pitchFamily="2" charset="0"/>
              </a:rPr>
              <a:t> </a:t>
            </a:r>
            <a:r>
              <a:rPr lang="pl-PL" sz="1400">
                <a:solidFill>
                  <a:schemeClr val="bg1"/>
                </a:solidFill>
                <a:latin typeface="Roboto Light" panose="02000000000000000000" pitchFamily="2" charset="0"/>
                <a:ea typeface="Roboto Light" panose="02000000000000000000" pitchFamily="2" charset="0"/>
              </a:rPr>
              <a:t>© Asseco Central Europe, a. s.</a:t>
            </a:r>
            <a:endParaRPr lang="pl-PL" sz="1400" dirty="0">
              <a:solidFill>
                <a:schemeClr val="bg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bg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977537B9-427B-5534-6389-A4FC198D3EE5}"/>
              </a:ext>
            </a:extLst>
          </p:cNvPr>
          <p:cNvGrpSpPr/>
          <p:nvPr userDrawn="1"/>
        </p:nvGrpSpPr>
        <p:grpSpPr>
          <a:xfrm>
            <a:off x="10271760" y="304437"/>
            <a:ext cx="1470184" cy="161990"/>
            <a:chOff x="1719263" y="3114675"/>
            <a:chExt cx="5705476" cy="628650"/>
          </a:xfrm>
          <a:solidFill>
            <a:srgbClr val="000000"/>
          </a:solidFill>
        </p:grpSpPr>
        <p:sp>
          <p:nvSpPr>
            <p:cNvPr id="5" name="Freeform 5">
              <a:extLst>
                <a:ext uri="{FF2B5EF4-FFF2-40B4-BE49-F238E27FC236}">
                  <a16:creationId xmlns:a16="http://schemas.microsoft.com/office/drawing/2014/main" id="{F486F2EF-3BE4-30EF-A67A-8FBF8E86C606}"/>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84D70E77-6F4A-E640-858D-2D152D0B0D0E}"/>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E57C354C-3F59-57DF-7B5C-3B99D2D97488}"/>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8DF790F2-FDDF-5A74-CA24-BBF42E2EC421}"/>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865F730F-A6CC-DCF8-E33E-5EB372D0D59A}"/>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B5B306C8-7AF1-FA9E-D0E7-16EF3598E653}"/>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844073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sclaimer 2">
    <p:bg>
      <p:bgPr>
        <a:solidFill>
          <a:schemeClr val="bg2"/>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tx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tx1"/>
                </a:solidFill>
                <a:latin typeface="Roboto Light" panose="02000000000000000000" pitchFamily="2" charset="0"/>
                <a:ea typeface="Roboto Light" panose="02000000000000000000" pitchFamily="2" charset="0"/>
              </a:rPr>
              <a:pPr/>
              <a:t>2026</a:t>
            </a:fld>
            <a:r>
              <a:rPr lang="pl-PL" sz="1400" dirty="0">
                <a:solidFill>
                  <a:schemeClr val="tx1"/>
                </a:solidFill>
                <a:latin typeface="Roboto Light" panose="02000000000000000000" pitchFamily="2" charset="0"/>
                <a:ea typeface="Roboto Light" panose="02000000000000000000" pitchFamily="2" charset="0"/>
              </a:rPr>
              <a:t> </a:t>
            </a:r>
            <a:r>
              <a:rPr lang="pl-PL" sz="1400">
                <a:solidFill>
                  <a:schemeClr val="tx1"/>
                </a:solidFill>
                <a:latin typeface="Roboto Light" panose="02000000000000000000" pitchFamily="2" charset="0"/>
                <a:ea typeface="Roboto Light" panose="02000000000000000000" pitchFamily="2" charset="0"/>
              </a:rPr>
              <a:t>© Asseco Central Europe, a. s.</a:t>
            </a:r>
            <a:endParaRPr lang="pl-PL" sz="1400" dirty="0">
              <a:solidFill>
                <a:schemeClr val="tx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tx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solidFill>
                <a:schemeClr val="tx1"/>
              </a:solidFill>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560A62A5-BBD9-DCBB-AFA4-01619025F452}"/>
              </a:ext>
            </a:extLst>
          </p:cNvPr>
          <p:cNvGrpSpPr/>
          <p:nvPr userDrawn="1"/>
        </p:nvGrpSpPr>
        <p:grpSpPr>
          <a:xfrm>
            <a:off x="10271760" y="304437"/>
            <a:ext cx="1470184" cy="161990"/>
            <a:chOff x="1719263" y="3114675"/>
            <a:chExt cx="5705476" cy="628650"/>
          </a:xfrm>
          <a:solidFill>
            <a:srgbClr val="000000"/>
          </a:solidFill>
        </p:grpSpPr>
        <p:sp>
          <p:nvSpPr>
            <p:cNvPr id="5" name="Freeform 5">
              <a:extLst>
                <a:ext uri="{FF2B5EF4-FFF2-40B4-BE49-F238E27FC236}">
                  <a16:creationId xmlns:a16="http://schemas.microsoft.com/office/drawing/2014/main" id="{34B0609F-E1FF-2C66-5912-E57193DFA055}"/>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640DAE95-DB64-5465-0D1C-906F1A0B7285}"/>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234C8281-3E52-2E87-37CF-6BA63A5D24AF}"/>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21F8D4D2-AB2C-2FA3-4705-CE2BD4091D73}"/>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372A0544-9D9A-F743-A2E1-B509BB17F44E}"/>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D63BCFB7-8675-6073-A129-B976075177F4}"/>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206340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sclaimer 3">
    <p:bg>
      <p:bgPr>
        <a:solidFill>
          <a:schemeClr val="accent2"/>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bg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bg1"/>
                </a:solidFill>
                <a:latin typeface="Roboto Light" panose="02000000000000000000" pitchFamily="2" charset="0"/>
                <a:ea typeface="Roboto Light" panose="02000000000000000000" pitchFamily="2" charset="0"/>
              </a:rPr>
              <a:pPr/>
              <a:t>2026</a:t>
            </a:fld>
            <a:r>
              <a:rPr lang="pl-PL" sz="1400" dirty="0">
                <a:solidFill>
                  <a:schemeClr val="bg1"/>
                </a:solidFill>
                <a:latin typeface="Roboto Light" panose="02000000000000000000" pitchFamily="2" charset="0"/>
                <a:ea typeface="Roboto Light" panose="02000000000000000000" pitchFamily="2" charset="0"/>
              </a:rPr>
              <a:t> </a:t>
            </a:r>
            <a:r>
              <a:rPr lang="pl-PL" sz="1400">
                <a:solidFill>
                  <a:schemeClr val="bg1"/>
                </a:solidFill>
                <a:latin typeface="Roboto Light" panose="02000000000000000000" pitchFamily="2" charset="0"/>
                <a:ea typeface="Roboto Light" panose="02000000000000000000" pitchFamily="2" charset="0"/>
              </a:rPr>
              <a:t>© Asseco Central Europe, a. s.</a:t>
            </a:r>
            <a:endParaRPr lang="pl-PL" sz="1400" dirty="0">
              <a:solidFill>
                <a:schemeClr val="bg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bg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66936058-FD0A-0C2D-2DFA-64B4DF539E45}"/>
              </a:ext>
            </a:extLst>
          </p:cNvPr>
          <p:cNvGrpSpPr/>
          <p:nvPr userDrawn="1"/>
        </p:nvGrpSpPr>
        <p:grpSpPr>
          <a:xfrm>
            <a:off x="10271760" y="304437"/>
            <a:ext cx="1470184" cy="161990"/>
            <a:chOff x="1719263" y="3114675"/>
            <a:chExt cx="5705476" cy="628650"/>
          </a:xfrm>
          <a:solidFill>
            <a:schemeClr val="bg1"/>
          </a:solidFill>
        </p:grpSpPr>
        <p:sp>
          <p:nvSpPr>
            <p:cNvPr id="5" name="Freeform 5">
              <a:extLst>
                <a:ext uri="{FF2B5EF4-FFF2-40B4-BE49-F238E27FC236}">
                  <a16:creationId xmlns:a16="http://schemas.microsoft.com/office/drawing/2014/main" id="{C8B6C040-F8C4-15B0-C84F-FED75D89E032}"/>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5B747DAC-93C1-E65D-2D35-3D3A6ACF11F2}"/>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C910DA8F-81E4-DDCA-F770-5B7C3C1268AB}"/>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067C3BEC-C13F-4271-0DF2-6B1A7BF292E1}"/>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4C611C05-4B08-C80E-D442-C1D3E19334E9}"/>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487BE7A1-99F1-E91A-7A6A-C500793D5A67}"/>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403485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sclaimer 4">
    <p:bg>
      <p:bgPr>
        <a:solidFill>
          <a:schemeClr val="accent3"/>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bg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bg1"/>
                </a:solidFill>
                <a:latin typeface="Roboto Light" panose="02000000000000000000" pitchFamily="2" charset="0"/>
                <a:ea typeface="Roboto Light" panose="02000000000000000000" pitchFamily="2" charset="0"/>
              </a:rPr>
              <a:pPr/>
              <a:t>2026</a:t>
            </a:fld>
            <a:r>
              <a:rPr lang="pl-PL" sz="1400" dirty="0">
                <a:solidFill>
                  <a:schemeClr val="bg1"/>
                </a:solidFill>
                <a:latin typeface="Roboto Light" panose="02000000000000000000" pitchFamily="2" charset="0"/>
                <a:ea typeface="Roboto Light" panose="02000000000000000000" pitchFamily="2" charset="0"/>
              </a:rPr>
              <a:t> </a:t>
            </a:r>
            <a:r>
              <a:rPr lang="pl-PL" sz="1400">
                <a:solidFill>
                  <a:schemeClr val="bg1"/>
                </a:solidFill>
                <a:latin typeface="Roboto Light" panose="02000000000000000000" pitchFamily="2" charset="0"/>
                <a:ea typeface="Roboto Light" panose="02000000000000000000" pitchFamily="2" charset="0"/>
              </a:rPr>
              <a:t>© Asseco Central Europe, a. s.</a:t>
            </a:r>
            <a:endParaRPr lang="pl-PL" sz="1400" dirty="0">
              <a:solidFill>
                <a:schemeClr val="bg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bg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4950D473-FC26-AA5C-922D-26005EFB5292}"/>
              </a:ext>
            </a:extLst>
          </p:cNvPr>
          <p:cNvGrpSpPr/>
          <p:nvPr userDrawn="1"/>
        </p:nvGrpSpPr>
        <p:grpSpPr>
          <a:xfrm>
            <a:off x="10271760" y="304437"/>
            <a:ext cx="1470184" cy="161990"/>
            <a:chOff x="1719263" y="3114675"/>
            <a:chExt cx="5705476" cy="628650"/>
          </a:xfrm>
          <a:solidFill>
            <a:schemeClr val="bg1"/>
          </a:solidFill>
        </p:grpSpPr>
        <p:sp>
          <p:nvSpPr>
            <p:cNvPr id="5" name="Freeform 5">
              <a:extLst>
                <a:ext uri="{FF2B5EF4-FFF2-40B4-BE49-F238E27FC236}">
                  <a16:creationId xmlns:a16="http://schemas.microsoft.com/office/drawing/2014/main" id="{708B16ED-527E-D0BA-776B-90C54B900591}"/>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A908CA3C-D967-DE82-2418-C371C6DC54F4}"/>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A4F2AC2C-B3A7-FD61-6AEF-E6F144B6A383}"/>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E7F64A1D-68F7-29F7-8AC6-5161F8BC41CE}"/>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F5534CDB-E0B6-DB6D-89C9-21D0E3082BC3}"/>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D75CC4EA-1586-EFCF-09D1-FD6ED4F54896}"/>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44768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sclaimer 5">
    <p:bg>
      <p:bgPr>
        <a:solidFill>
          <a:schemeClr val="accent5"/>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bg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bg1"/>
                </a:solidFill>
                <a:latin typeface="Roboto Light" panose="02000000000000000000" pitchFamily="2" charset="0"/>
                <a:ea typeface="Roboto Light" panose="02000000000000000000" pitchFamily="2" charset="0"/>
              </a:rPr>
              <a:pPr/>
              <a:t>2026</a:t>
            </a:fld>
            <a:r>
              <a:rPr lang="pl-PL" sz="1400" dirty="0">
                <a:solidFill>
                  <a:schemeClr val="bg1"/>
                </a:solidFill>
                <a:latin typeface="Roboto Light" panose="02000000000000000000" pitchFamily="2" charset="0"/>
                <a:ea typeface="Roboto Light" panose="02000000000000000000" pitchFamily="2" charset="0"/>
              </a:rPr>
              <a:t> </a:t>
            </a:r>
            <a:r>
              <a:rPr lang="pl-PL" sz="1400">
                <a:solidFill>
                  <a:schemeClr val="bg1"/>
                </a:solidFill>
                <a:latin typeface="Roboto Light" panose="02000000000000000000" pitchFamily="2" charset="0"/>
                <a:ea typeface="Roboto Light" panose="02000000000000000000" pitchFamily="2" charset="0"/>
              </a:rPr>
              <a:t>© Asseco Central Europe, a. s.</a:t>
            </a:r>
            <a:endParaRPr lang="pl-PL" sz="1400" dirty="0">
              <a:solidFill>
                <a:schemeClr val="bg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bg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E92AF67F-F58E-A740-D2DC-A47C18B0428C}"/>
              </a:ext>
            </a:extLst>
          </p:cNvPr>
          <p:cNvGrpSpPr/>
          <p:nvPr userDrawn="1"/>
        </p:nvGrpSpPr>
        <p:grpSpPr>
          <a:xfrm>
            <a:off x="10271760" y="304437"/>
            <a:ext cx="1470184" cy="161990"/>
            <a:chOff x="1719263" y="3114675"/>
            <a:chExt cx="5705476" cy="628650"/>
          </a:xfrm>
          <a:solidFill>
            <a:schemeClr val="bg1"/>
          </a:solidFill>
        </p:grpSpPr>
        <p:sp>
          <p:nvSpPr>
            <p:cNvPr id="5" name="Freeform 5">
              <a:extLst>
                <a:ext uri="{FF2B5EF4-FFF2-40B4-BE49-F238E27FC236}">
                  <a16:creationId xmlns:a16="http://schemas.microsoft.com/office/drawing/2014/main" id="{8A603307-3E16-A1BD-1EC6-91714CAA5BEA}"/>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694325F8-3029-64B2-110E-08613358AE67}"/>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A7EB5B23-C47D-8DE1-3A6A-1CD1948013D1}"/>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35C182CD-B226-E13F-059C-037305683125}"/>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C3FEF68A-CD14-E7F7-1EE4-EF537C7B57F5}"/>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09440337-B4EC-E264-186F-B8913558A7B3}"/>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196170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sclaimer 6">
    <p:bg>
      <p:bgPr>
        <a:solidFill>
          <a:schemeClr val="accent6"/>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tx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tx1"/>
                </a:solidFill>
                <a:latin typeface="Roboto Light" panose="02000000000000000000" pitchFamily="2" charset="0"/>
                <a:ea typeface="Roboto Light" panose="02000000000000000000" pitchFamily="2" charset="0"/>
              </a:rPr>
              <a:pPr/>
              <a:t>2026</a:t>
            </a:fld>
            <a:r>
              <a:rPr lang="pl-PL" sz="1400" dirty="0">
                <a:solidFill>
                  <a:schemeClr val="tx1"/>
                </a:solidFill>
                <a:latin typeface="Roboto Light" panose="02000000000000000000" pitchFamily="2" charset="0"/>
                <a:ea typeface="Roboto Light" panose="02000000000000000000" pitchFamily="2" charset="0"/>
              </a:rPr>
              <a:t> </a:t>
            </a:r>
            <a:r>
              <a:rPr lang="pl-PL" sz="1400">
                <a:solidFill>
                  <a:schemeClr val="tx1"/>
                </a:solidFill>
                <a:latin typeface="Roboto Light" panose="02000000000000000000" pitchFamily="2" charset="0"/>
                <a:ea typeface="Roboto Light" panose="02000000000000000000" pitchFamily="2" charset="0"/>
              </a:rPr>
              <a:t>© Asseco Central Europe, a. s.</a:t>
            </a:r>
            <a:endParaRPr lang="pl-PL" sz="1400" dirty="0">
              <a:solidFill>
                <a:schemeClr val="tx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tx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solidFill>
                <a:schemeClr val="tx1"/>
              </a:solidFill>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D6B35690-E40B-3721-ACF2-6510CEEF7940}"/>
              </a:ext>
            </a:extLst>
          </p:cNvPr>
          <p:cNvGrpSpPr/>
          <p:nvPr userDrawn="1"/>
        </p:nvGrpSpPr>
        <p:grpSpPr>
          <a:xfrm>
            <a:off x="10271760" y="304437"/>
            <a:ext cx="1470184" cy="161990"/>
            <a:chOff x="1719263" y="3114675"/>
            <a:chExt cx="5705476" cy="628650"/>
          </a:xfrm>
          <a:solidFill>
            <a:srgbClr val="000000"/>
          </a:solidFill>
        </p:grpSpPr>
        <p:sp>
          <p:nvSpPr>
            <p:cNvPr id="5" name="Freeform 5">
              <a:extLst>
                <a:ext uri="{FF2B5EF4-FFF2-40B4-BE49-F238E27FC236}">
                  <a16:creationId xmlns:a16="http://schemas.microsoft.com/office/drawing/2014/main" id="{9B15D687-C907-86FC-84A1-21458827DEF1}"/>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3DDA65BD-3AF0-98F2-76CD-62887B2B5A40}"/>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905A5FA9-8C48-B477-7DA5-E33AC0ABAF05}"/>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E85AFE09-33A6-2FFE-F85F-9CD590EBDB26}"/>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BADBD61D-9B78-5C0A-DF4E-D060F501779C}"/>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555A7940-9E60-399A-EDB2-75DC068D7C29}"/>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390513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sclaimer 7">
    <p:bg>
      <p:bgPr>
        <a:solidFill>
          <a:schemeClr val="tx1"/>
        </a:solidFill>
        <a:effectLst/>
      </p:bgPr>
    </p:bg>
    <p:spTree>
      <p:nvGrpSpPr>
        <p:cNvPr id="1" name=""/>
        <p:cNvGrpSpPr/>
        <p:nvPr/>
      </p:nvGrpSpPr>
      <p:grpSpPr>
        <a:xfrm>
          <a:off x="0" y="0"/>
          <a:ext cx="0" cy="0"/>
          <a:chOff x="0" y="0"/>
          <a:chExt cx="0" cy="0"/>
        </a:xfrm>
      </p:grpSpPr>
      <p:grpSp>
        <p:nvGrpSpPr>
          <p:cNvPr id="72" name="Grupa 71">
            <a:extLst>
              <a:ext uri="{FF2B5EF4-FFF2-40B4-BE49-F238E27FC236}">
                <a16:creationId xmlns:a16="http://schemas.microsoft.com/office/drawing/2014/main" id="{318D34E5-F710-4E61-96C9-08981B811979}"/>
              </a:ext>
            </a:extLst>
          </p:cNvPr>
          <p:cNvGrpSpPr/>
          <p:nvPr userDrawn="1"/>
        </p:nvGrpSpPr>
        <p:grpSpPr>
          <a:xfrm rot="5400000">
            <a:off x="-3572540" y="3312041"/>
            <a:ext cx="6815472" cy="233918"/>
            <a:chOff x="0" y="-711770"/>
            <a:chExt cx="4642907" cy="564813"/>
          </a:xfrm>
        </p:grpSpPr>
        <p:grpSp>
          <p:nvGrpSpPr>
            <p:cNvPr id="73" name="Grupa 72">
              <a:extLst>
                <a:ext uri="{FF2B5EF4-FFF2-40B4-BE49-F238E27FC236}">
                  <a16:creationId xmlns:a16="http://schemas.microsoft.com/office/drawing/2014/main" id="{DA9C3445-9CA3-47BE-8FEF-F4710B98C7B4}"/>
                </a:ext>
              </a:extLst>
            </p:cNvPr>
            <p:cNvGrpSpPr/>
            <p:nvPr userDrawn="1"/>
          </p:nvGrpSpPr>
          <p:grpSpPr>
            <a:xfrm>
              <a:off x="791421" y="-711770"/>
              <a:ext cx="685800" cy="564813"/>
              <a:chOff x="304800" y="937146"/>
              <a:chExt cx="1624082" cy="286603"/>
            </a:xfrm>
          </p:grpSpPr>
          <p:sp>
            <p:nvSpPr>
              <p:cNvPr id="94" name="Prostokąt: zaokrąglone rogi 93">
                <a:extLst>
                  <a:ext uri="{FF2B5EF4-FFF2-40B4-BE49-F238E27FC236}">
                    <a16:creationId xmlns:a16="http://schemas.microsoft.com/office/drawing/2014/main" id="{F30D6F88-BFAF-4F15-AD0B-541E9F9C8F38}"/>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5" name="Prostokąt: zaokrąglone rogi 94">
                <a:extLst>
                  <a:ext uri="{FF2B5EF4-FFF2-40B4-BE49-F238E27FC236}">
                    <a16:creationId xmlns:a16="http://schemas.microsoft.com/office/drawing/2014/main" id="{19EF6B2B-CB8E-41B1-BDA9-AFECA9A06963}"/>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6" name="Prostokąt: zaokrąglone rogi 95">
                <a:extLst>
                  <a:ext uri="{FF2B5EF4-FFF2-40B4-BE49-F238E27FC236}">
                    <a16:creationId xmlns:a16="http://schemas.microsoft.com/office/drawing/2014/main" id="{BF025918-1587-4746-B609-F26E26A10A96}"/>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upa 73">
              <a:extLst>
                <a:ext uri="{FF2B5EF4-FFF2-40B4-BE49-F238E27FC236}">
                  <a16:creationId xmlns:a16="http://schemas.microsoft.com/office/drawing/2014/main" id="{8C22C348-4050-4D47-8253-A39965CB5F89}"/>
                </a:ext>
              </a:extLst>
            </p:cNvPr>
            <p:cNvGrpSpPr/>
            <p:nvPr userDrawn="1"/>
          </p:nvGrpSpPr>
          <p:grpSpPr>
            <a:xfrm>
              <a:off x="2374263" y="-711770"/>
              <a:ext cx="685800" cy="564813"/>
              <a:chOff x="304800" y="937146"/>
              <a:chExt cx="1624082" cy="286603"/>
            </a:xfrm>
          </p:grpSpPr>
          <p:sp>
            <p:nvSpPr>
              <p:cNvPr id="91" name="Prostokąt: zaokrąglone rogi 90">
                <a:extLst>
                  <a:ext uri="{FF2B5EF4-FFF2-40B4-BE49-F238E27FC236}">
                    <a16:creationId xmlns:a16="http://schemas.microsoft.com/office/drawing/2014/main" id="{361051A9-7AD8-4B4C-9522-DFA50ECCDDD7}"/>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2" name="Prostokąt: zaokrąglone rogi 91">
                <a:extLst>
                  <a:ext uri="{FF2B5EF4-FFF2-40B4-BE49-F238E27FC236}">
                    <a16:creationId xmlns:a16="http://schemas.microsoft.com/office/drawing/2014/main" id="{96BF0C22-4683-48A8-9B0C-EE6AEF5F48F6}"/>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3" name="Prostokąt: zaokrąglone rogi 92">
                <a:extLst>
                  <a:ext uri="{FF2B5EF4-FFF2-40B4-BE49-F238E27FC236}">
                    <a16:creationId xmlns:a16="http://schemas.microsoft.com/office/drawing/2014/main" id="{936D9296-8D6F-4AFB-83AA-97D46C94785D}"/>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5" name="Grupa 74">
              <a:extLst>
                <a:ext uri="{FF2B5EF4-FFF2-40B4-BE49-F238E27FC236}">
                  <a16:creationId xmlns:a16="http://schemas.microsoft.com/office/drawing/2014/main" id="{55EFFC5D-4C78-4321-BE43-F4664992CF3D}"/>
                </a:ext>
              </a:extLst>
            </p:cNvPr>
            <p:cNvGrpSpPr/>
            <p:nvPr userDrawn="1"/>
          </p:nvGrpSpPr>
          <p:grpSpPr>
            <a:xfrm>
              <a:off x="1582842" y="-711770"/>
              <a:ext cx="685800" cy="564813"/>
              <a:chOff x="304800" y="937146"/>
              <a:chExt cx="1624082" cy="286603"/>
            </a:xfrm>
          </p:grpSpPr>
          <p:sp>
            <p:nvSpPr>
              <p:cNvPr id="88" name="Prostokąt: zaokrąglone rogi 87">
                <a:extLst>
                  <a:ext uri="{FF2B5EF4-FFF2-40B4-BE49-F238E27FC236}">
                    <a16:creationId xmlns:a16="http://schemas.microsoft.com/office/drawing/2014/main" id="{D08DCB19-6A71-4DED-BB71-9F9D6E8752C7}"/>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9" name="Prostokąt: zaokrąglone rogi 88">
                <a:extLst>
                  <a:ext uri="{FF2B5EF4-FFF2-40B4-BE49-F238E27FC236}">
                    <a16:creationId xmlns:a16="http://schemas.microsoft.com/office/drawing/2014/main" id="{9C76D8AA-2DA7-404D-81F2-0A9B3923E14F}"/>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0" name="Prostokąt: zaokrąglone rogi 89">
                <a:extLst>
                  <a:ext uri="{FF2B5EF4-FFF2-40B4-BE49-F238E27FC236}">
                    <a16:creationId xmlns:a16="http://schemas.microsoft.com/office/drawing/2014/main" id="{5B5DCA9B-2363-4EFF-BDE0-89439B22607D}"/>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6" name="Grupa 75">
              <a:extLst>
                <a:ext uri="{FF2B5EF4-FFF2-40B4-BE49-F238E27FC236}">
                  <a16:creationId xmlns:a16="http://schemas.microsoft.com/office/drawing/2014/main" id="{735299A2-C9A6-47E3-9DF9-1192D8BF10CB}"/>
                </a:ext>
              </a:extLst>
            </p:cNvPr>
            <p:cNvGrpSpPr/>
            <p:nvPr userDrawn="1"/>
          </p:nvGrpSpPr>
          <p:grpSpPr>
            <a:xfrm>
              <a:off x="0" y="-711770"/>
              <a:ext cx="685800" cy="564813"/>
              <a:chOff x="304800" y="937146"/>
              <a:chExt cx="1624082" cy="286603"/>
            </a:xfrm>
          </p:grpSpPr>
          <p:sp>
            <p:nvSpPr>
              <p:cNvPr id="85" name="Prostokąt: zaokrąglone rogi 84">
                <a:extLst>
                  <a:ext uri="{FF2B5EF4-FFF2-40B4-BE49-F238E27FC236}">
                    <a16:creationId xmlns:a16="http://schemas.microsoft.com/office/drawing/2014/main" id="{AF3F9170-4235-4F12-A0E9-31DD702994BC}"/>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6" name="Prostokąt: zaokrąglone rogi 85">
                <a:extLst>
                  <a:ext uri="{FF2B5EF4-FFF2-40B4-BE49-F238E27FC236}">
                    <a16:creationId xmlns:a16="http://schemas.microsoft.com/office/drawing/2014/main" id="{B69973AE-8225-4DF7-8D4B-A13902FB672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7" name="Prostokąt: zaokrąglone rogi 86">
                <a:extLst>
                  <a:ext uri="{FF2B5EF4-FFF2-40B4-BE49-F238E27FC236}">
                    <a16:creationId xmlns:a16="http://schemas.microsoft.com/office/drawing/2014/main" id="{A7922043-CB93-42A0-89F7-68355C1506AB}"/>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7" name="Grupa 76">
              <a:extLst>
                <a:ext uri="{FF2B5EF4-FFF2-40B4-BE49-F238E27FC236}">
                  <a16:creationId xmlns:a16="http://schemas.microsoft.com/office/drawing/2014/main" id="{75B582A7-208B-4431-A5EB-E2A73AA955C1}"/>
                </a:ext>
              </a:extLst>
            </p:cNvPr>
            <p:cNvGrpSpPr/>
            <p:nvPr userDrawn="1"/>
          </p:nvGrpSpPr>
          <p:grpSpPr>
            <a:xfrm>
              <a:off x="3957107" y="-711770"/>
              <a:ext cx="685800" cy="564813"/>
              <a:chOff x="304800" y="937146"/>
              <a:chExt cx="1624082" cy="286603"/>
            </a:xfrm>
          </p:grpSpPr>
          <p:sp>
            <p:nvSpPr>
              <p:cNvPr id="82" name="Prostokąt: zaokrąglone rogi 81">
                <a:extLst>
                  <a:ext uri="{FF2B5EF4-FFF2-40B4-BE49-F238E27FC236}">
                    <a16:creationId xmlns:a16="http://schemas.microsoft.com/office/drawing/2014/main" id="{3219116A-AAA7-49B2-A2D8-A0E622CB8603}"/>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3" name="Prostokąt: zaokrąglone rogi 82">
                <a:extLst>
                  <a:ext uri="{FF2B5EF4-FFF2-40B4-BE49-F238E27FC236}">
                    <a16:creationId xmlns:a16="http://schemas.microsoft.com/office/drawing/2014/main" id="{0129468E-C3F0-48DF-8FDB-47E22C570752}"/>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4" name="Prostokąt: zaokrąglone rogi 83">
                <a:extLst>
                  <a:ext uri="{FF2B5EF4-FFF2-40B4-BE49-F238E27FC236}">
                    <a16:creationId xmlns:a16="http://schemas.microsoft.com/office/drawing/2014/main" id="{C7AD5AE2-B29F-468B-A02E-DBB0416ABC61}"/>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8" name="Grupa 77">
              <a:extLst>
                <a:ext uri="{FF2B5EF4-FFF2-40B4-BE49-F238E27FC236}">
                  <a16:creationId xmlns:a16="http://schemas.microsoft.com/office/drawing/2014/main" id="{4E6BF433-09DB-4D94-A543-783FF4FF18B6}"/>
                </a:ext>
              </a:extLst>
            </p:cNvPr>
            <p:cNvGrpSpPr/>
            <p:nvPr userDrawn="1"/>
          </p:nvGrpSpPr>
          <p:grpSpPr>
            <a:xfrm>
              <a:off x="3165684" y="-711770"/>
              <a:ext cx="685800" cy="564813"/>
              <a:chOff x="304800" y="937146"/>
              <a:chExt cx="1624082" cy="286603"/>
            </a:xfrm>
          </p:grpSpPr>
          <p:sp>
            <p:nvSpPr>
              <p:cNvPr id="79" name="Prostokąt: zaokrąglone rogi 78">
                <a:extLst>
                  <a:ext uri="{FF2B5EF4-FFF2-40B4-BE49-F238E27FC236}">
                    <a16:creationId xmlns:a16="http://schemas.microsoft.com/office/drawing/2014/main" id="{0CF2DC4D-423C-4191-A9C4-2A3A4F38A952}"/>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0" name="Prostokąt: zaokrąglone rogi 79">
                <a:extLst>
                  <a:ext uri="{FF2B5EF4-FFF2-40B4-BE49-F238E27FC236}">
                    <a16:creationId xmlns:a16="http://schemas.microsoft.com/office/drawing/2014/main" id="{8E1DB2C8-0158-4319-8C3B-994D4422EBFC}"/>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1" name="Prostokąt: zaokrąglone rogi 80">
                <a:extLst>
                  <a:ext uri="{FF2B5EF4-FFF2-40B4-BE49-F238E27FC236}">
                    <a16:creationId xmlns:a16="http://schemas.microsoft.com/office/drawing/2014/main" id="{F5910D5F-B56E-4C2A-B7E2-097AC0058916}"/>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sp>
        <p:nvSpPr>
          <p:cNvPr id="40" name="Tytuł 1">
            <a:extLst>
              <a:ext uri="{FF2B5EF4-FFF2-40B4-BE49-F238E27FC236}">
                <a16:creationId xmlns:a16="http://schemas.microsoft.com/office/drawing/2014/main" id="{DDCA6A3F-A99C-4A29-908C-CC232BB72DF0}"/>
              </a:ext>
            </a:extLst>
          </p:cNvPr>
          <p:cNvSpPr txBox="1">
            <a:spLocks/>
          </p:cNvSpPr>
          <p:nvPr userDrawn="1"/>
        </p:nvSpPr>
        <p:spPr>
          <a:xfrm>
            <a:off x="526629" y="848201"/>
            <a:ext cx="11234631" cy="792675"/>
          </a:xfrm>
          <a:prstGeom prst="rect">
            <a:avLst/>
          </a:prstGeom>
        </p:spPr>
        <p:txBody>
          <a:bodyPr vert="horz" lIns="0" tIns="0" rIns="0" bIns="0" rtlCol="0" anchor="t">
            <a:normAutofit/>
          </a:bodyPr>
          <a:lstStyle>
            <a:lvl1pPr algn="l" defTabSz="1219170" rtl="0" eaLnBrk="1" latinLnBrk="0" hangingPunct="1">
              <a:spcBef>
                <a:spcPct val="0"/>
              </a:spcBef>
              <a:buNone/>
              <a:defRPr sz="4000" b="0" kern="1200">
                <a:solidFill>
                  <a:srgbClr val="000000"/>
                </a:solidFill>
                <a:latin typeface="+mj-lt"/>
                <a:ea typeface="+mj-ea"/>
                <a:cs typeface="+mj-cs"/>
              </a:defRPr>
            </a:lvl1pPr>
          </a:lstStyle>
          <a:p>
            <a:r>
              <a:rPr lang="en-US">
                <a:solidFill>
                  <a:schemeClr val="bg1"/>
                </a:solidFill>
                <a:latin typeface="Roboto Light" panose="02000000000000000000" pitchFamily="2" charset="0"/>
                <a:ea typeface="Roboto Light" panose="02000000000000000000" pitchFamily="2" charset="0"/>
              </a:rPr>
              <a:t>Legal disclaimer</a:t>
            </a:r>
          </a:p>
        </p:txBody>
      </p:sp>
      <p:sp>
        <p:nvSpPr>
          <p:cNvPr id="41" name="Prostokąt 10">
            <a:extLst>
              <a:ext uri="{FF2B5EF4-FFF2-40B4-BE49-F238E27FC236}">
                <a16:creationId xmlns:a16="http://schemas.microsoft.com/office/drawing/2014/main" id="{A95B7600-8FFE-47EB-B2C7-B0059F3EE26E}"/>
              </a:ext>
            </a:extLst>
          </p:cNvPr>
          <p:cNvSpPr/>
          <p:nvPr userDrawn="1"/>
        </p:nvSpPr>
        <p:spPr>
          <a:xfrm>
            <a:off x="526629" y="6362623"/>
            <a:ext cx="2814873" cy="307777"/>
          </a:xfrm>
          <a:prstGeom prst="rect">
            <a:avLst/>
          </a:prstGeom>
        </p:spPr>
        <p:txBody>
          <a:bodyPr wrap="none" lIns="0" rIns="0">
            <a:spAutoFit/>
          </a:bodyPr>
          <a:lstStyle/>
          <a:p>
            <a:fld id="{1F09D2A9-4168-4AFF-9E4F-2EC468109066}" type="datetimeyyyy">
              <a:rPr lang="pl-PL" sz="1400">
                <a:solidFill>
                  <a:schemeClr val="bg1"/>
                </a:solidFill>
                <a:latin typeface="Roboto Light" panose="02000000000000000000" pitchFamily="2" charset="0"/>
                <a:ea typeface="Roboto Light" panose="02000000000000000000" pitchFamily="2" charset="0"/>
              </a:rPr>
              <a:pPr/>
              <a:t>2026</a:t>
            </a:fld>
            <a:r>
              <a:rPr lang="pl-PL" sz="1400" dirty="0">
                <a:solidFill>
                  <a:schemeClr val="bg1"/>
                </a:solidFill>
                <a:latin typeface="Roboto Light" panose="02000000000000000000" pitchFamily="2" charset="0"/>
                <a:ea typeface="Roboto Light" panose="02000000000000000000" pitchFamily="2" charset="0"/>
              </a:rPr>
              <a:t> </a:t>
            </a:r>
            <a:r>
              <a:rPr lang="pl-PL" sz="1400">
                <a:solidFill>
                  <a:schemeClr val="bg1"/>
                </a:solidFill>
                <a:latin typeface="Roboto Light" panose="02000000000000000000" pitchFamily="2" charset="0"/>
                <a:ea typeface="Roboto Light" panose="02000000000000000000" pitchFamily="2" charset="0"/>
              </a:rPr>
              <a:t>© Asseco Central Europe, a. s.</a:t>
            </a:r>
            <a:endParaRPr lang="pl-PL" sz="1400" dirty="0">
              <a:solidFill>
                <a:schemeClr val="bg1"/>
              </a:solidFill>
              <a:latin typeface="Roboto Light" panose="02000000000000000000" pitchFamily="2" charset="0"/>
              <a:ea typeface="Roboto Light" panose="02000000000000000000" pitchFamily="2" charset="0"/>
            </a:endParaRPr>
          </a:p>
        </p:txBody>
      </p:sp>
      <p:sp>
        <p:nvSpPr>
          <p:cNvPr id="2" name="TextBox 1"/>
          <p:cNvSpPr txBox="1"/>
          <p:nvPr userDrawn="1"/>
        </p:nvSpPr>
        <p:spPr>
          <a:xfrm>
            <a:off x="526628" y="2372474"/>
            <a:ext cx="11218907" cy="2318583"/>
          </a:xfrm>
          <a:prstGeom prst="rect">
            <a:avLst/>
          </a:prstGeom>
          <a:noFill/>
        </p:spPr>
        <p:txBody>
          <a:bodyPr wrap="square" lIns="0" tIns="0" rIns="0" bIns="0" rtlCol="0">
            <a:spAutoFit/>
          </a:bodyPr>
          <a:lstStyle/>
          <a:p>
            <a:pPr marL="0" marR="0" lvl="0" indent="0" algn="just" defTabSz="1219170" rtl="0" eaLnBrk="1" fontAlgn="auto" latinLnBrk="0" hangingPunct="1">
              <a:lnSpc>
                <a:spcPct val="150000"/>
              </a:lnSpc>
              <a:spcBef>
                <a:spcPts val="0"/>
              </a:spcBef>
              <a:spcAft>
                <a:spcPts val="800"/>
              </a:spcAft>
              <a:buClr>
                <a:schemeClr val="accent1"/>
              </a:buClr>
              <a:buSzPct val="120000"/>
              <a:buFont typeface="Arial" panose="020B0604020202020204" pitchFamily="34" charset="0"/>
              <a:buNone/>
              <a:tabLst/>
              <a:defRPr/>
            </a:pPr>
            <a:r>
              <a:rPr lang="en-GB" sz="1600">
                <a:solidFill>
                  <a:schemeClr val="bg1"/>
                </a:solidFill>
                <a:latin typeface="Roboto Light" panose="02000000000000000000" pitchFamily="2" charset="0"/>
                <a:ea typeface="Roboto Light" panose="02000000000000000000" pitchFamily="2" charset="0"/>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p>
          <a:p>
            <a:pPr marL="0" indent="0" algn="just">
              <a:lnSpc>
                <a:spcPct val="150000"/>
              </a:lnSpc>
              <a:spcAft>
                <a:spcPts val="800"/>
              </a:spcAft>
              <a:buClr>
                <a:schemeClr val="accent1"/>
              </a:buClr>
              <a:buSzPct val="120000"/>
              <a:buFont typeface="Arial" panose="020B0604020202020204" pitchFamily="34" charset="0"/>
              <a:buNone/>
            </a:pPr>
            <a:endParaRPr lang="sk-SK" sz="1600" dirty="0" err="1">
              <a:latin typeface="Roboto Light" panose="02000000000000000000" pitchFamily="2" charset="0"/>
              <a:ea typeface="Roboto Light" panose="02000000000000000000" pitchFamily="2" charset="0"/>
            </a:endParaRPr>
          </a:p>
        </p:txBody>
      </p:sp>
      <p:grpSp>
        <p:nvGrpSpPr>
          <p:cNvPr id="4" name="Grupa 11">
            <a:extLst>
              <a:ext uri="{FF2B5EF4-FFF2-40B4-BE49-F238E27FC236}">
                <a16:creationId xmlns:a16="http://schemas.microsoft.com/office/drawing/2014/main" id="{E92AF67F-F58E-A740-D2DC-A47C18B0428C}"/>
              </a:ext>
            </a:extLst>
          </p:cNvPr>
          <p:cNvGrpSpPr/>
          <p:nvPr userDrawn="1"/>
        </p:nvGrpSpPr>
        <p:grpSpPr>
          <a:xfrm>
            <a:off x="10271760" y="304437"/>
            <a:ext cx="1470184" cy="161990"/>
            <a:chOff x="1719263" y="3114675"/>
            <a:chExt cx="5705476" cy="628650"/>
          </a:xfrm>
          <a:solidFill>
            <a:schemeClr val="bg1"/>
          </a:solidFill>
        </p:grpSpPr>
        <p:sp>
          <p:nvSpPr>
            <p:cNvPr id="5" name="Freeform 5">
              <a:extLst>
                <a:ext uri="{FF2B5EF4-FFF2-40B4-BE49-F238E27FC236}">
                  <a16:creationId xmlns:a16="http://schemas.microsoft.com/office/drawing/2014/main" id="{8A603307-3E16-A1BD-1EC6-91714CAA5BEA}"/>
                </a:ext>
              </a:extLst>
            </p:cNvPr>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6" name="Freeform 6">
              <a:extLst>
                <a:ext uri="{FF2B5EF4-FFF2-40B4-BE49-F238E27FC236}">
                  <a16:creationId xmlns:a16="http://schemas.microsoft.com/office/drawing/2014/main" id="{694325F8-3029-64B2-110E-08613358AE67}"/>
                </a:ext>
              </a:extLst>
            </p:cNvPr>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7" name="Freeform 7">
              <a:extLst>
                <a:ext uri="{FF2B5EF4-FFF2-40B4-BE49-F238E27FC236}">
                  <a16:creationId xmlns:a16="http://schemas.microsoft.com/office/drawing/2014/main" id="{A7EB5B23-C47D-8DE1-3A6A-1CD1948013D1}"/>
                </a:ext>
              </a:extLst>
            </p:cNvPr>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8" name="Freeform 8">
              <a:extLst>
                <a:ext uri="{FF2B5EF4-FFF2-40B4-BE49-F238E27FC236}">
                  <a16:creationId xmlns:a16="http://schemas.microsoft.com/office/drawing/2014/main" id="{35C182CD-B226-E13F-059C-037305683125}"/>
                </a:ext>
              </a:extLst>
            </p:cNvPr>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9" name="Freeform 9">
              <a:extLst>
                <a:ext uri="{FF2B5EF4-FFF2-40B4-BE49-F238E27FC236}">
                  <a16:creationId xmlns:a16="http://schemas.microsoft.com/office/drawing/2014/main" id="{C3FEF68A-CD14-E7F7-1EE4-EF537C7B57F5}"/>
                </a:ext>
              </a:extLst>
            </p:cNvPr>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0" name="Freeform 10">
              <a:extLst>
                <a:ext uri="{FF2B5EF4-FFF2-40B4-BE49-F238E27FC236}">
                  <a16:creationId xmlns:a16="http://schemas.microsoft.com/office/drawing/2014/main" id="{09440337-B4EC-E264-186F-B8913558A7B3}"/>
                </a:ext>
              </a:extLst>
            </p:cNvPr>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spTree>
    <p:extLst>
      <p:ext uri="{BB962C8B-B14F-4D97-AF65-F5344CB8AC3E}">
        <p14:creationId xmlns:p14="http://schemas.microsoft.com/office/powerpoint/2010/main" val="2679016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Pusty">
    <p:spTree>
      <p:nvGrpSpPr>
        <p:cNvPr id="1" name=""/>
        <p:cNvGrpSpPr/>
        <p:nvPr/>
      </p:nvGrpSpPr>
      <p:grpSpPr>
        <a:xfrm>
          <a:off x="0" y="0"/>
          <a:ext cx="0" cy="0"/>
          <a:chOff x="0" y="0"/>
          <a:chExt cx="0" cy="0"/>
        </a:xfrm>
      </p:grpSpPr>
      <p:sp>
        <p:nvSpPr>
          <p:cNvPr id="3" name="Fußzeilenplatzhalter 2"/>
          <p:cNvSpPr>
            <a:spLocks noGrp="1"/>
          </p:cNvSpPr>
          <p:nvPr>
            <p:ph type="ftr" sz="quarter" idx="11"/>
          </p:nvPr>
        </p:nvSpPr>
        <p:spPr>
          <a:xfrm>
            <a:off x="526631" y="6356352"/>
            <a:ext cx="8318548" cy="365125"/>
          </a:xfrm>
        </p:spPr>
        <p:txBody>
          <a:bodyPr/>
          <a:lstStyle>
            <a:lvl1pPr>
              <a:defRPr>
                <a:solidFill>
                  <a:schemeClr val="tx1"/>
                </a:solidFill>
              </a:defRPr>
            </a:lvl1pPr>
          </a:lstStyle>
          <a:p>
            <a:endParaRPr lang="pl-PL"/>
          </a:p>
        </p:txBody>
      </p:sp>
      <p:sp>
        <p:nvSpPr>
          <p:cNvPr id="4" name="Foliennummernplatzhalter 3"/>
          <p:cNvSpPr>
            <a:spLocks noGrp="1"/>
          </p:cNvSpPr>
          <p:nvPr>
            <p:ph type="sldNum" sz="quarter" idx="12"/>
          </p:nvPr>
        </p:nvSpPr>
        <p:spPr/>
        <p:txBody>
          <a:bodyPr/>
          <a:lstStyle>
            <a:lvl1pPr>
              <a:defRPr sz="1067">
                <a:solidFill>
                  <a:schemeClr val="tx1"/>
                </a:solidFill>
                <a:latin typeface="Calibri Light" panose="020F0302020204030204" pitchFamily="34" charset="0"/>
                <a:cs typeface="Calibri Light" panose="020F0302020204030204" pitchFamily="34" charset="0"/>
              </a:defRPr>
            </a:lvl1pPr>
          </a:lstStyle>
          <a:p>
            <a:fld id="{9DC1E638-3F78-4E0D-883A-B278700C48C0}" type="slidenum">
              <a:rPr lang="pl-PL" smtClean="0"/>
              <a:pPr/>
              <a:t>‹#›</a:t>
            </a:fld>
            <a:endParaRPr lang="pl-PL"/>
          </a:p>
        </p:txBody>
      </p:sp>
      <p:sp>
        <p:nvSpPr>
          <p:cNvPr id="11" name="Titelplatzhalter 1"/>
          <p:cNvSpPr>
            <a:spLocks noGrp="1"/>
          </p:cNvSpPr>
          <p:nvPr userDrawn="1">
            <p:ph type="title" hasCustomPrompt="1"/>
          </p:nvPr>
        </p:nvSpPr>
        <p:spPr>
          <a:xfrm>
            <a:off x="526631" y="657701"/>
            <a:ext cx="11234631" cy="792675"/>
          </a:xfrm>
          <a:prstGeom prst="rect">
            <a:avLst/>
          </a:prstGeom>
        </p:spPr>
        <p:txBody>
          <a:bodyPr vert="horz" lIns="0" tIns="0" rIns="0" bIns="0" rtlCol="0" anchor="t">
            <a:normAutofit/>
          </a:bodyPr>
          <a:lstStyle>
            <a:lvl1pPr>
              <a:defRPr>
                <a:solidFill>
                  <a:srgbClr val="000000"/>
                </a:solidFill>
              </a:defRPr>
            </a:lvl1pPr>
          </a:lstStyle>
          <a:p>
            <a:r>
              <a:rPr lang="pl-PL" noProof="0" dirty="0"/>
              <a:t>Kliknij, aby wpisać tytuł</a:t>
            </a:r>
          </a:p>
        </p:txBody>
      </p:sp>
      <p:grpSp>
        <p:nvGrpSpPr>
          <p:cNvPr id="12" name="Grupa 11"/>
          <p:cNvGrpSpPr/>
          <p:nvPr userDrawn="1"/>
        </p:nvGrpSpPr>
        <p:grpSpPr>
          <a:xfrm>
            <a:off x="9857088" y="296190"/>
            <a:ext cx="1888448" cy="208076"/>
            <a:chOff x="1719263" y="3114675"/>
            <a:chExt cx="5705476" cy="628650"/>
          </a:xfrm>
          <a:solidFill>
            <a:srgbClr val="000000"/>
          </a:solidFill>
        </p:grpSpPr>
        <p:sp>
          <p:nvSpPr>
            <p:cNvPr id="13" name="Freeform 5"/>
            <p:cNvSpPr>
              <a:spLocks/>
            </p:cNvSpPr>
            <p:nvPr userDrawn="1"/>
          </p:nvSpPr>
          <p:spPr bwMode="auto">
            <a:xfrm>
              <a:off x="3454401" y="3114675"/>
              <a:ext cx="922338" cy="628650"/>
            </a:xfrm>
            <a:custGeom>
              <a:avLst/>
              <a:gdLst>
                <a:gd name="T0" fmla="*/ 2903 w 2905"/>
                <a:gd name="T1" fmla="*/ 136 h 1980"/>
                <a:gd name="T2" fmla="*/ 2887 w 2905"/>
                <a:gd name="T3" fmla="*/ 87 h 1980"/>
                <a:gd name="T4" fmla="*/ 2860 w 2905"/>
                <a:gd name="T5" fmla="*/ 47 h 1980"/>
                <a:gd name="T6" fmla="*/ 2821 w 2905"/>
                <a:gd name="T7" fmla="*/ 19 h 1980"/>
                <a:gd name="T8" fmla="*/ 2771 w 2905"/>
                <a:gd name="T9" fmla="*/ 3 h 1980"/>
                <a:gd name="T10" fmla="*/ 1975 w 2905"/>
                <a:gd name="T11" fmla="*/ 0 h 1980"/>
                <a:gd name="T12" fmla="*/ 1868 w 2905"/>
                <a:gd name="T13" fmla="*/ 5 h 1980"/>
                <a:gd name="T14" fmla="*/ 1771 w 2905"/>
                <a:gd name="T15" fmla="*/ 19 h 1980"/>
                <a:gd name="T16" fmla="*/ 1687 w 2905"/>
                <a:gd name="T17" fmla="*/ 43 h 1980"/>
                <a:gd name="T18" fmla="*/ 1614 w 2905"/>
                <a:gd name="T19" fmla="*/ 77 h 1980"/>
                <a:gd name="T20" fmla="*/ 1551 w 2905"/>
                <a:gd name="T21" fmla="*/ 122 h 1980"/>
                <a:gd name="T22" fmla="*/ 1499 w 2905"/>
                <a:gd name="T23" fmla="*/ 177 h 1980"/>
                <a:gd name="T24" fmla="*/ 1459 w 2905"/>
                <a:gd name="T25" fmla="*/ 242 h 1980"/>
                <a:gd name="T26" fmla="*/ 1428 w 2905"/>
                <a:gd name="T27" fmla="*/ 320 h 1980"/>
                <a:gd name="T28" fmla="*/ 1407 w 2905"/>
                <a:gd name="T29" fmla="*/ 408 h 1980"/>
                <a:gd name="T30" fmla="*/ 1396 w 2905"/>
                <a:gd name="T31" fmla="*/ 509 h 1980"/>
                <a:gd name="T32" fmla="*/ 1395 w 2905"/>
                <a:gd name="T33" fmla="*/ 1398 h 1980"/>
                <a:gd name="T34" fmla="*/ 1387 w 2905"/>
                <a:gd name="T35" fmla="*/ 1479 h 1980"/>
                <a:gd name="T36" fmla="*/ 1372 w 2905"/>
                <a:gd name="T37" fmla="*/ 1523 h 1980"/>
                <a:gd name="T38" fmla="*/ 1358 w 2905"/>
                <a:gd name="T39" fmla="*/ 1551 h 1980"/>
                <a:gd name="T40" fmla="*/ 1338 w 2905"/>
                <a:gd name="T41" fmla="*/ 1575 h 1980"/>
                <a:gd name="T42" fmla="*/ 1314 w 2905"/>
                <a:gd name="T43" fmla="*/ 1594 h 1980"/>
                <a:gd name="T44" fmla="*/ 1286 w 2905"/>
                <a:gd name="T45" fmla="*/ 1609 h 1980"/>
                <a:gd name="T46" fmla="*/ 1241 w 2905"/>
                <a:gd name="T47" fmla="*/ 1623 h 1980"/>
                <a:gd name="T48" fmla="*/ 1158 w 2905"/>
                <a:gd name="T49" fmla="*/ 1631 h 1980"/>
                <a:gd name="T50" fmla="*/ 137 w 2905"/>
                <a:gd name="T51" fmla="*/ 1634 h 1980"/>
                <a:gd name="T52" fmla="*/ 87 w 2905"/>
                <a:gd name="T53" fmla="*/ 1650 h 1980"/>
                <a:gd name="T54" fmla="*/ 47 w 2905"/>
                <a:gd name="T55" fmla="*/ 1679 h 1980"/>
                <a:gd name="T56" fmla="*/ 19 w 2905"/>
                <a:gd name="T57" fmla="*/ 1718 h 1980"/>
                <a:gd name="T58" fmla="*/ 3 w 2905"/>
                <a:gd name="T59" fmla="*/ 1769 h 1980"/>
                <a:gd name="T60" fmla="*/ 1 w 2905"/>
                <a:gd name="T61" fmla="*/ 1826 h 1980"/>
                <a:gd name="T62" fmla="*/ 12 w 2905"/>
                <a:gd name="T63" fmla="*/ 1878 h 1980"/>
                <a:gd name="T64" fmla="*/ 36 w 2905"/>
                <a:gd name="T65" fmla="*/ 1920 h 1980"/>
                <a:gd name="T66" fmla="*/ 71 w 2905"/>
                <a:gd name="T67" fmla="*/ 1953 h 1980"/>
                <a:gd name="T68" fmla="*/ 117 w 2905"/>
                <a:gd name="T69" fmla="*/ 1973 h 1980"/>
                <a:gd name="T70" fmla="*/ 172 w 2905"/>
                <a:gd name="T71" fmla="*/ 1980 h 1980"/>
                <a:gd name="T72" fmla="*/ 1231 w 2905"/>
                <a:gd name="T73" fmla="*/ 1978 h 1980"/>
                <a:gd name="T74" fmla="*/ 1331 w 2905"/>
                <a:gd name="T75" fmla="*/ 1967 h 1980"/>
                <a:gd name="T76" fmla="*/ 1420 w 2905"/>
                <a:gd name="T77" fmla="*/ 1946 h 1980"/>
                <a:gd name="T78" fmla="*/ 1497 w 2905"/>
                <a:gd name="T79" fmla="*/ 1916 h 1980"/>
                <a:gd name="T80" fmla="*/ 1563 w 2905"/>
                <a:gd name="T81" fmla="*/ 1875 h 1980"/>
                <a:gd name="T82" fmla="*/ 1619 w 2905"/>
                <a:gd name="T83" fmla="*/ 1824 h 1980"/>
                <a:gd name="T84" fmla="*/ 1664 w 2905"/>
                <a:gd name="T85" fmla="*/ 1762 h 1980"/>
                <a:gd name="T86" fmla="*/ 1699 w 2905"/>
                <a:gd name="T87" fmla="*/ 1688 h 1980"/>
                <a:gd name="T88" fmla="*/ 1724 w 2905"/>
                <a:gd name="T89" fmla="*/ 1603 h 1980"/>
                <a:gd name="T90" fmla="*/ 1738 w 2905"/>
                <a:gd name="T91" fmla="*/ 1506 h 1980"/>
                <a:gd name="T92" fmla="*/ 1743 w 2905"/>
                <a:gd name="T93" fmla="*/ 1398 h 1980"/>
                <a:gd name="T94" fmla="*/ 1746 w 2905"/>
                <a:gd name="T95" fmla="*/ 523 h 1980"/>
                <a:gd name="T96" fmla="*/ 1759 w 2905"/>
                <a:gd name="T97" fmla="*/ 462 h 1980"/>
                <a:gd name="T98" fmla="*/ 1772 w 2905"/>
                <a:gd name="T99" fmla="*/ 433 h 1980"/>
                <a:gd name="T100" fmla="*/ 1789 w 2905"/>
                <a:gd name="T101" fmla="*/ 408 h 1980"/>
                <a:gd name="T102" fmla="*/ 1810 w 2905"/>
                <a:gd name="T103" fmla="*/ 388 h 1980"/>
                <a:gd name="T104" fmla="*/ 1836 w 2905"/>
                <a:gd name="T105" fmla="*/ 374 h 1980"/>
                <a:gd name="T106" fmla="*/ 1868 w 2905"/>
                <a:gd name="T107" fmla="*/ 362 h 1980"/>
                <a:gd name="T108" fmla="*/ 1945 w 2905"/>
                <a:gd name="T109" fmla="*/ 351 h 1980"/>
                <a:gd name="T110" fmla="*/ 2752 w 2905"/>
                <a:gd name="T111" fmla="*/ 349 h 1980"/>
                <a:gd name="T112" fmla="*/ 2807 w 2905"/>
                <a:gd name="T113" fmla="*/ 338 h 1980"/>
                <a:gd name="T114" fmla="*/ 2849 w 2905"/>
                <a:gd name="T115" fmla="*/ 313 h 1980"/>
                <a:gd name="T116" fmla="*/ 2880 w 2905"/>
                <a:gd name="T117" fmla="*/ 277 h 1980"/>
                <a:gd name="T118" fmla="*/ 2899 w 2905"/>
                <a:gd name="T119" fmla="*/ 231 h 1980"/>
                <a:gd name="T120" fmla="*/ 2905 w 2905"/>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5" h="1980">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5" name="Freeform 6"/>
            <p:cNvSpPr>
              <a:spLocks/>
            </p:cNvSpPr>
            <p:nvPr userDrawn="1"/>
          </p:nvSpPr>
          <p:spPr bwMode="auto">
            <a:xfrm>
              <a:off x="1719263" y="3114675"/>
              <a:ext cx="922338" cy="628650"/>
            </a:xfrm>
            <a:custGeom>
              <a:avLst/>
              <a:gdLst>
                <a:gd name="T0" fmla="*/ 486 w 2906"/>
                <a:gd name="T1" fmla="*/ 7 h 1980"/>
                <a:gd name="T2" fmla="*/ 344 w 2906"/>
                <a:gd name="T3" fmla="*/ 43 h 1980"/>
                <a:gd name="T4" fmla="*/ 221 w 2906"/>
                <a:gd name="T5" fmla="*/ 108 h 1980"/>
                <a:gd name="T6" fmla="*/ 124 w 2906"/>
                <a:gd name="T7" fmla="*/ 200 h 1980"/>
                <a:gd name="T8" fmla="*/ 53 w 2906"/>
                <a:gd name="T9" fmla="*/ 318 h 1980"/>
                <a:gd name="T10" fmla="*/ 10 w 2906"/>
                <a:gd name="T11" fmla="*/ 458 h 1980"/>
                <a:gd name="T12" fmla="*/ 0 w 2906"/>
                <a:gd name="T13" fmla="*/ 1398 h 1980"/>
                <a:gd name="T14" fmla="*/ 17 w 2906"/>
                <a:gd name="T15" fmla="*/ 1553 h 1980"/>
                <a:gd name="T16" fmla="*/ 64 w 2906"/>
                <a:gd name="T17" fmla="*/ 1688 h 1980"/>
                <a:gd name="T18" fmla="*/ 142 w 2906"/>
                <a:gd name="T19" fmla="*/ 1800 h 1980"/>
                <a:gd name="T20" fmla="*/ 244 w 2906"/>
                <a:gd name="T21" fmla="*/ 1888 h 1980"/>
                <a:gd name="T22" fmla="*/ 371 w 2906"/>
                <a:gd name="T23" fmla="*/ 1947 h 1980"/>
                <a:gd name="T24" fmla="*/ 517 w 2906"/>
                <a:gd name="T25" fmla="*/ 1977 h 1980"/>
                <a:gd name="T26" fmla="*/ 1998 w 2906"/>
                <a:gd name="T27" fmla="*/ 1979 h 1980"/>
                <a:gd name="T28" fmla="*/ 2051 w 2906"/>
                <a:gd name="T29" fmla="*/ 1964 h 1980"/>
                <a:gd name="T30" fmla="*/ 2135 w 2906"/>
                <a:gd name="T31" fmla="*/ 1907 h 1980"/>
                <a:gd name="T32" fmla="*/ 2192 w 2906"/>
                <a:gd name="T33" fmla="*/ 1823 h 1980"/>
                <a:gd name="T34" fmla="*/ 2207 w 2906"/>
                <a:gd name="T35" fmla="*/ 1770 h 1980"/>
                <a:gd name="T36" fmla="*/ 2205 w 2906"/>
                <a:gd name="T37" fmla="*/ 1303 h 1980"/>
                <a:gd name="T38" fmla="*/ 2170 w 2906"/>
                <a:gd name="T39" fmla="*/ 1227 h 1980"/>
                <a:gd name="T40" fmla="*/ 2105 w 2906"/>
                <a:gd name="T41" fmla="*/ 1178 h 1980"/>
                <a:gd name="T42" fmla="*/ 2017 w 2906"/>
                <a:gd name="T43" fmla="*/ 1166 h 1980"/>
                <a:gd name="T44" fmla="*/ 1933 w 2906"/>
                <a:gd name="T45" fmla="*/ 1193 h 1980"/>
                <a:gd name="T46" fmla="*/ 1879 w 2906"/>
                <a:gd name="T47" fmla="*/ 1252 h 1980"/>
                <a:gd name="T48" fmla="*/ 1860 w 2906"/>
                <a:gd name="T49" fmla="*/ 1340 h 1980"/>
                <a:gd name="T50" fmla="*/ 548 w 2906"/>
                <a:gd name="T51" fmla="*/ 1628 h 1980"/>
                <a:gd name="T52" fmla="*/ 495 w 2906"/>
                <a:gd name="T53" fmla="*/ 1611 h 1980"/>
                <a:gd name="T54" fmla="*/ 405 w 2906"/>
                <a:gd name="T55" fmla="*/ 1541 h 1980"/>
                <a:gd name="T56" fmla="*/ 359 w 2906"/>
                <a:gd name="T57" fmla="*/ 1463 h 1980"/>
                <a:gd name="T58" fmla="*/ 349 w 2906"/>
                <a:gd name="T59" fmla="*/ 1409 h 1980"/>
                <a:gd name="T60" fmla="*/ 352 w 2906"/>
                <a:gd name="T61" fmla="*/ 550 h 1980"/>
                <a:gd name="T62" fmla="*/ 368 w 2906"/>
                <a:gd name="T63" fmla="*/ 497 h 1980"/>
                <a:gd name="T64" fmla="*/ 438 w 2906"/>
                <a:gd name="T65" fmla="*/ 407 h 1980"/>
                <a:gd name="T66" fmla="*/ 517 w 2906"/>
                <a:gd name="T67" fmla="*/ 361 h 1980"/>
                <a:gd name="T68" fmla="*/ 571 w 2906"/>
                <a:gd name="T69" fmla="*/ 350 h 1980"/>
                <a:gd name="T70" fmla="*/ 2357 w 2906"/>
                <a:gd name="T71" fmla="*/ 353 h 1980"/>
                <a:gd name="T72" fmla="*/ 2410 w 2906"/>
                <a:gd name="T73" fmla="*/ 370 h 1980"/>
                <a:gd name="T74" fmla="*/ 2500 w 2906"/>
                <a:gd name="T75" fmla="*/ 440 h 1980"/>
                <a:gd name="T76" fmla="*/ 2546 w 2906"/>
                <a:gd name="T77" fmla="*/ 518 h 1980"/>
                <a:gd name="T78" fmla="*/ 2556 w 2906"/>
                <a:gd name="T79" fmla="*/ 572 h 1980"/>
                <a:gd name="T80" fmla="*/ 2564 w 2906"/>
                <a:gd name="T81" fmla="*/ 1856 h 1980"/>
                <a:gd name="T82" fmla="*/ 2605 w 2906"/>
                <a:gd name="T83" fmla="*/ 1927 h 1980"/>
                <a:gd name="T84" fmla="*/ 2676 w 2906"/>
                <a:gd name="T85" fmla="*/ 1972 h 1980"/>
                <a:gd name="T86" fmla="*/ 2767 w 2906"/>
                <a:gd name="T87" fmla="*/ 1978 h 1980"/>
                <a:gd name="T88" fmla="*/ 2844 w 2906"/>
                <a:gd name="T89" fmla="*/ 1947 h 1980"/>
                <a:gd name="T90" fmla="*/ 2892 w 2906"/>
                <a:gd name="T91" fmla="*/ 1883 h 1980"/>
                <a:gd name="T92" fmla="*/ 2906 w 2906"/>
                <a:gd name="T93" fmla="*/ 583 h 1980"/>
                <a:gd name="T94" fmla="*/ 2889 w 2906"/>
                <a:gd name="T95" fmla="*/ 428 h 1980"/>
                <a:gd name="T96" fmla="*/ 2842 w 2906"/>
                <a:gd name="T97" fmla="*/ 293 h 1980"/>
                <a:gd name="T98" fmla="*/ 2764 w 2906"/>
                <a:gd name="T99" fmla="*/ 180 h 1980"/>
                <a:gd name="T100" fmla="*/ 2662 w 2906"/>
                <a:gd name="T101" fmla="*/ 92 h 1980"/>
                <a:gd name="T102" fmla="*/ 2535 w 2906"/>
                <a:gd name="T103" fmla="*/ 33 h 1980"/>
                <a:gd name="T104" fmla="*/ 2389 w 2906"/>
                <a:gd name="T105" fmla="*/ 2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906" h="1980">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8" name="Freeform 7"/>
            <p:cNvSpPr>
              <a:spLocks/>
            </p:cNvSpPr>
            <p:nvPr userDrawn="1"/>
          </p:nvSpPr>
          <p:spPr bwMode="auto">
            <a:xfrm>
              <a:off x="4487863" y="3114675"/>
              <a:ext cx="922338" cy="628650"/>
            </a:xfrm>
            <a:custGeom>
              <a:avLst/>
              <a:gdLst>
                <a:gd name="T0" fmla="*/ 8 w 2905"/>
                <a:gd name="T1" fmla="*/ 1540 h 1980"/>
                <a:gd name="T2" fmla="*/ 41 w 2905"/>
                <a:gd name="T3" fmla="*/ 1688 h 1980"/>
                <a:gd name="T4" fmla="*/ 103 w 2905"/>
                <a:gd name="T5" fmla="*/ 1805 h 1980"/>
                <a:gd name="T6" fmla="*/ 194 w 2905"/>
                <a:gd name="T7" fmla="*/ 1890 h 1980"/>
                <a:gd name="T8" fmla="*/ 316 w 2905"/>
                <a:gd name="T9" fmla="*/ 1946 h 1980"/>
                <a:gd name="T10" fmla="*/ 471 w 2905"/>
                <a:gd name="T11" fmla="*/ 1976 h 1980"/>
                <a:gd name="T12" fmla="*/ 849 w 2905"/>
                <a:gd name="T13" fmla="*/ 1980 h 1980"/>
                <a:gd name="T14" fmla="*/ 1522 w 2905"/>
                <a:gd name="T15" fmla="*/ 1980 h 1980"/>
                <a:gd name="T16" fmla="*/ 2193 w 2905"/>
                <a:gd name="T17" fmla="*/ 1980 h 1980"/>
                <a:gd name="T18" fmla="*/ 2749 w 2905"/>
                <a:gd name="T19" fmla="*/ 1979 h 1980"/>
                <a:gd name="T20" fmla="*/ 2832 w 2905"/>
                <a:gd name="T21" fmla="*/ 1953 h 1980"/>
                <a:gd name="T22" fmla="*/ 2886 w 2905"/>
                <a:gd name="T23" fmla="*/ 1893 h 1980"/>
                <a:gd name="T24" fmla="*/ 2905 w 2905"/>
                <a:gd name="T25" fmla="*/ 1805 h 1980"/>
                <a:gd name="T26" fmla="*/ 2886 w 2905"/>
                <a:gd name="T27" fmla="*/ 1718 h 1980"/>
                <a:gd name="T28" fmla="*/ 2833 w 2905"/>
                <a:gd name="T29" fmla="*/ 1658 h 1980"/>
                <a:gd name="T30" fmla="*/ 2751 w 2905"/>
                <a:gd name="T31" fmla="*/ 1631 h 1980"/>
                <a:gd name="T32" fmla="*/ 494 w 2905"/>
                <a:gd name="T33" fmla="*/ 1623 h 1980"/>
                <a:gd name="T34" fmla="*/ 430 w 2905"/>
                <a:gd name="T35" fmla="*/ 1601 h 1980"/>
                <a:gd name="T36" fmla="*/ 392 w 2905"/>
                <a:gd name="T37" fmla="*/ 1571 h 1980"/>
                <a:gd name="T38" fmla="*/ 367 w 2905"/>
                <a:gd name="T39" fmla="*/ 1527 h 1980"/>
                <a:gd name="T40" fmla="*/ 349 w 2905"/>
                <a:gd name="T41" fmla="*/ 1429 h 1980"/>
                <a:gd name="T42" fmla="*/ 355 w 2905"/>
                <a:gd name="T43" fmla="*/ 496 h 1980"/>
                <a:gd name="T44" fmla="*/ 377 w 2905"/>
                <a:gd name="T45" fmla="*/ 432 h 1980"/>
                <a:gd name="T46" fmla="*/ 407 w 2905"/>
                <a:gd name="T47" fmla="*/ 395 h 1980"/>
                <a:gd name="T48" fmla="*/ 451 w 2905"/>
                <a:gd name="T49" fmla="*/ 369 h 1980"/>
                <a:gd name="T50" fmla="*/ 550 w 2905"/>
                <a:gd name="T51" fmla="*/ 351 h 1980"/>
                <a:gd name="T52" fmla="*/ 2407 w 2905"/>
                <a:gd name="T53" fmla="*/ 357 h 1980"/>
                <a:gd name="T54" fmla="*/ 2469 w 2905"/>
                <a:gd name="T55" fmla="*/ 378 h 1980"/>
                <a:gd name="T56" fmla="*/ 2509 w 2905"/>
                <a:gd name="T57" fmla="*/ 410 h 1980"/>
                <a:gd name="T58" fmla="*/ 2536 w 2905"/>
                <a:gd name="T59" fmla="*/ 452 h 1980"/>
                <a:gd name="T60" fmla="*/ 2555 w 2905"/>
                <a:gd name="T61" fmla="*/ 551 h 1980"/>
                <a:gd name="T62" fmla="*/ 2544 w 2905"/>
                <a:gd name="T63" fmla="*/ 693 h 1980"/>
                <a:gd name="T64" fmla="*/ 2522 w 2905"/>
                <a:gd name="T65" fmla="*/ 741 h 1980"/>
                <a:gd name="T66" fmla="*/ 2490 w 2905"/>
                <a:gd name="T67" fmla="*/ 777 h 1980"/>
                <a:gd name="T68" fmla="*/ 2444 w 2905"/>
                <a:gd name="T69" fmla="*/ 800 h 1980"/>
                <a:gd name="T70" fmla="*/ 2323 w 2905"/>
                <a:gd name="T71" fmla="*/ 816 h 1980"/>
                <a:gd name="T72" fmla="*/ 796 w 2905"/>
                <a:gd name="T73" fmla="*/ 827 h 1980"/>
                <a:gd name="T74" fmla="*/ 731 w 2905"/>
                <a:gd name="T75" fmla="*/ 871 h 1980"/>
                <a:gd name="T76" fmla="*/ 701 w 2905"/>
                <a:gd name="T77" fmla="*/ 950 h 1980"/>
                <a:gd name="T78" fmla="*/ 704 w 2905"/>
                <a:gd name="T79" fmla="*/ 1047 h 1980"/>
                <a:gd name="T80" fmla="*/ 742 w 2905"/>
                <a:gd name="T81" fmla="*/ 1119 h 1980"/>
                <a:gd name="T82" fmla="*/ 814 w 2905"/>
                <a:gd name="T83" fmla="*/ 1159 h 1980"/>
                <a:gd name="T84" fmla="*/ 2362 w 2905"/>
                <a:gd name="T85" fmla="*/ 1164 h 1980"/>
                <a:gd name="T86" fmla="*/ 2530 w 2905"/>
                <a:gd name="T87" fmla="*/ 1146 h 1980"/>
                <a:gd name="T88" fmla="*/ 2665 w 2905"/>
                <a:gd name="T89" fmla="*/ 1100 h 1980"/>
                <a:gd name="T90" fmla="*/ 2768 w 2905"/>
                <a:gd name="T91" fmla="*/ 1027 h 1980"/>
                <a:gd name="T92" fmla="*/ 2842 w 2905"/>
                <a:gd name="T93" fmla="*/ 923 h 1980"/>
                <a:gd name="T94" fmla="*/ 2886 w 2905"/>
                <a:gd name="T95" fmla="*/ 788 h 1980"/>
                <a:gd name="T96" fmla="*/ 2904 w 2905"/>
                <a:gd name="T97" fmla="*/ 620 h 1980"/>
                <a:gd name="T98" fmla="*/ 2896 w 2905"/>
                <a:gd name="T99" fmla="*/ 441 h 1980"/>
                <a:gd name="T100" fmla="*/ 2863 w 2905"/>
                <a:gd name="T101" fmla="*/ 293 h 1980"/>
                <a:gd name="T102" fmla="*/ 2800 w 2905"/>
                <a:gd name="T103" fmla="*/ 177 h 1980"/>
                <a:gd name="T104" fmla="*/ 2708 w 2905"/>
                <a:gd name="T105" fmla="*/ 91 h 1980"/>
                <a:gd name="T106" fmla="*/ 2586 w 2905"/>
                <a:gd name="T107" fmla="*/ 34 h 1980"/>
                <a:gd name="T108" fmla="*/ 2432 w 2905"/>
                <a:gd name="T109" fmla="*/ 5 h 1980"/>
                <a:gd name="T110" fmla="*/ 542 w 2905"/>
                <a:gd name="T111" fmla="*/ 1 h 1980"/>
                <a:gd name="T112" fmla="*/ 371 w 2905"/>
                <a:gd name="T113" fmla="*/ 19 h 1980"/>
                <a:gd name="T114" fmla="*/ 236 w 2905"/>
                <a:gd name="T115" fmla="*/ 64 h 1980"/>
                <a:gd name="T116" fmla="*/ 133 w 2905"/>
                <a:gd name="T117" fmla="*/ 138 h 1980"/>
                <a:gd name="T118" fmla="*/ 60 w 2905"/>
                <a:gd name="T119" fmla="*/ 243 h 1980"/>
                <a:gd name="T120" fmla="*/ 17 w 2905"/>
                <a:gd name="T121" fmla="*/ 378 h 1980"/>
                <a:gd name="T122" fmla="*/ 0 w 2905"/>
                <a:gd name="T123" fmla="*/ 54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5" h="1980">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19" name="Freeform 8"/>
            <p:cNvSpPr>
              <a:spLocks/>
            </p:cNvSpPr>
            <p:nvPr userDrawn="1"/>
          </p:nvSpPr>
          <p:spPr bwMode="auto">
            <a:xfrm>
              <a:off x="5519738" y="3114675"/>
              <a:ext cx="860425" cy="628650"/>
            </a:xfrm>
            <a:custGeom>
              <a:avLst/>
              <a:gdLst>
                <a:gd name="T0" fmla="*/ 5 w 2709"/>
                <a:gd name="T1" fmla="*/ 1506 h 1980"/>
                <a:gd name="T2" fmla="*/ 26 w 2709"/>
                <a:gd name="T3" fmla="*/ 1632 h 1980"/>
                <a:gd name="T4" fmla="*/ 64 w 2709"/>
                <a:gd name="T5" fmla="*/ 1738 h 1980"/>
                <a:gd name="T6" fmla="*/ 121 w 2709"/>
                <a:gd name="T7" fmla="*/ 1824 h 1980"/>
                <a:gd name="T8" fmla="*/ 196 w 2709"/>
                <a:gd name="T9" fmla="*/ 1890 h 1980"/>
                <a:gd name="T10" fmla="*/ 291 w 2709"/>
                <a:gd name="T11" fmla="*/ 1937 h 1980"/>
                <a:gd name="T12" fmla="*/ 407 w 2709"/>
                <a:gd name="T13" fmla="*/ 1967 h 1980"/>
                <a:gd name="T14" fmla="*/ 544 w 2709"/>
                <a:gd name="T15" fmla="*/ 1980 h 1980"/>
                <a:gd name="T16" fmla="*/ 966 w 2709"/>
                <a:gd name="T17" fmla="*/ 1980 h 1980"/>
                <a:gd name="T18" fmla="*/ 1442 w 2709"/>
                <a:gd name="T19" fmla="*/ 1980 h 1980"/>
                <a:gd name="T20" fmla="*/ 1909 w 2709"/>
                <a:gd name="T21" fmla="*/ 1980 h 1980"/>
                <a:gd name="T22" fmla="*/ 2403 w 2709"/>
                <a:gd name="T23" fmla="*/ 1980 h 1980"/>
                <a:gd name="T24" fmla="*/ 2590 w 2709"/>
                <a:gd name="T25" fmla="*/ 1973 h 1980"/>
                <a:gd name="T26" fmla="*/ 2650 w 2709"/>
                <a:gd name="T27" fmla="*/ 1943 h 1980"/>
                <a:gd name="T28" fmla="*/ 2690 w 2709"/>
                <a:gd name="T29" fmla="*/ 1893 h 1980"/>
                <a:gd name="T30" fmla="*/ 2708 w 2709"/>
                <a:gd name="T31" fmla="*/ 1824 h 1980"/>
                <a:gd name="T32" fmla="*/ 2704 w 2709"/>
                <a:gd name="T33" fmla="*/ 1749 h 1980"/>
                <a:gd name="T34" fmla="*/ 2676 w 2709"/>
                <a:gd name="T35" fmla="*/ 1691 h 1980"/>
                <a:gd name="T36" fmla="*/ 2626 w 2709"/>
                <a:gd name="T37" fmla="*/ 1650 h 1980"/>
                <a:gd name="T38" fmla="*/ 2558 w 2709"/>
                <a:gd name="T39" fmla="*/ 1631 h 1980"/>
                <a:gd name="T40" fmla="*/ 522 w 2709"/>
                <a:gd name="T41" fmla="*/ 1627 h 1980"/>
                <a:gd name="T42" fmla="*/ 451 w 2709"/>
                <a:gd name="T43" fmla="*/ 1610 h 1980"/>
                <a:gd name="T44" fmla="*/ 415 w 2709"/>
                <a:gd name="T45" fmla="*/ 1590 h 1980"/>
                <a:gd name="T46" fmla="*/ 388 w 2709"/>
                <a:gd name="T47" fmla="*/ 1563 h 1980"/>
                <a:gd name="T48" fmla="*/ 368 w 2709"/>
                <a:gd name="T49" fmla="*/ 1527 h 1980"/>
                <a:gd name="T50" fmla="*/ 352 w 2709"/>
                <a:gd name="T51" fmla="*/ 1457 h 1980"/>
                <a:gd name="T52" fmla="*/ 349 w 2709"/>
                <a:gd name="T53" fmla="*/ 1296 h 1980"/>
                <a:gd name="T54" fmla="*/ 349 w 2709"/>
                <a:gd name="T55" fmla="*/ 1092 h 1980"/>
                <a:gd name="T56" fmla="*/ 349 w 2709"/>
                <a:gd name="T57" fmla="*/ 889 h 1980"/>
                <a:gd name="T58" fmla="*/ 349 w 2709"/>
                <a:gd name="T59" fmla="*/ 685 h 1980"/>
                <a:gd name="T60" fmla="*/ 352 w 2709"/>
                <a:gd name="T61" fmla="*/ 524 h 1980"/>
                <a:gd name="T62" fmla="*/ 368 w 2709"/>
                <a:gd name="T63" fmla="*/ 453 h 1980"/>
                <a:gd name="T64" fmla="*/ 388 w 2709"/>
                <a:gd name="T65" fmla="*/ 419 h 1980"/>
                <a:gd name="T66" fmla="*/ 415 w 2709"/>
                <a:gd name="T67" fmla="*/ 390 h 1980"/>
                <a:gd name="T68" fmla="*/ 451 w 2709"/>
                <a:gd name="T69" fmla="*/ 371 h 1980"/>
                <a:gd name="T70" fmla="*/ 522 w 2709"/>
                <a:gd name="T71" fmla="*/ 353 h 1980"/>
                <a:gd name="T72" fmla="*/ 842 w 2709"/>
                <a:gd name="T73" fmla="*/ 350 h 1980"/>
                <a:gd name="T74" fmla="*/ 1325 w 2709"/>
                <a:gd name="T75" fmla="*/ 350 h 1980"/>
                <a:gd name="T76" fmla="*/ 1790 w 2709"/>
                <a:gd name="T77" fmla="*/ 350 h 1980"/>
                <a:gd name="T78" fmla="*/ 2272 w 2709"/>
                <a:gd name="T79" fmla="*/ 350 h 1980"/>
                <a:gd name="T80" fmla="*/ 2570 w 2709"/>
                <a:gd name="T81" fmla="*/ 347 h 1980"/>
                <a:gd name="T82" fmla="*/ 2634 w 2709"/>
                <a:gd name="T83" fmla="*/ 323 h 1980"/>
                <a:gd name="T84" fmla="*/ 2680 w 2709"/>
                <a:gd name="T85" fmla="*/ 278 h 1980"/>
                <a:gd name="T86" fmla="*/ 2704 w 2709"/>
                <a:gd name="T87" fmla="*/ 214 h 1980"/>
                <a:gd name="T88" fmla="*/ 2704 w 2709"/>
                <a:gd name="T89" fmla="*/ 137 h 1980"/>
                <a:gd name="T90" fmla="*/ 2680 w 2709"/>
                <a:gd name="T91" fmla="*/ 74 h 1980"/>
                <a:gd name="T92" fmla="*/ 2635 w 2709"/>
                <a:gd name="T93" fmla="*/ 28 h 1980"/>
                <a:gd name="T94" fmla="*/ 2572 w 2709"/>
                <a:gd name="T95" fmla="*/ 3 h 1980"/>
                <a:gd name="T96" fmla="*/ 544 w 2709"/>
                <a:gd name="T97" fmla="*/ 1 h 1980"/>
                <a:gd name="T98" fmla="*/ 407 w 2709"/>
                <a:gd name="T99" fmla="*/ 14 h 1980"/>
                <a:gd name="T100" fmla="*/ 291 w 2709"/>
                <a:gd name="T101" fmla="*/ 43 h 1980"/>
                <a:gd name="T102" fmla="*/ 196 w 2709"/>
                <a:gd name="T103" fmla="*/ 91 h 1980"/>
                <a:gd name="T104" fmla="*/ 121 w 2709"/>
                <a:gd name="T105" fmla="*/ 156 h 1980"/>
                <a:gd name="T106" fmla="*/ 64 w 2709"/>
                <a:gd name="T107" fmla="*/ 242 h 1980"/>
                <a:gd name="T108" fmla="*/ 26 w 2709"/>
                <a:gd name="T109" fmla="*/ 348 h 1980"/>
                <a:gd name="T110" fmla="*/ 5 w 2709"/>
                <a:gd name="T111" fmla="*/ 474 h 1980"/>
                <a:gd name="T112" fmla="*/ 0 w 2709"/>
                <a:gd name="T113" fmla="*/ 1398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709" h="1980">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0" name="Freeform 9"/>
            <p:cNvSpPr>
              <a:spLocks noEditPoints="1"/>
            </p:cNvSpPr>
            <p:nvPr userDrawn="1"/>
          </p:nvSpPr>
          <p:spPr bwMode="auto">
            <a:xfrm>
              <a:off x="6502401" y="3114675"/>
              <a:ext cx="922338" cy="628650"/>
            </a:xfrm>
            <a:custGeom>
              <a:avLst/>
              <a:gdLst>
                <a:gd name="T0" fmla="*/ 496 w 2906"/>
                <a:gd name="T1" fmla="*/ 1622 h 1980"/>
                <a:gd name="T2" fmla="*/ 441 w 2906"/>
                <a:gd name="T3" fmla="*/ 1604 h 1980"/>
                <a:gd name="T4" fmla="*/ 407 w 2906"/>
                <a:gd name="T5" fmla="*/ 1582 h 1980"/>
                <a:gd name="T6" fmla="*/ 382 w 2906"/>
                <a:gd name="T7" fmla="*/ 1553 h 1980"/>
                <a:gd name="T8" fmla="*/ 364 w 2906"/>
                <a:gd name="T9" fmla="*/ 1514 h 1980"/>
                <a:gd name="T10" fmla="*/ 350 w 2906"/>
                <a:gd name="T11" fmla="*/ 1425 h 1980"/>
                <a:gd name="T12" fmla="*/ 352 w 2906"/>
                <a:gd name="T13" fmla="*/ 521 h 1980"/>
                <a:gd name="T14" fmla="*/ 368 w 2906"/>
                <a:gd name="T15" fmla="*/ 451 h 1980"/>
                <a:gd name="T16" fmla="*/ 387 w 2906"/>
                <a:gd name="T17" fmla="*/ 416 h 1980"/>
                <a:gd name="T18" fmla="*/ 415 w 2906"/>
                <a:gd name="T19" fmla="*/ 389 h 1980"/>
                <a:gd name="T20" fmla="*/ 451 w 2906"/>
                <a:gd name="T21" fmla="*/ 370 h 1980"/>
                <a:gd name="T22" fmla="*/ 522 w 2906"/>
                <a:gd name="T23" fmla="*/ 353 h 1980"/>
                <a:gd name="T24" fmla="*/ 2356 w 2906"/>
                <a:gd name="T25" fmla="*/ 351 h 1980"/>
                <a:gd name="T26" fmla="*/ 2446 w 2906"/>
                <a:gd name="T27" fmla="*/ 367 h 1980"/>
                <a:gd name="T28" fmla="*/ 2484 w 2906"/>
                <a:gd name="T29" fmla="*/ 385 h 1980"/>
                <a:gd name="T30" fmla="*/ 2513 w 2906"/>
                <a:gd name="T31" fmla="*/ 411 h 1980"/>
                <a:gd name="T32" fmla="*/ 2534 w 2906"/>
                <a:gd name="T33" fmla="*/ 444 h 1980"/>
                <a:gd name="T34" fmla="*/ 2551 w 2906"/>
                <a:gd name="T35" fmla="*/ 498 h 1980"/>
                <a:gd name="T36" fmla="*/ 2558 w 2906"/>
                <a:gd name="T37" fmla="*/ 633 h 1980"/>
                <a:gd name="T38" fmla="*/ 2558 w 2906"/>
                <a:gd name="T39" fmla="*/ 837 h 1980"/>
                <a:gd name="T40" fmla="*/ 2558 w 2906"/>
                <a:gd name="T41" fmla="*/ 1040 h 1980"/>
                <a:gd name="T42" fmla="*/ 2558 w 2906"/>
                <a:gd name="T43" fmla="*/ 1242 h 1980"/>
                <a:gd name="T44" fmla="*/ 2557 w 2906"/>
                <a:gd name="T45" fmla="*/ 1425 h 1980"/>
                <a:gd name="T46" fmla="*/ 2542 w 2906"/>
                <a:gd name="T47" fmla="*/ 1514 h 1980"/>
                <a:gd name="T48" fmla="*/ 2525 w 2906"/>
                <a:gd name="T49" fmla="*/ 1553 h 1980"/>
                <a:gd name="T50" fmla="*/ 2499 w 2906"/>
                <a:gd name="T51" fmla="*/ 1582 h 1980"/>
                <a:gd name="T52" fmla="*/ 2466 w 2906"/>
                <a:gd name="T53" fmla="*/ 1604 h 1980"/>
                <a:gd name="T54" fmla="*/ 2411 w 2906"/>
                <a:gd name="T55" fmla="*/ 1622 h 1980"/>
                <a:gd name="T56" fmla="*/ 581 w 2906"/>
                <a:gd name="T57" fmla="*/ 1630 h 1980"/>
                <a:gd name="T58" fmla="*/ 5 w 2906"/>
                <a:gd name="T59" fmla="*/ 1504 h 1980"/>
                <a:gd name="T60" fmla="*/ 26 w 2906"/>
                <a:gd name="T61" fmla="*/ 1630 h 1980"/>
                <a:gd name="T62" fmla="*/ 64 w 2906"/>
                <a:gd name="T63" fmla="*/ 1736 h 1980"/>
                <a:gd name="T64" fmla="*/ 121 w 2906"/>
                <a:gd name="T65" fmla="*/ 1823 h 1980"/>
                <a:gd name="T66" fmla="*/ 196 w 2906"/>
                <a:gd name="T67" fmla="*/ 1889 h 1980"/>
                <a:gd name="T68" fmla="*/ 291 w 2906"/>
                <a:gd name="T69" fmla="*/ 1937 h 1980"/>
                <a:gd name="T70" fmla="*/ 407 w 2906"/>
                <a:gd name="T71" fmla="*/ 1967 h 1980"/>
                <a:gd name="T72" fmla="*/ 544 w 2906"/>
                <a:gd name="T73" fmla="*/ 1980 h 1980"/>
                <a:gd name="T74" fmla="*/ 2399 w 2906"/>
                <a:gd name="T75" fmla="*/ 1978 h 1980"/>
                <a:gd name="T76" fmla="*/ 2531 w 2906"/>
                <a:gd name="T77" fmla="*/ 1961 h 1980"/>
                <a:gd name="T78" fmla="*/ 2641 w 2906"/>
                <a:gd name="T79" fmla="*/ 1926 h 1980"/>
                <a:gd name="T80" fmla="*/ 2732 w 2906"/>
                <a:gd name="T81" fmla="*/ 1874 h 1980"/>
                <a:gd name="T82" fmla="*/ 2803 w 2906"/>
                <a:gd name="T83" fmla="*/ 1802 h 1980"/>
                <a:gd name="T84" fmla="*/ 2854 w 2906"/>
                <a:gd name="T85" fmla="*/ 1711 h 1980"/>
                <a:gd name="T86" fmla="*/ 2888 w 2906"/>
                <a:gd name="T87" fmla="*/ 1601 h 1980"/>
                <a:gd name="T88" fmla="*/ 2904 w 2906"/>
                <a:gd name="T89" fmla="*/ 1468 h 1980"/>
                <a:gd name="T90" fmla="*/ 2906 w 2906"/>
                <a:gd name="T91" fmla="*/ 542 h 1980"/>
                <a:gd name="T92" fmla="*/ 2894 w 2906"/>
                <a:gd name="T93" fmla="*/ 406 h 1980"/>
                <a:gd name="T94" fmla="*/ 2864 w 2906"/>
                <a:gd name="T95" fmla="*/ 290 h 1980"/>
                <a:gd name="T96" fmla="*/ 2817 w 2906"/>
                <a:gd name="T97" fmla="*/ 196 h 1980"/>
                <a:gd name="T98" fmla="*/ 2751 w 2906"/>
                <a:gd name="T99" fmla="*/ 120 h 1980"/>
                <a:gd name="T100" fmla="*/ 2666 w 2906"/>
                <a:gd name="T101" fmla="*/ 64 h 1980"/>
                <a:gd name="T102" fmla="*/ 2560 w 2906"/>
                <a:gd name="T103" fmla="*/ 26 h 1980"/>
                <a:gd name="T104" fmla="*/ 2434 w 2906"/>
                <a:gd name="T105" fmla="*/ 5 h 1980"/>
                <a:gd name="T106" fmla="*/ 581 w 2906"/>
                <a:gd name="T107" fmla="*/ 0 h 1980"/>
                <a:gd name="T108" fmla="*/ 438 w 2906"/>
                <a:gd name="T109" fmla="*/ 9 h 1980"/>
                <a:gd name="T110" fmla="*/ 318 w 2906"/>
                <a:gd name="T111" fmla="*/ 34 h 1980"/>
                <a:gd name="T112" fmla="*/ 217 w 2906"/>
                <a:gd name="T113" fmla="*/ 77 h 1980"/>
                <a:gd name="T114" fmla="*/ 137 w 2906"/>
                <a:gd name="T115" fmla="*/ 137 h 1980"/>
                <a:gd name="T116" fmla="*/ 77 w 2906"/>
                <a:gd name="T117" fmla="*/ 217 h 1980"/>
                <a:gd name="T118" fmla="*/ 34 w 2906"/>
                <a:gd name="T119" fmla="*/ 317 h 1980"/>
                <a:gd name="T120" fmla="*/ 8 w 2906"/>
                <a:gd name="T121" fmla="*/ 438 h 1980"/>
                <a:gd name="T122" fmla="*/ 0 w 2906"/>
                <a:gd name="T123" fmla="*/ 579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6" h="1980">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sp>
          <p:nvSpPr>
            <p:cNvPr id="21" name="Freeform 10"/>
            <p:cNvSpPr>
              <a:spLocks/>
            </p:cNvSpPr>
            <p:nvPr userDrawn="1"/>
          </p:nvSpPr>
          <p:spPr bwMode="auto">
            <a:xfrm>
              <a:off x="2752726" y="3114675"/>
              <a:ext cx="922338" cy="628650"/>
            </a:xfrm>
            <a:custGeom>
              <a:avLst/>
              <a:gdLst>
                <a:gd name="T0" fmla="*/ 2903 w 2906"/>
                <a:gd name="T1" fmla="*/ 136 h 1980"/>
                <a:gd name="T2" fmla="*/ 2888 w 2906"/>
                <a:gd name="T3" fmla="*/ 87 h 1980"/>
                <a:gd name="T4" fmla="*/ 2860 w 2906"/>
                <a:gd name="T5" fmla="*/ 47 h 1980"/>
                <a:gd name="T6" fmla="*/ 2822 w 2906"/>
                <a:gd name="T7" fmla="*/ 19 h 1980"/>
                <a:gd name="T8" fmla="*/ 2772 w 2906"/>
                <a:gd name="T9" fmla="*/ 3 h 1980"/>
                <a:gd name="T10" fmla="*/ 1975 w 2906"/>
                <a:gd name="T11" fmla="*/ 0 h 1980"/>
                <a:gd name="T12" fmla="*/ 1867 w 2906"/>
                <a:gd name="T13" fmla="*/ 5 h 1980"/>
                <a:gd name="T14" fmla="*/ 1771 w 2906"/>
                <a:gd name="T15" fmla="*/ 19 h 1980"/>
                <a:gd name="T16" fmla="*/ 1687 w 2906"/>
                <a:gd name="T17" fmla="*/ 43 h 1980"/>
                <a:gd name="T18" fmla="*/ 1614 w 2906"/>
                <a:gd name="T19" fmla="*/ 77 h 1980"/>
                <a:gd name="T20" fmla="*/ 1551 w 2906"/>
                <a:gd name="T21" fmla="*/ 122 h 1980"/>
                <a:gd name="T22" fmla="*/ 1499 w 2906"/>
                <a:gd name="T23" fmla="*/ 177 h 1980"/>
                <a:gd name="T24" fmla="*/ 1459 w 2906"/>
                <a:gd name="T25" fmla="*/ 242 h 1980"/>
                <a:gd name="T26" fmla="*/ 1428 w 2906"/>
                <a:gd name="T27" fmla="*/ 320 h 1980"/>
                <a:gd name="T28" fmla="*/ 1407 w 2906"/>
                <a:gd name="T29" fmla="*/ 408 h 1980"/>
                <a:gd name="T30" fmla="*/ 1397 w 2906"/>
                <a:gd name="T31" fmla="*/ 509 h 1980"/>
                <a:gd name="T32" fmla="*/ 1395 w 2906"/>
                <a:gd name="T33" fmla="*/ 1398 h 1980"/>
                <a:gd name="T34" fmla="*/ 1387 w 2906"/>
                <a:gd name="T35" fmla="*/ 1479 h 1980"/>
                <a:gd name="T36" fmla="*/ 1372 w 2906"/>
                <a:gd name="T37" fmla="*/ 1523 h 1980"/>
                <a:gd name="T38" fmla="*/ 1358 w 2906"/>
                <a:gd name="T39" fmla="*/ 1551 h 1980"/>
                <a:gd name="T40" fmla="*/ 1337 w 2906"/>
                <a:gd name="T41" fmla="*/ 1575 h 1980"/>
                <a:gd name="T42" fmla="*/ 1314 w 2906"/>
                <a:gd name="T43" fmla="*/ 1594 h 1980"/>
                <a:gd name="T44" fmla="*/ 1286 w 2906"/>
                <a:gd name="T45" fmla="*/ 1609 h 1980"/>
                <a:gd name="T46" fmla="*/ 1241 w 2906"/>
                <a:gd name="T47" fmla="*/ 1623 h 1980"/>
                <a:gd name="T48" fmla="*/ 1158 w 2906"/>
                <a:gd name="T49" fmla="*/ 1631 h 1980"/>
                <a:gd name="T50" fmla="*/ 130 w 2906"/>
                <a:gd name="T51" fmla="*/ 1634 h 1980"/>
                <a:gd name="T52" fmla="*/ 82 w 2906"/>
                <a:gd name="T53" fmla="*/ 1650 h 1980"/>
                <a:gd name="T54" fmla="*/ 45 w 2906"/>
                <a:gd name="T55" fmla="*/ 1679 h 1980"/>
                <a:gd name="T56" fmla="*/ 18 w 2906"/>
                <a:gd name="T57" fmla="*/ 1718 h 1980"/>
                <a:gd name="T58" fmla="*/ 3 w 2906"/>
                <a:gd name="T59" fmla="*/ 1769 h 1980"/>
                <a:gd name="T60" fmla="*/ 1 w 2906"/>
                <a:gd name="T61" fmla="*/ 1826 h 1980"/>
                <a:gd name="T62" fmla="*/ 11 w 2906"/>
                <a:gd name="T63" fmla="*/ 1878 h 1980"/>
                <a:gd name="T64" fmla="*/ 35 w 2906"/>
                <a:gd name="T65" fmla="*/ 1920 h 1980"/>
                <a:gd name="T66" fmla="*/ 68 w 2906"/>
                <a:gd name="T67" fmla="*/ 1953 h 1980"/>
                <a:gd name="T68" fmla="*/ 113 w 2906"/>
                <a:gd name="T69" fmla="*/ 1973 h 1980"/>
                <a:gd name="T70" fmla="*/ 167 w 2906"/>
                <a:gd name="T71" fmla="*/ 1980 h 1980"/>
                <a:gd name="T72" fmla="*/ 1231 w 2906"/>
                <a:gd name="T73" fmla="*/ 1978 h 1980"/>
                <a:gd name="T74" fmla="*/ 1331 w 2906"/>
                <a:gd name="T75" fmla="*/ 1967 h 1980"/>
                <a:gd name="T76" fmla="*/ 1419 w 2906"/>
                <a:gd name="T77" fmla="*/ 1946 h 1980"/>
                <a:gd name="T78" fmla="*/ 1497 w 2906"/>
                <a:gd name="T79" fmla="*/ 1916 h 1980"/>
                <a:gd name="T80" fmla="*/ 1563 w 2906"/>
                <a:gd name="T81" fmla="*/ 1875 h 1980"/>
                <a:gd name="T82" fmla="*/ 1619 w 2906"/>
                <a:gd name="T83" fmla="*/ 1824 h 1980"/>
                <a:gd name="T84" fmla="*/ 1664 w 2906"/>
                <a:gd name="T85" fmla="*/ 1762 h 1980"/>
                <a:gd name="T86" fmla="*/ 1699 w 2906"/>
                <a:gd name="T87" fmla="*/ 1688 h 1980"/>
                <a:gd name="T88" fmla="*/ 1724 w 2906"/>
                <a:gd name="T89" fmla="*/ 1603 h 1980"/>
                <a:gd name="T90" fmla="*/ 1738 w 2906"/>
                <a:gd name="T91" fmla="*/ 1506 h 1980"/>
                <a:gd name="T92" fmla="*/ 1743 w 2906"/>
                <a:gd name="T93" fmla="*/ 1398 h 1980"/>
                <a:gd name="T94" fmla="*/ 1746 w 2906"/>
                <a:gd name="T95" fmla="*/ 523 h 1980"/>
                <a:gd name="T96" fmla="*/ 1759 w 2906"/>
                <a:gd name="T97" fmla="*/ 462 h 1980"/>
                <a:gd name="T98" fmla="*/ 1772 w 2906"/>
                <a:gd name="T99" fmla="*/ 433 h 1980"/>
                <a:gd name="T100" fmla="*/ 1789 w 2906"/>
                <a:gd name="T101" fmla="*/ 408 h 1980"/>
                <a:gd name="T102" fmla="*/ 1810 w 2906"/>
                <a:gd name="T103" fmla="*/ 388 h 1980"/>
                <a:gd name="T104" fmla="*/ 1837 w 2906"/>
                <a:gd name="T105" fmla="*/ 374 h 1980"/>
                <a:gd name="T106" fmla="*/ 1867 w 2906"/>
                <a:gd name="T107" fmla="*/ 362 h 1980"/>
                <a:gd name="T108" fmla="*/ 1945 w 2906"/>
                <a:gd name="T109" fmla="*/ 351 h 1980"/>
                <a:gd name="T110" fmla="*/ 2751 w 2906"/>
                <a:gd name="T111" fmla="*/ 349 h 1980"/>
                <a:gd name="T112" fmla="*/ 2806 w 2906"/>
                <a:gd name="T113" fmla="*/ 338 h 1980"/>
                <a:gd name="T114" fmla="*/ 2849 w 2906"/>
                <a:gd name="T115" fmla="*/ 313 h 1980"/>
                <a:gd name="T116" fmla="*/ 2881 w 2906"/>
                <a:gd name="T117" fmla="*/ 277 h 1980"/>
                <a:gd name="T118" fmla="*/ 2900 w 2906"/>
                <a:gd name="T119" fmla="*/ 231 h 1980"/>
                <a:gd name="T120" fmla="*/ 2906 w 2906"/>
                <a:gd name="T121" fmla="*/ 174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06" h="1980">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grpFill/>
            <a:ln>
              <a:noFill/>
            </a:ln>
          </p:spPr>
          <p:txBody>
            <a:bodyPr vert="horz" wrap="square" lIns="91440" tIns="45720" rIns="91440" bIns="45720" numCol="1" anchor="t" anchorCtr="0" compatLnSpc="1">
              <a:prstTxWarp prst="textNoShape">
                <a:avLst/>
              </a:prstTxWarp>
            </a:bodyPr>
            <a:lstStyle/>
            <a:p>
              <a:endParaRPr lang="pl-PL" sz="3200">
                <a:solidFill>
                  <a:schemeClr val="tx2"/>
                </a:solidFill>
              </a:endParaRPr>
            </a:p>
          </p:txBody>
        </p:sp>
      </p:grpSp>
      <p:grpSp>
        <p:nvGrpSpPr>
          <p:cNvPr id="69" name="Grupa 68">
            <a:extLst>
              <a:ext uri="{FF2B5EF4-FFF2-40B4-BE49-F238E27FC236}">
                <a16:creationId xmlns:a16="http://schemas.microsoft.com/office/drawing/2014/main" id="{0C2153A0-227F-4792-B2FA-937B9239086B}"/>
              </a:ext>
            </a:extLst>
          </p:cNvPr>
          <p:cNvGrpSpPr/>
          <p:nvPr userDrawn="1"/>
        </p:nvGrpSpPr>
        <p:grpSpPr>
          <a:xfrm rot="5400000">
            <a:off x="-3572540" y="3312042"/>
            <a:ext cx="6815472" cy="233919"/>
            <a:chOff x="0" y="-711770"/>
            <a:chExt cx="4642907" cy="564813"/>
          </a:xfrm>
        </p:grpSpPr>
        <p:grpSp>
          <p:nvGrpSpPr>
            <p:cNvPr id="70" name="Grupa 69">
              <a:extLst>
                <a:ext uri="{FF2B5EF4-FFF2-40B4-BE49-F238E27FC236}">
                  <a16:creationId xmlns:a16="http://schemas.microsoft.com/office/drawing/2014/main" id="{52FB0B31-AD8F-4604-A370-D305F2D5B79E}"/>
                </a:ext>
              </a:extLst>
            </p:cNvPr>
            <p:cNvGrpSpPr/>
            <p:nvPr userDrawn="1"/>
          </p:nvGrpSpPr>
          <p:grpSpPr>
            <a:xfrm>
              <a:off x="791421" y="-711770"/>
              <a:ext cx="685800" cy="564813"/>
              <a:chOff x="304800" y="937146"/>
              <a:chExt cx="1624082" cy="286603"/>
            </a:xfrm>
          </p:grpSpPr>
          <p:sp>
            <p:nvSpPr>
              <p:cNvPr id="91" name="Prostokąt: zaokrąglone rogi 90">
                <a:extLst>
                  <a:ext uri="{FF2B5EF4-FFF2-40B4-BE49-F238E27FC236}">
                    <a16:creationId xmlns:a16="http://schemas.microsoft.com/office/drawing/2014/main" id="{938418D9-7E68-40F7-8248-31646FA70782}"/>
                  </a:ext>
                </a:extLst>
              </p:cNvPr>
              <p:cNvSpPr/>
              <p:nvPr/>
            </p:nvSpPr>
            <p:spPr>
              <a:xfrm>
                <a:off x="304800" y="937146"/>
                <a:ext cx="486770" cy="286603"/>
              </a:xfrm>
              <a:prstGeom prst="roundRect">
                <a:avLst>
                  <a:gd name="adj" fmla="val 0"/>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92" name="Prostokąt: zaokrąglone rogi 91">
                <a:extLst>
                  <a:ext uri="{FF2B5EF4-FFF2-40B4-BE49-F238E27FC236}">
                    <a16:creationId xmlns:a16="http://schemas.microsoft.com/office/drawing/2014/main" id="{42471B73-D16D-4036-B12B-A0922943644D}"/>
                  </a:ext>
                </a:extLst>
              </p:cNvPr>
              <p:cNvSpPr/>
              <p:nvPr/>
            </p:nvSpPr>
            <p:spPr>
              <a:xfrm>
                <a:off x="873456" y="937146"/>
                <a:ext cx="486770" cy="28660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93" name="Prostokąt: zaokrąglone rogi 92">
                <a:extLst>
                  <a:ext uri="{FF2B5EF4-FFF2-40B4-BE49-F238E27FC236}">
                    <a16:creationId xmlns:a16="http://schemas.microsoft.com/office/drawing/2014/main" id="{2EA09817-470A-43AF-9AAD-AA407C29FDB4}"/>
                  </a:ext>
                </a:extLst>
              </p:cNvPr>
              <p:cNvSpPr/>
              <p:nvPr/>
            </p:nvSpPr>
            <p:spPr>
              <a:xfrm>
                <a:off x="1442112" y="937146"/>
                <a:ext cx="486770" cy="286603"/>
              </a:xfrm>
              <a:prstGeom prst="roundRect">
                <a:avLst>
                  <a:gd name="adj" fmla="val 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nvGrpSpPr>
            <p:cNvPr id="71" name="Grupa 70">
              <a:extLst>
                <a:ext uri="{FF2B5EF4-FFF2-40B4-BE49-F238E27FC236}">
                  <a16:creationId xmlns:a16="http://schemas.microsoft.com/office/drawing/2014/main" id="{F543B03F-E740-4281-9A62-03B82BFDBCF5}"/>
                </a:ext>
              </a:extLst>
            </p:cNvPr>
            <p:cNvGrpSpPr/>
            <p:nvPr userDrawn="1"/>
          </p:nvGrpSpPr>
          <p:grpSpPr>
            <a:xfrm>
              <a:off x="2374263" y="-711770"/>
              <a:ext cx="685800" cy="564813"/>
              <a:chOff x="304800" y="937146"/>
              <a:chExt cx="1624082" cy="286603"/>
            </a:xfrm>
          </p:grpSpPr>
          <p:sp>
            <p:nvSpPr>
              <p:cNvPr id="88" name="Prostokąt: zaokrąglone rogi 87">
                <a:extLst>
                  <a:ext uri="{FF2B5EF4-FFF2-40B4-BE49-F238E27FC236}">
                    <a16:creationId xmlns:a16="http://schemas.microsoft.com/office/drawing/2014/main" id="{9B5C197D-D7CD-4295-A03C-C97A12ADD674}"/>
                  </a:ext>
                </a:extLst>
              </p:cNvPr>
              <p:cNvSpPr/>
              <p:nvPr/>
            </p:nvSpPr>
            <p:spPr>
              <a:xfrm>
                <a:off x="304800" y="937146"/>
                <a:ext cx="486770" cy="286603"/>
              </a:xfrm>
              <a:prstGeom prst="roundRect">
                <a:avLst>
                  <a:gd name="adj" fmla="val 0"/>
                </a:avLst>
              </a:prstGeom>
              <a:solidFill>
                <a:srgbClr val="999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9" name="Prostokąt: zaokrąglone rogi 88">
                <a:extLst>
                  <a:ext uri="{FF2B5EF4-FFF2-40B4-BE49-F238E27FC236}">
                    <a16:creationId xmlns:a16="http://schemas.microsoft.com/office/drawing/2014/main" id="{1E72391C-8493-4E41-A2D5-326871AF2809}"/>
                  </a:ext>
                </a:extLst>
              </p:cNvPr>
              <p:cNvSpPr/>
              <p:nvPr/>
            </p:nvSpPr>
            <p:spPr>
              <a:xfrm>
                <a:off x="873456" y="937146"/>
                <a:ext cx="486770" cy="286603"/>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90" name="Prostokąt: zaokrąglone rogi 89">
                <a:extLst>
                  <a:ext uri="{FF2B5EF4-FFF2-40B4-BE49-F238E27FC236}">
                    <a16:creationId xmlns:a16="http://schemas.microsoft.com/office/drawing/2014/main" id="{DC357A6D-C370-479A-AE55-57EE5C5A150F}"/>
                  </a:ext>
                </a:extLst>
              </p:cNvPr>
              <p:cNvSpPr/>
              <p:nvPr/>
            </p:nvSpPr>
            <p:spPr>
              <a:xfrm>
                <a:off x="1442112" y="937146"/>
                <a:ext cx="486770" cy="286603"/>
              </a:xfrm>
              <a:prstGeom prst="roundRect">
                <a:avLst>
                  <a:gd name="adj" fmla="val 0"/>
                </a:avLst>
              </a:prstGeom>
              <a:solidFill>
                <a:srgbClr val="33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nvGrpSpPr>
            <p:cNvPr id="72" name="Grupa 71">
              <a:extLst>
                <a:ext uri="{FF2B5EF4-FFF2-40B4-BE49-F238E27FC236}">
                  <a16:creationId xmlns:a16="http://schemas.microsoft.com/office/drawing/2014/main" id="{6169A04F-C1BC-4B52-946D-F5A3D1063AD9}"/>
                </a:ext>
              </a:extLst>
            </p:cNvPr>
            <p:cNvGrpSpPr/>
            <p:nvPr userDrawn="1"/>
          </p:nvGrpSpPr>
          <p:grpSpPr>
            <a:xfrm>
              <a:off x="1582842" y="-711770"/>
              <a:ext cx="685800" cy="564813"/>
              <a:chOff x="304800" y="937146"/>
              <a:chExt cx="1624082" cy="286603"/>
            </a:xfrm>
          </p:grpSpPr>
          <p:sp>
            <p:nvSpPr>
              <p:cNvPr id="85" name="Prostokąt: zaokrąglone rogi 84">
                <a:extLst>
                  <a:ext uri="{FF2B5EF4-FFF2-40B4-BE49-F238E27FC236}">
                    <a16:creationId xmlns:a16="http://schemas.microsoft.com/office/drawing/2014/main" id="{C4DBA9AA-6AEA-4B01-B347-76341CF51CB8}"/>
                  </a:ext>
                </a:extLst>
              </p:cNvPr>
              <p:cNvSpPr/>
              <p:nvPr/>
            </p:nvSpPr>
            <p:spPr>
              <a:xfrm>
                <a:off x="304800" y="937146"/>
                <a:ext cx="486770" cy="286603"/>
              </a:xfrm>
              <a:prstGeom prst="roundRect">
                <a:avLst>
                  <a:gd name="adj" fmla="val 0"/>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6" name="Prostokąt: zaokrąglone rogi 85">
                <a:extLst>
                  <a:ext uri="{FF2B5EF4-FFF2-40B4-BE49-F238E27FC236}">
                    <a16:creationId xmlns:a16="http://schemas.microsoft.com/office/drawing/2014/main" id="{9A706A15-157D-48E7-A31E-E06CBC29FCF6}"/>
                  </a:ext>
                </a:extLst>
              </p:cNvPr>
              <p:cNvSpPr/>
              <p:nvPr/>
            </p:nvSpPr>
            <p:spPr>
              <a:xfrm>
                <a:off x="873456" y="937146"/>
                <a:ext cx="486770" cy="286603"/>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7" name="Prostokąt: zaokrąglone rogi 86">
                <a:extLst>
                  <a:ext uri="{FF2B5EF4-FFF2-40B4-BE49-F238E27FC236}">
                    <a16:creationId xmlns:a16="http://schemas.microsoft.com/office/drawing/2014/main" id="{6B911BCD-3EBB-4415-A3B0-18F1C23869B7}"/>
                  </a:ext>
                </a:extLst>
              </p:cNvPr>
              <p:cNvSpPr/>
              <p:nvPr/>
            </p:nvSpPr>
            <p:spPr>
              <a:xfrm>
                <a:off x="1442112" y="937146"/>
                <a:ext cx="486770" cy="286603"/>
              </a:xfrm>
              <a:prstGeom prst="roundRect">
                <a:avLst>
                  <a:gd name="adj" fmla="val 0"/>
                </a:avLst>
              </a:prstGeom>
              <a:solidFill>
                <a:srgbClr val="007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nvGrpSpPr>
            <p:cNvPr id="73" name="Grupa 72">
              <a:extLst>
                <a:ext uri="{FF2B5EF4-FFF2-40B4-BE49-F238E27FC236}">
                  <a16:creationId xmlns:a16="http://schemas.microsoft.com/office/drawing/2014/main" id="{399023DA-FB92-43C4-A98E-D47F49F8CFE0}"/>
                </a:ext>
              </a:extLst>
            </p:cNvPr>
            <p:cNvGrpSpPr/>
            <p:nvPr userDrawn="1"/>
          </p:nvGrpSpPr>
          <p:grpSpPr>
            <a:xfrm>
              <a:off x="0" y="-711770"/>
              <a:ext cx="685800" cy="564813"/>
              <a:chOff x="304800" y="937146"/>
              <a:chExt cx="1624082" cy="286603"/>
            </a:xfrm>
          </p:grpSpPr>
          <p:sp>
            <p:nvSpPr>
              <p:cNvPr id="82" name="Prostokąt: zaokrąglone rogi 81">
                <a:extLst>
                  <a:ext uri="{FF2B5EF4-FFF2-40B4-BE49-F238E27FC236}">
                    <a16:creationId xmlns:a16="http://schemas.microsoft.com/office/drawing/2014/main" id="{0C3CD785-B628-4DB8-982F-5732D682A107}"/>
                  </a:ext>
                </a:extLst>
              </p:cNvPr>
              <p:cNvSpPr/>
              <p:nvPr/>
            </p:nvSpPr>
            <p:spPr>
              <a:xfrm>
                <a:off x="304800" y="937146"/>
                <a:ext cx="486770" cy="286603"/>
              </a:xfrm>
              <a:prstGeom prst="roundRect">
                <a:avLst>
                  <a:gd name="adj" fmla="val 0"/>
                </a:avLst>
              </a:prstGeom>
              <a:solidFill>
                <a:srgbClr val="92E4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3" name="Prostokąt: zaokrąglone rogi 82">
                <a:extLst>
                  <a:ext uri="{FF2B5EF4-FFF2-40B4-BE49-F238E27FC236}">
                    <a16:creationId xmlns:a16="http://schemas.microsoft.com/office/drawing/2014/main" id="{480D745C-90E2-4BB4-97B8-E5122AFA9DED}"/>
                  </a:ext>
                </a:extLst>
              </p:cNvPr>
              <p:cNvSpPr/>
              <p:nvPr/>
            </p:nvSpPr>
            <p:spPr>
              <a:xfrm>
                <a:off x="873456" y="937146"/>
                <a:ext cx="486770" cy="286603"/>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4" name="Prostokąt: zaokrąglone rogi 83">
                <a:extLst>
                  <a:ext uri="{FF2B5EF4-FFF2-40B4-BE49-F238E27FC236}">
                    <a16:creationId xmlns:a16="http://schemas.microsoft.com/office/drawing/2014/main" id="{707B3CA4-E25A-47AD-8EDC-BD9C2A6F755C}"/>
                  </a:ext>
                </a:extLst>
              </p:cNvPr>
              <p:cNvSpPr/>
              <p:nvPr/>
            </p:nvSpPr>
            <p:spPr>
              <a:xfrm>
                <a:off x="1442112" y="937146"/>
                <a:ext cx="486770" cy="286603"/>
              </a:xfrm>
              <a:prstGeom prst="roundRect">
                <a:avLst>
                  <a:gd name="adj" fmla="val 0"/>
                </a:avLst>
              </a:prstGeom>
              <a:solidFill>
                <a:srgbClr val="408F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nvGrpSpPr>
            <p:cNvPr id="74" name="Grupa 73">
              <a:extLst>
                <a:ext uri="{FF2B5EF4-FFF2-40B4-BE49-F238E27FC236}">
                  <a16:creationId xmlns:a16="http://schemas.microsoft.com/office/drawing/2014/main" id="{5DF14B2D-8CD4-4EA8-A7E5-9866EC5216F7}"/>
                </a:ext>
              </a:extLst>
            </p:cNvPr>
            <p:cNvGrpSpPr/>
            <p:nvPr userDrawn="1"/>
          </p:nvGrpSpPr>
          <p:grpSpPr>
            <a:xfrm>
              <a:off x="3957107" y="-711770"/>
              <a:ext cx="685800" cy="564813"/>
              <a:chOff x="304800" y="937146"/>
              <a:chExt cx="1624082" cy="286603"/>
            </a:xfrm>
          </p:grpSpPr>
          <p:sp>
            <p:nvSpPr>
              <p:cNvPr id="79" name="Prostokąt: zaokrąglone rogi 78">
                <a:extLst>
                  <a:ext uri="{FF2B5EF4-FFF2-40B4-BE49-F238E27FC236}">
                    <a16:creationId xmlns:a16="http://schemas.microsoft.com/office/drawing/2014/main" id="{CAE3D66A-8D73-4AB0-9811-7679FFD4D797}"/>
                  </a:ext>
                </a:extLst>
              </p:cNvPr>
              <p:cNvSpPr/>
              <p:nvPr/>
            </p:nvSpPr>
            <p:spPr>
              <a:xfrm>
                <a:off x="304800" y="937146"/>
                <a:ext cx="486770" cy="286603"/>
              </a:xfrm>
              <a:prstGeom prst="roundRect">
                <a:avLst>
                  <a:gd name="adj" fmla="val 0"/>
                </a:avLst>
              </a:prstGeom>
              <a:solidFill>
                <a:srgbClr val="FFF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0" name="Prostokąt: zaokrąglone rogi 79">
                <a:extLst>
                  <a:ext uri="{FF2B5EF4-FFF2-40B4-BE49-F238E27FC236}">
                    <a16:creationId xmlns:a16="http://schemas.microsoft.com/office/drawing/2014/main" id="{230E8C6B-35FC-4D97-9DD5-073107AB6A1D}"/>
                  </a:ext>
                </a:extLst>
              </p:cNvPr>
              <p:cNvSpPr/>
              <p:nvPr/>
            </p:nvSpPr>
            <p:spPr>
              <a:xfrm>
                <a:off x="873456" y="937146"/>
                <a:ext cx="486770" cy="286603"/>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81" name="Prostokąt: zaokrąglone rogi 80">
                <a:extLst>
                  <a:ext uri="{FF2B5EF4-FFF2-40B4-BE49-F238E27FC236}">
                    <a16:creationId xmlns:a16="http://schemas.microsoft.com/office/drawing/2014/main" id="{ABFCB04D-C179-410E-A25C-26BE3BAD6D78}"/>
                  </a:ext>
                </a:extLst>
              </p:cNvPr>
              <p:cNvSpPr/>
              <p:nvPr/>
            </p:nvSpPr>
            <p:spPr>
              <a:xfrm>
                <a:off x="1442112" y="937146"/>
                <a:ext cx="486770" cy="286603"/>
              </a:xfrm>
              <a:prstGeom prst="roundRect">
                <a:avLst>
                  <a:gd name="adj" fmla="val 0"/>
                </a:avLst>
              </a:prstGeom>
              <a:solidFill>
                <a:srgbClr val="FF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nvGrpSpPr>
            <p:cNvPr id="75" name="Grupa 74">
              <a:extLst>
                <a:ext uri="{FF2B5EF4-FFF2-40B4-BE49-F238E27FC236}">
                  <a16:creationId xmlns:a16="http://schemas.microsoft.com/office/drawing/2014/main" id="{A9123356-AEDE-4ED6-AA5E-F2CF932C7C5E}"/>
                </a:ext>
              </a:extLst>
            </p:cNvPr>
            <p:cNvGrpSpPr/>
            <p:nvPr userDrawn="1"/>
          </p:nvGrpSpPr>
          <p:grpSpPr>
            <a:xfrm>
              <a:off x="3165684" y="-711770"/>
              <a:ext cx="685800" cy="564813"/>
              <a:chOff x="304800" y="937146"/>
              <a:chExt cx="1624082" cy="286603"/>
            </a:xfrm>
          </p:grpSpPr>
          <p:sp>
            <p:nvSpPr>
              <p:cNvPr id="76" name="Prostokąt: zaokrąglone rogi 75">
                <a:extLst>
                  <a:ext uri="{FF2B5EF4-FFF2-40B4-BE49-F238E27FC236}">
                    <a16:creationId xmlns:a16="http://schemas.microsoft.com/office/drawing/2014/main" id="{5F5234FB-8956-49E6-BDE6-AD8A33A9D285}"/>
                  </a:ext>
                </a:extLst>
              </p:cNvPr>
              <p:cNvSpPr/>
              <p:nvPr/>
            </p:nvSpPr>
            <p:spPr>
              <a:xfrm>
                <a:off x="304800" y="937146"/>
                <a:ext cx="486770" cy="286603"/>
              </a:xfrm>
              <a:prstGeom prst="roundRect">
                <a:avLst>
                  <a:gd name="adj" fmla="val 0"/>
                </a:avLst>
              </a:prstGeom>
              <a:solidFill>
                <a:srgbClr val="FF6E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77" name="Prostokąt: zaokrąglone rogi 76">
                <a:extLst>
                  <a:ext uri="{FF2B5EF4-FFF2-40B4-BE49-F238E27FC236}">
                    <a16:creationId xmlns:a16="http://schemas.microsoft.com/office/drawing/2014/main" id="{26FDBECF-DBFF-4E4E-9535-4B7111604B2F}"/>
                  </a:ext>
                </a:extLst>
              </p:cNvPr>
              <p:cNvSpPr/>
              <p:nvPr/>
            </p:nvSpPr>
            <p:spPr>
              <a:xfrm>
                <a:off x="873456" y="937146"/>
                <a:ext cx="486770" cy="286603"/>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sp>
            <p:nvSpPr>
              <p:cNvPr id="78" name="Prostokąt: zaokrąglone rogi 77">
                <a:extLst>
                  <a:ext uri="{FF2B5EF4-FFF2-40B4-BE49-F238E27FC236}">
                    <a16:creationId xmlns:a16="http://schemas.microsoft.com/office/drawing/2014/main" id="{0CDF8590-6034-4296-AA7C-2507404CCA1F}"/>
                  </a:ext>
                </a:extLst>
              </p:cNvPr>
              <p:cNvSpPr/>
              <p:nvPr/>
            </p:nvSpPr>
            <p:spPr>
              <a:xfrm>
                <a:off x="1442112" y="937146"/>
                <a:ext cx="486770" cy="286603"/>
              </a:xfrm>
              <a:prstGeom prst="roundRect">
                <a:avLst>
                  <a:gd name="adj" fmla="val 0"/>
                </a:avLst>
              </a:prstGeom>
              <a:solidFill>
                <a:srgbClr val="D32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p>
            </p:txBody>
          </p:sp>
        </p:grpSp>
      </p:grpSp>
    </p:spTree>
    <p:extLst>
      <p:ext uri="{BB962C8B-B14F-4D97-AF65-F5344CB8AC3E}">
        <p14:creationId xmlns:p14="http://schemas.microsoft.com/office/powerpoint/2010/main" val="2778443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elplatzhalter 1"/>
          <p:cNvSpPr>
            <a:spLocks noGrp="1"/>
          </p:cNvSpPr>
          <p:nvPr>
            <p:ph type="title"/>
          </p:nvPr>
        </p:nvSpPr>
        <p:spPr>
          <a:xfrm>
            <a:off x="450057" y="675006"/>
            <a:ext cx="11311202" cy="792675"/>
          </a:xfrm>
          <a:prstGeom prst="rect">
            <a:avLst/>
          </a:prstGeom>
        </p:spPr>
        <p:txBody>
          <a:bodyPr vert="horz" lIns="0" tIns="0" rIns="0" bIns="0" rtlCol="0" anchor="t">
            <a:normAutofit/>
          </a:bodyPr>
          <a:lstStyle/>
          <a:p>
            <a:r>
              <a:rPr lang="en-US" noProof="0"/>
              <a:t>Click to edit Master title style</a:t>
            </a:r>
            <a:endParaRPr lang="pl-PL" noProof="0" dirty="0"/>
          </a:p>
        </p:txBody>
      </p:sp>
      <p:sp>
        <p:nvSpPr>
          <p:cNvPr id="3" name="Textplatzhalter 2"/>
          <p:cNvSpPr>
            <a:spLocks noGrp="1"/>
          </p:cNvSpPr>
          <p:nvPr>
            <p:ph type="body" idx="1"/>
          </p:nvPr>
        </p:nvSpPr>
        <p:spPr>
          <a:xfrm>
            <a:off x="450057" y="1666876"/>
            <a:ext cx="11311202" cy="4429124"/>
          </a:xfrm>
          <a:prstGeom prst="rect">
            <a:avLst/>
          </a:prstGeom>
        </p:spPr>
        <p:txBody>
          <a:bodyPr vert="horz" lIns="0" tIns="0" rIns="0" bIns="0" rtlCol="0">
            <a:normAutofit/>
          </a:bodyPr>
          <a:lstStyle/>
          <a:p>
            <a:pPr lvl="0"/>
            <a:r>
              <a:rPr lang="en-US" noProof="0" dirty="0"/>
              <a:t>Click to edit Master text styles </a:t>
            </a:r>
          </a:p>
          <a:p>
            <a:pPr lvl="1"/>
            <a:r>
              <a:rPr lang="en-US" noProof="0" dirty="0"/>
              <a:t>Second level</a:t>
            </a:r>
          </a:p>
          <a:p>
            <a:pPr lvl="2"/>
            <a:r>
              <a:rPr lang="en-US" noProof="0" dirty="0"/>
              <a:t>Third level</a:t>
            </a:r>
          </a:p>
        </p:txBody>
      </p:sp>
      <p:sp>
        <p:nvSpPr>
          <p:cNvPr id="5" name="Fußzeilenplatzhalter 4"/>
          <p:cNvSpPr>
            <a:spLocks noGrp="1"/>
          </p:cNvSpPr>
          <p:nvPr>
            <p:ph type="ftr" sz="quarter" idx="3"/>
          </p:nvPr>
        </p:nvSpPr>
        <p:spPr>
          <a:xfrm>
            <a:off x="450057" y="6356351"/>
            <a:ext cx="8395118" cy="365125"/>
          </a:xfrm>
          <a:prstGeom prst="rect">
            <a:avLst/>
          </a:prstGeom>
        </p:spPr>
        <p:txBody>
          <a:bodyPr vert="horz" lIns="0" tIns="0" rIns="0" bIns="0" rtlCol="0" anchor="b"/>
          <a:lstStyle>
            <a:lvl1pPr algn="l">
              <a:defRPr sz="1200">
                <a:solidFill>
                  <a:schemeClr val="tx1"/>
                </a:solidFill>
                <a:latin typeface="Roboto Light" panose="02000000000000000000" pitchFamily="2" charset="0"/>
                <a:ea typeface="Roboto Light" panose="02000000000000000000" pitchFamily="2" charset="0"/>
              </a:defRPr>
            </a:lvl1pPr>
          </a:lstStyle>
          <a:p>
            <a:endParaRPr lang="pl-PL" dirty="0"/>
          </a:p>
        </p:txBody>
      </p:sp>
      <p:sp>
        <p:nvSpPr>
          <p:cNvPr id="6" name="Foliennummernplatzhalter 5"/>
          <p:cNvSpPr>
            <a:spLocks noGrp="1"/>
          </p:cNvSpPr>
          <p:nvPr>
            <p:ph type="sldNum" sz="quarter" idx="4"/>
          </p:nvPr>
        </p:nvSpPr>
        <p:spPr>
          <a:xfrm>
            <a:off x="8916457" y="6356351"/>
            <a:ext cx="2844800" cy="365125"/>
          </a:xfrm>
          <a:prstGeom prst="rect">
            <a:avLst/>
          </a:prstGeom>
        </p:spPr>
        <p:txBody>
          <a:bodyPr vert="horz" lIns="0" tIns="0" rIns="0" bIns="0" rtlCol="0" anchor="b"/>
          <a:lstStyle>
            <a:lvl1pPr algn="r">
              <a:defRPr sz="1200">
                <a:solidFill>
                  <a:schemeClr val="tx1"/>
                </a:solidFill>
                <a:latin typeface="Roboto Light" panose="02000000000000000000" pitchFamily="2" charset="0"/>
                <a:ea typeface="Roboto Light" panose="02000000000000000000" pitchFamily="2" charset="0"/>
              </a:defRPr>
            </a:lvl1pPr>
          </a:lstStyle>
          <a:p>
            <a:fld id="{9DC1E638-3F78-4E0D-883A-B278700C48C0}" type="slidenum">
              <a:rPr lang="pl-PL" smtClean="0"/>
              <a:pPr/>
              <a:t>‹#›</a:t>
            </a:fld>
            <a:endParaRPr lang="pl-PL" dirty="0"/>
          </a:p>
        </p:txBody>
      </p:sp>
    </p:spTree>
    <p:extLst>
      <p:ext uri="{BB962C8B-B14F-4D97-AF65-F5344CB8AC3E}">
        <p14:creationId xmlns:p14="http://schemas.microsoft.com/office/powerpoint/2010/main" val="3143213255"/>
      </p:ext>
    </p:extLst>
  </p:cSld>
  <p:clrMap bg1="lt1" tx1="dk1" bg2="lt2" tx2="dk2" accent1="accent1" accent2="accent2" accent3="accent3" accent4="accent4" accent5="accent5" accent6="accent6" hlink="hlink" folHlink="folHlink"/>
  <p:sldLayoutIdLst>
    <p:sldLayoutId id="2147483729" r:id="rId1"/>
    <p:sldLayoutId id="2147483851" r:id="rId2"/>
    <p:sldLayoutId id="2147483845" r:id="rId3"/>
    <p:sldLayoutId id="2147483853" r:id="rId4"/>
    <p:sldLayoutId id="2147483772" r:id="rId5"/>
    <p:sldLayoutId id="2147483852" r:id="rId6"/>
    <p:sldLayoutId id="2147483854" r:id="rId7"/>
    <p:sldLayoutId id="2147483732" r:id="rId8"/>
    <p:sldLayoutId id="2147483855" r:id="rId9"/>
    <p:sldLayoutId id="2147483749" r:id="rId10"/>
    <p:sldLayoutId id="2147483864" r:id="rId11"/>
    <p:sldLayoutId id="2147483813" r:id="rId12"/>
    <p:sldLayoutId id="2147483856" r:id="rId13"/>
    <p:sldLayoutId id="2147483848" r:id="rId14"/>
    <p:sldLayoutId id="2147483743" r:id="rId15"/>
    <p:sldLayoutId id="2147483857" r:id="rId16"/>
    <p:sldLayoutId id="2147483792" r:id="rId17"/>
    <p:sldLayoutId id="2147483802" r:id="rId18"/>
    <p:sldLayoutId id="2147483793" r:id="rId19"/>
    <p:sldLayoutId id="2147483815" r:id="rId20"/>
    <p:sldLayoutId id="2147483814" r:id="rId21"/>
    <p:sldLayoutId id="2147483816" r:id="rId22"/>
    <p:sldLayoutId id="2147483819" r:id="rId23"/>
    <p:sldLayoutId id="2147483817" r:id="rId24"/>
    <p:sldLayoutId id="2147483818" r:id="rId25"/>
    <p:sldLayoutId id="2147483827" r:id="rId26"/>
    <p:sldLayoutId id="2147483828" r:id="rId27"/>
    <p:sldLayoutId id="2147483865" r:id="rId28"/>
    <p:sldLayoutId id="2147483829" r:id="rId29"/>
    <p:sldLayoutId id="2147483830" r:id="rId30"/>
    <p:sldLayoutId id="2147483831" r:id="rId31"/>
    <p:sldLayoutId id="2147483832" r:id="rId32"/>
    <p:sldLayoutId id="2147483833" r:id="rId33"/>
    <p:sldLayoutId id="2147483834" r:id="rId34"/>
    <p:sldLayoutId id="2147483835" r:id="rId35"/>
    <p:sldLayoutId id="2147483836" r:id="rId36"/>
    <p:sldLayoutId id="2147483837" r:id="rId37"/>
    <p:sldLayoutId id="2147483847" r:id="rId38"/>
    <p:sldLayoutId id="2147483862" r:id="rId39"/>
    <p:sldLayoutId id="2147483861" r:id="rId40"/>
    <p:sldLayoutId id="2147483860" r:id="rId41"/>
    <p:sldLayoutId id="2147483859" r:id="rId42"/>
    <p:sldLayoutId id="2147483858" r:id="rId43"/>
    <p:sldLayoutId id="2147483846" r:id="rId44"/>
    <p:sldLayoutId id="2147483839" r:id="rId45"/>
    <p:sldLayoutId id="2147483840" r:id="rId46"/>
    <p:sldLayoutId id="2147483841" r:id="rId47"/>
    <p:sldLayoutId id="2147483842" r:id="rId48"/>
    <p:sldLayoutId id="2147483843" r:id="rId49"/>
    <p:sldLayoutId id="2147483844" r:id="rId50"/>
    <p:sldLayoutId id="2147483863" r:id="rId51"/>
    <p:sldLayoutId id="2147483850"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219170" rtl="0" eaLnBrk="1" latinLnBrk="0" hangingPunct="1">
        <a:spcBef>
          <a:spcPct val="0"/>
        </a:spcBef>
        <a:buNone/>
        <a:defRPr sz="4000" b="0" kern="1200">
          <a:solidFill>
            <a:srgbClr val="000000"/>
          </a:solidFill>
          <a:latin typeface="Roboto Medium" panose="02000000000000000000" pitchFamily="2" charset="0"/>
          <a:ea typeface="Roboto Medium" panose="02000000000000000000" pitchFamily="2" charset="0"/>
          <a:cs typeface="+mj-cs"/>
        </a:defRPr>
      </a:lvl1pPr>
    </p:titleStyle>
    <p:bodyStyle>
      <a:lvl1pPr marL="324000" indent="-324000" algn="l" defTabSz="1219170" rtl="0" eaLnBrk="1" latinLnBrk="0" hangingPunct="1">
        <a:lnSpc>
          <a:spcPct val="95000"/>
        </a:lnSpc>
        <a:spcBef>
          <a:spcPts val="0"/>
        </a:spcBef>
        <a:spcAft>
          <a:spcPts val="800"/>
        </a:spcAft>
        <a:buClr>
          <a:schemeClr val="accent4"/>
        </a:buClr>
        <a:buSzPct val="100000"/>
        <a:buFont typeface="Calibri" panose="020F0502020204030204" pitchFamily="34" charset="0"/>
        <a:buChar char="•"/>
        <a:defRPr sz="2000" kern="1200">
          <a:solidFill>
            <a:schemeClr val="tx1"/>
          </a:solidFill>
          <a:latin typeface="Roboto Light" panose="02000000000000000000" pitchFamily="2" charset="0"/>
          <a:ea typeface="Roboto Light" panose="02000000000000000000" pitchFamily="2" charset="0"/>
          <a:cs typeface="+mn-cs"/>
        </a:defRPr>
      </a:lvl1pPr>
      <a:lvl2pPr marL="720000" indent="-360000" algn="l" defTabSz="1219170"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Roboto Light" panose="02000000000000000000" pitchFamily="2" charset="0"/>
          <a:ea typeface="Roboto Light" panose="02000000000000000000" pitchFamily="2" charset="0"/>
          <a:cs typeface="+mn-cs"/>
        </a:defRPr>
      </a:lvl2pPr>
      <a:lvl3pPr marL="1008000" indent="-252000" algn="l" defTabSz="1077357" rtl="0" eaLnBrk="1" latinLnBrk="0" hangingPunct="1">
        <a:lnSpc>
          <a:spcPct val="95000"/>
        </a:lnSpc>
        <a:spcBef>
          <a:spcPts val="0"/>
        </a:spcBef>
        <a:spcAft>
          <a:spcPts val="800"/>
        </a:spcAft>
        <a:buClr>
          <a:schemeClr val="accent4">
            <a:lumMod val="75000"/>
          </a:schemeClr>
        </a:buClr>
        <a:buSzPct val="90000"/>
        <a:buFont typeface="Calibri" panose="020F0502020204030204" pitchFamily="34" charset="0"/>
        <a:buChar char="‒"/>
        <a:defRPr sz="2000" kern="1200">
          <a:solidFill>
            <a:schemeClr val="tx1"/>
          </a:solidFill>
          <a:latin typeface="Roboto Light" panose="02000000000000000000" pitchFamily="2" charset="0"/>
          <a:ea typeface="Roboto Light" panose="02000000000000000000" pitchFamily="2" charset="0"/>
          <a:cs typeface="+mn-cs"/>
        </a:defRPr>
      </a:lvl3pPr>
      <a:lvl4pPr marL="960943" indent="-245527" algn="l" defTabSz="1219170" rtl="0" eaLnBrk="1" latinLnBrk="0" hangingPunct="1">
        <a:spcBef>
          <a:spcPct val="20000"/>
        </a:spcBef>
        <a:buFont typeface="Symbol" pitchFamily="18" charset="2"/>
        <a:buChar char="-"/>
        <a:defRPr sz="2400" kern="1200">
          <a:solidFill>
            <a:schemeClr val="tx1"/>
          </a:solidFill>
          <a:latin typeface="+mn-lt"/>
          <a:ea typeface="+mn-ea"/>
          <a:cs typeface="+mn-cs"/>
        </a:defRPr>
      </a:lvl4pPr>
      <a:lvl5pPr marL="1195887" indent="-234945" algn="l" defTabSz="1219170" rtl="0" eaLnBrk="1" latinLnBrk="0" hangingPunct="1">
        <a:spcBef>
          <a:spcPct val="20000"/>
        </a:spcBef>
        <a:buFont typeface="Wingdings" pitchFamily="2" charset="2"/>
        <a:buChar char="§"/>
        <a:defRPr sz="24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37.png"/><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39.svg"/></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44.png"/><Relationship Id="rId5" Type="http://schemas.openxmlformats.org/officeDocument/2006/relationships/image" Target="../media/image33.png"/><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40.png"/><Relationship Id="rId11" Type="http://schemas.openxmlformats.org/officeDocument/2006/relationships/hyperlink" Target="https://www.esmo.org/guidelines" TargetMode="External"/><Relationship Id="rId5" Type="http://schemas.openxmlformats.org/officeDocument/2006/relationships/image" Target="../media/image46.png"/><Relationship Id="rId10" Type="http://schemas.openxmlformats.org/officeDocument/2006/relationships/hyperlink" Target="https://healthcaredelivery.cancer.gov/pro-ctcae/" TargetMode="External"/><Relationship Id="rId4" Type="http://schemas.openxmlformats.org/officeDocument/2006/relationships/image" Target="../media/image37.png"/><Relationship Id="rId9" Type="http://schemas.openxmlformats.org/officeDocument/2006/relationships/hyperlink" Target="https://qol.eortc.org/questionnaires/core/eortc-qlq-c30/"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loinc.org/" TargetMode="External"/><Relationship Id="rId3" Type="http://schemas.openxmlformats.org/officeDocument/2006/relationships/image" Target="../media/image49.png"/><Relationship Id="rId7" Type="http://schemas.openxmlformats.org/officeDocument/2006/relationships/hyperlink" Target="https://hl7.eu/fhir/cancer-common/" TargetMode="Externa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hyperlink" Target="https://hl7.org/fhir/us/mcode/" TargetMode="External"/><Relationship Id="rId5" Type="http://schemas.openxmlformats.org/officeDocument/2006/relationships/hyperlink" Target="https://hl7.org/fhir/R4/" TargetMode="External"/><Relationship Id="rId10" Type="http://schemas.openxmlformats.org/officeDocument/2006/relationships/hyperlink" Target="https://health.ec.europa.eu/ehealth-digital-health-and-care/european-health-data-space-regulation-ehds_en" TargetMode="External"/><Relationship Id="rId4" Type="http://schemas.openxmlformats.org/officeDocument/2006/relationships/image" Target="../media/image50.png"/><Relationship Id="rId9" Type="http://schemas.openxmlformats.org/officeDocument/2006/relationships/hyperlink" Target="https://www.snomed.org/" TargetMode="Externa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54.pn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30.png"/><Relationship Id="rId5" Type="http://schemas.openxmlformats.org/officeDocument/2006/relationships/image" Target="../media/image50.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8" Type="http://schemas.openxmlformats.org/officeDocument/2006/relationships/hyperlink" Target="https://recist.eortc.org/" TargetMode="External"/><Relationship Id="rId3" Type="http://schemas.openxmlformats.org/officeDocument/2006/relationships/hyperlink" Target="https://hl7.org/fhir/R4/" TargetMode="External"/><Relationship Id="rId7" Type="http://schemas.openxmlformats.org/officeDocument/2006/relationships/hyperlink" Target="https://health.ec.europa.eu/ehealth-digital-health-and-care/european-health-data-space-regulation-ehds_en"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hyperlink" Target="https://hl7.org/fhir/uv/ips/" TargetMode="External"/><Relationship Id="rId11" Type="http://schemas.openxmlformats.org/officeDocument/2006/relationships/hyperlink" Target="https://www.esmo.org/guidelines" TargetMode="External"/><Relationship Id="rId5" Type="http://schemas.openxmlformats.org/officeDocument/2006/relationships/hyperlink" Target="https://hl7.eu/fhir/cancer-common/" TargetMode="External"/><Relationship Id="rId10" Type="http://schemas.openxmlformats.org/officeDocument/2006/relationships/hyperlink" Target="https://healthcaredelivery.cancer.gov/pro-ctcae/" TargetMode="External"/><Relationship Id="rId4" Type="http://schemas.openxmlformats.org/officeDocument/2006/relationships/hyperlink" Target="https://hl7.org/fhir/us/mcode/" TargetMode="External"/><Relationship Id="rId9" Type="http://schemas.openxmlformats.org/officeDocument/2006/relationships/hyperlink" Target="https://qol.eortc.org/questionnaires/core/eortc-qlq-c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880FD6-917E-C6D9-B6AD-CEB7A5DB74DD}"/>
              </a:ext>
            </a:extLst>
          </p:cNvPr>
          <p:cNvSpPr>
            <a:spLocks noGrp="1"/>
          </p:cNvSpPr>
          <p:nvPr>
            <p:ph type="body" sz="quarter" idx="14"/>
          </p:nvPr>
        </p:nvSpPr>
        <p:spPr/>
        <p:txBody>
          <a:bodyPr>
            <a:normAutofit/>
          </a:bodyPr>
          <a:lstStyle/>
          <a:p>
            <a:r>
              <a:rPr lang="sk-SK"/>
              <a:t>Praha, 16.–18. října 2026</a:t>
            </a:r>
          </a:p>
        </p:txBody>
      </p:sp>
      <p:sp>
        <p:nvSpPr>
          <p:cNvPr id="4" name="Title 3">
            <a:extLst>
              <a:ext uri="{FF2B5EF4-FFF2-40B4-BE49-F238E27FC236}">
                <a16:creationId xmlns:a16="http://schemas.microsoft.com/office/drawing/2014/main" id="{54AF0054-183F-B374-7599-2B7994E209FF}"/>
              </a:ext>
            </a:extLst>
          </p:cNvPr>
          <p:cNvSpPr>
            <a:spLocks noGrp="1"/>
          </p:cNvSpPr>
          <p:nvPr>
            <p:ph type="title"/>
          </p:nvPr>
        </p:nvSpPr>
        <p:spPr>
          <a:xfrm>
            <a:off x="3162299" y="2919774"/>
            <a:ext cx="6858001" cy="1674562"/>
          </a:xfrm>
        </p:spPr>
        <p:txBody>
          <a:bodyPr/>
          <a:lstStyle/>
          <a:p>
            <a:r>
              <a:rPr lang="sk-SK" sz="4000" b="0"/>
              <a:t>MDT Copilot </a:t>
            </a:r>
            <a:br>
              <a:rPr lang="sk-SK" sz="4400" b="0"/>
            </a:br>
            <a:r>
              <a:rPr lang="sk-SK" sz="3200" b="0">
                <a:latin typeface="+mn-lt"/>
              </a:rPr>
              <a:t>AI asistent pro onkologické konzilium </a:t>
            </a:r>
            <a:br>
              <a:rPr lang="en-US" sz="3200" b="0">
                <a:latin typeface="+mn-lt"/>
              </a:rPr>
            </a:br>
            <a:r>
              <a:rPr lang="sk-SK" sz="2000" b="0">
                <a:latin typeface="+mn-lt"/>
              </a:rPr>
              <a:t>Soutěžní zadání Asseco Central Europe  |  Rackathon</a:t>
            </a:r>
            <a:endParaRPr lang="sk-SK" sz="4400" b="0">
              <a:latin typeface="+mn-lt"/>
            </a:endParaRPr>
          </a:p>
        </p:txBody>
      </p:sp>
      <p:pic>
        <p:nvPicPr>
          <p:cNvPr id="12" name="Picture Placeholder 11">
            <a:extLst>
              <a:ext uri="{FF2B5EF4-FFF2-40B4-BE49-F238E27FC236}">
                <a16:creationId xmlns:a16="http://schemas.microsoft.com/office/drawing/2014/main" id="{7016833D-0514-3F55-D9A8-BD9C92AAE0B9}"/>
              </a:ext>
            </a:extLst>
          </p:cNvPr>
          <p:cNvPicPr>
            <a:picLocks noGrp="1" noChangeAspect="1"/>
          </p:cNvPicPr>
          <p:nvPr>
            <p:ph type="pic" sz="quarter" idx="13"/>
          </p:nvPr>
        </p:nvPicPr>
        <p:blipFill>
          <a:blip r:embed="rId3"/>
          <a:srcRect t="5000" b="5000"/>
          <a:stretch>
            <a:fillRect/>
          </a:stretch>
        </p:blipFill>
        <p:spPr>
          <a:custGeom>
            <a:avLst/>
            <a:gdLst>
              <a:gd name="connsiteX0" fmla="*/ 2811780 w 12191999"/>
              <a:gd name="connsiteY0" fmla="*/ 2553817 h 6858000"/>
              <a:gd name="connsiteX1" fmla="*/ 2811780 w 12191999"/>
              <a:gd name="connsiteY1" fmla="*/ 5297017 h 6858000"/>
              <a:gd name="connsiteX2" fmla="*/ 10256518 w 12191999"/>
              <a:gd name="connsiteY2" fmla="*/ 5297017 h 6858000"/>
              <a:gd name="connsiteX3" fmla="*/ 10256518 w 12191999"/>
              <a:gd name="connsiteY3" fmla="*/ 2553817 h 6858000"/>
              <a:gd name="connsiteX4" fmla="*/ 0 w 12191999"/>
              <a:gd name="connsiteY4" fmla="*/ 0 h 6858000"/>
              <a:gd name="connsiteX5" fmla="*/ 12191999 w 12191999"/>
              <a:gd name="connsiteY5" fmla="*/ 0 h 6858000"/>
              <a:gd name="connsiteX6" fmla="*/ 12191999 w 12191999"/>
              <a:gd name="connsiteY6" fmla="*/ 6858000 h 6858000"/>
              <a:gd name="connsiteX7" fmla="*/ 2743201 w 12191999"/>
              <a:gd name="connsiteY7" fmla="*/ 6858000 h 6858000"/>
              <a:gd name="connsiteX8" fmla="*/ 2743201 w 12191999"/>
              <a:gd name="connsiteY8" fmla="*/ 6065520 h 6858000"/>
              <a:gd name="connsiteX9" fmla="*/ 0 w 12191999"/>
              <a:gd name="connsiteY9" fmla="*/ 6065520 h 6858000"/>
              <a:gd name="connsiteX10" fmla="*/ 0 w 12191999"/>
              <a:gd name="connsiteY10" fmla="*/ 5297017 h 6858000"/>
              <a:gd name="connsiteX11" fmla="*/ 2743200 w 12191999"/>
              <a:gd name="connsiteY11" fmla="*/ 5297017 h 6858000"/>
              <a:gd name="connsiteX12" fmla="*/ 2743200 w 12191999"/>
              <a:gd name="connsiteY12" fmla="*/ 2553817 h 6858000"/>
              <a:gd name="connsiteX13" fmla="*/ 0 w 12191999"/>
              <a:gd name="connsiteY13" fmla="*/ 25538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2811780" y="2553817"/>
                </a:moveTo>
                <a:lnTo>
                  <a:pt x="2811780" y="5297017"/>
                </a:lnTo>
                <a:lnTo>
                  <a:pt x="10256518" y="5297017"/>
                </a:lnTo>
                <a:lnTo>
                  <a:pt x="10256518" y="2553817"/>
                </a:lnTo>
                <a:close/>
                <a:moveTo>
                  <a:pt x="0" y="0"/>
                </a:moveTo>
                <a:lnTo>
                  <a:pt x="12191999" y="0"/>
                </a:lnTo>
                <a:lnTo>
                  <a:pt x="12191999" y="6858000"/>
                </a:lnTo>
                <a:lnTo>
                  <a:pt x="2743201" y="6858000"/>
                </a:lnTo>
                <a:lnTo>
                  <a:pt x="2743201" y="6065520"/>
                </a:lnTo>
                <a:lnTo>
                  <a:pt x="0" y="6065520"/>
                </a:lnTo>
                <a:lnTo>
                  <a:pt x="0" y="5297017"/>
                </a:lnTo>
                <a:lnTo>
                  <a:pt x="2743200" y="5297017"/>
                </a:lnTo>
                <a:lnTo>
                  <a:pt x="2743200" y="2553817"/>
                </a:lnTo>
                <a:lnTo>
                  <a:pt x="0" y="2553817"/>
                </a:lnTo>
                <a:close/>
              </a:path>
            </a:pathLst>
          </a:custGeom>
          <a:solidFill>
            <a:srgbClr val="AAAFAF">
              <a:lumMod val="40000"/>
              <a:lumOff val="60000"/>
            </a:srgbClr>
          </a:solidFill>
        </p:spPr>
      </p:pic>
    </p:spTree>
    <p:extLst>
      <p:ext uri="{BB962C8B-B14F-4D97-AF65-F5344CB8AC3E}">
        <p14:creationId xmlns:p14="http://schemas.microsoft.com/office/powerpoint/2010/main" val="305774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6B32A5-B2A4-9960-F182-C913D5537246}"/>
              </a:ext>
            </a:extLst>
          </p:cNvPr>
          <p:cNvSpPr>
            <a:spLocks noGrp="1"/>
          </p:cNvSpPr>
          <p:nvPr>
            <p:ph type="sldNum" sz="quarter" idx="12"/>
          </p:nvPr>
        </p:nvSpPr>
        <p:spPr/>
        <p:txBody>
          <a:bodyPr/>
          <a:lstStyle/>
          <a:p>
            <a:fld id="{9DC1E638-3F78-4E0D-883A-B278700C48C0}" type="slidenum">
              <a:rPr lang="pl-PL" smtClean="0"/>
              <a:pPr/>
              <a:t>2</a:t>
            </a:fld>
            <a:endParaRPr lang="pl-PL" dirty="0"/>
          </a:p>
        </p:txBody>
      </p:sp>
      <p:sp>
        <p:nvSpPr>
          <p:cNvPr id="3" name="Title 2">
            <a:extLst>
              <a:ext uri="{FF2B5EF4-FFF2-40B4-BE49-F238E27FC236}">
                <a16:creationId xmlns:a16="http://schemas.microsoft.com/office/drawing/2014/main" id="{92247867-5E33-97DE-39F5-9D27931C6C4E}"/>
              </a:ext>
            </a:extLst>
          </p:cNvPr>
          <p:cNvSpPr>
            <a:spLocks noGrp="1"/>
          </p:cNvSpPr>
          <p:nvPr>
            <p:ph type="title"/>
          </p:nvPr>
        </p:nvSpPr>
        <p:spPr/>
        <p:txBody>
          <a:bodyPr/>
          <a:lstStyle/>
          <a:p>
            <a:r>
              <a:rPr lang="pl-PL"/>
              <a:t>Co je MDT a proč na něm záleží</a:t>
            </a:r>
            <a:endParaRPr lang="sk-SK">
              <a:solidFill>
                <a:schemeClr val="tx1"/>
              </a:solidFill>
              <a:latin typeface="+mn-lt"/>
            </a:endParaRPr>
          </a:p>
        </p:txBody>
      </p:sp>
      <p:sp>
        <p:nvSpPr>
          <p:cNvPr id="7" name="Stat panel">
            <a:extLst>
              <a:ext uri="{FF2B5EF4-FFF2-40B4-BE49-F238E27FC236}">
                <a16:creationId xmlns:a16="http://schemas.microsoft.com/office/drawing/2014/main" id="{798A7C42-3FE0-8A73-E893-4F4C6B60B410}"/>
              </a:ext>
            </a:extLst>
          </p:cNvPr>
          <p:cNvSpPr/>
          <p:nvPr/>
        </p:nvSpPr>
        <p:spPr>
          <a:xfrm>
            <a:off x="523874" y="1834894"/>
            <a:ext cx="4365643" cy="3986680"/>
          </a:xfrm>
          <a:prstGeom prst="roundRect">
            <a:avLst>
              <a:gd name="adj" fmla="val 356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a:extLst>
              <a:ext uri="{FF2B5EF4-FFF2-40B4-BE49-F238E27FC236}">
                <a16:creationId xmlns:a16="http://schemas.microsoft.com/office/drawing/2014/main" id="{693ADEBC-E265-B888-D206-A6F690EF9328}"/>
              </a:ext>
            </a:extLst>
          </p:cNvPr>
          <p:cNvSpPr txBox="1"/>
          <p:nvPr/>
        </p:nvSpPr>
        <p:spPr>
          <a:xfrm>
            <a:off x="901336" y="1999817"/>
            <a:ext cx="2765788" cy="1077218"/>
          </a:xfrm>
          <a:prstGeom prst="rect">
            <a:avLst/>
          </a:prstGeom>
          <a:noFill/>
        </p:spPr>
        <p:txBody>
          <a:bodyPr wrap="square" lIns="0" tIns="0" rIns="0" bIns="0" anchor="t">
            <a:spAutoFit/>
          </a:bodyPr>
          <a:lstStyle/>
          <a:p>
            <a:pPr algn="l"/>
            <a:r>
              <a:rPr lang="en-US" sz="4000" i="0">
                <a:solidFill>
                  <a:srgbClr val="FFFFFF"/>
                </a:solidFill>
                <a:latin typeface="Roboto Black" panose="02000000000000000000" pitchFamily="2" charset="0"/>
                <a:ea typeface="Roboto Black" panose="02000000000000000000" pitchFamily="2" charset="0"/>
                <a:cs typeface="Roboto Black" panose="02000000000000000000" pitchFamily="2" charset="0"/>
              </a:rPr>
              <a:t>MDT</a:t>
            </a:r>
            <a:r>
              <a:rPr lang="en-US" sz="5400" i="0">
                <a:solidFill>
                  <a:srgbClr val="FFFFFF"/>
                </a:solidFill>
                <a:latin typeface="Roboto Black" panose="02000000000000000000" pitchFamily="2" charset="0"/>
                <a:ea typeface="Roboto Black" panose="02000000000000000000" pitchFamily="2" charset="0"/>
                <a:cs typeface="Roboto Black" panose="02000000000000000000" pitchFamily="2" charset="0"/>
              </a:rPr>
              <a:t> </a:t>
            </a:r>
            <a:r>
              <a:rPr lang="en-US" sz="1600" i="0">
                <a:solidFill>
                  <a:srgbClr val="FFFFFF"/>
                </a:solidFill>
                <a:latin typeface="Roboto Black" panose="02000000000000000000" pitchFamily="2" charset="0"/>
                <a:ea typeface="Roboto Black" panose="02000000000000000000" pitchFamily="2" charset="0"/>
                <a:cs typeface="Roboto Black" panose="02000000000000000000" pitchFamily="2" charset="0"/>
              </a:rPr>
              <a:t>= multidisciplinární tým</a:t>
            </a:r>
            <a:endParaRPr lang="en-US" sz="5400" i="0">
              <a:solidFill>
                <a:srgbClr val="FFFFFF"/>
              </a:solidFill>
              <a:latin typeface="Roboto Black" panose="02000000000000000000" pitchFamily="2" charset="0"/>
              <a:ea typeface="Roboto Black" panose="02000000000000000000" pitchFamily="2" charset="0"/>
              <a:cs typeface="Roboto Black" panose="02000000000000000000" pitchFamily="2" charset="0"/>
            </a:endParaRPr>
          </a:p>
        </p:txBody>
      </p:sp>
      <p:sp>
        <p:nvSpPr>
          <p:cNvPr id="15" name="TextBox 14">
            <a:extLst>
              <a:ext uri="{FF2B5EF4-FFF2-40B4-BE49-F238E27FC236}">
                <a16:creationId xmlns:a16="http://schemas.microsoft.com/office/drawing/2014/main" id="{5882E285-505D-8072-AFD0-A25E55BB7816}"/>
              </a:ext>
            </a:extLst>
          </p:cNvPr>
          <p:cNvSpPr txBox="1"/>
          <p:nvPr/>
        </p:nvSpPr>
        <p:spPr>
          <a:xfrm>
            <a:off x="901336" y="3246008"/>
            <a:ext cx="3713335" cy="2292935"/>
          </a:xfrm>
          <a:prstGeom prst="rect">
            <a:avLst/>
          </a:prstGeom>
          <a:noFill/>
        </p:spPr>
        <p:txBody>
          <a:bodyPr wrap="square" lIns="0" tIns="0" rIns="0" bIns="0" anchor="t">
            <a:spAutoFit/>
          </a:bodyPr>
          <a:lstStyle/>
          <a:p>
            <a:pPr algn="l"/>
            <a:r>
              <a:rPr lang="en-US" sz="1600" b="0" i="0">
                <a:solidFill>
                  <a:srgbClr val="FFFFFF"/>
                </a:solidFill>
              </a:rPr>
              <a:t>Pravidelná porada lékařů různých oborů (v Česku též „indikační onkologická komise“), kteří společně rozhodnou, jak léčit konkrétního pacienta s nádorovým onemocněním – operací, léky, ozařováním, nebo jejich kombinací.</a:t>
            </a:r>
          </a:p>
          <a:p>
            <a:pPr algn="l">
              <a:spcBef>
                <a:spcPts val="600"/>
              </a:spcBef>
            </a:pPr>
            <a:r>
              <a:rPr lang="en-US" sz="1600" b="0" i="1">
                <a:solidFill>
                  <a:srgbClr val="FFFFFF"/>
                </a:solidFill>
              </a:rPr>
              <a:t>Proč společně? Žádný obor sám nevidí celý obraz – a špatně zvolené pořadí léčby se těžko napravuje.</a:t>
            </a:r>
          </a:p>
        </p:txBody>
      </p:sp>
      <p:sp>
        <p:nvSpPr>
          <p:cNvPr id="6" name="Role 1">
            <a:extLst>
              <a:ext uri="{FF2B5EF4-FFF2-40B4-BE49-F238E27FC236}">
                <a16:creationId xmlns:a16="http://schemas.microsoft.com/office/drawing/2014/main" id="{2F0F6F71-B9CA-974E-ABCC-1C76AB6A5B06}"/>
              </a:ext>
            </a:extLst>
          </p:cNvPr>
          <p:cNvSpPr/>
          <p:nvPr/>
        </p:nvSpPr>
        <p:spPr>
          <a:xfrm>
            <a:off x="5195697" y="1834894"/>
            <a:ext cx="6167628" cy="703532"/>
          </a:xfrm>
          <a:prstGeom prst="roundRect">
            <a:avLst>
              <a:gd name="adj" fmla="val 15477"/>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0" name="Oval 9">
            <a:extLst>
              <a:ext uri="{FF2B5EF4-FFF2-40B4-BE49-F238E27FC236}">
                <a16:creationId xmlns:a16="http://schemas.microsoft.com/office/drawing/2014/main" id="{4402B1D2-AA72-8942-2E9E-A93F4503477D}"/>
              </a:ext>
            </a:extLst>
          </p:cNvPr>
          <p:cNvSpPr/>
          <p:nvPr/>
        </p:nvSpPr>
        <p:spPr>
          <a:xfrm>
            <a:off x="5336403" y="1928698"/>
            <a:ext cx="515923" cy="515923"/>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14" name="Picture 13" descr="stetho_w.png">
            <a:extLst>
              <a:ext uri="{FF2B5EF4-FFF2-40B4-BE49-F238E27FC236}">
                <a16:creationId xmlns:a16="http://schemas.microsoft.com/office/drawing/2014/main" id="{FF9D3032-24AC-AE19-1EDE-7E5AA3D06870}"/>
              </a:ext>
            </a:extLst>
          </p:cNvPr>
          <p:cNvPicPr>
            <a:picLocks noChangeAspect="1"/>
          </p:cNvPicPr>
          <p:nvPr/>
        </p:nvPicPr>
        <p:blipFill>
          <a:blip r:embed="rId3"/>
          <a:stretch>
            <a:fillRect/>
          </a:stretch>
        </p:blipFill>
        <p:spPr>
          <a:xfrm>
            <a:off x="5470543" y="2062838"/>
            <a:ext cx="247643" cy="247643"/>
          </a:xfrm>
          <a:prstGeom prst="rect">
            <a:avLst/>
          </a:prstGeom>
        </p:spPr>
      </p:pic>
      <p:sp>
        <p:nvSpPr>
          <p:cNvPr id="17" name="TextBox 16">
            <a:extLst>
              <a:ext uri="{FF2B5EF4-FFF2-40B4-BE49-F238E27FC236}">
                <a16:creationId xmlns:a16="http://schemas.microsoft.com/office/drawing/2014/main" id="{55CBA20A-FC45-2894-6677-7DD402945B5A}"/>
              </a:ext>
            </a:extLst>
          </p:cNvPr>
          <p:cNvSpPr txBox="1"/>
          <p:nvPr/>
        </p:nvSpPr>
        <p:spPr>
          <a:xfrm>
            <a:off x="6016484" y="2048162"/>
            <a:ext cx="1934712" cy="276999"/>
          </a:xfrm>
          <a:prstGeom prst="rect">
            <a:avLst/>
          </a:prstGeom>
          <a:noFill/>
        </p:spPr>
        <p:txBody>
          <a:bodyPr wrap="square" lIns="0" tIns="0" rIns="0" bIns="0" anchor="ctr">
            <a:spAutoFit/>
          </a:bodyPr>
          <a:lstStyle/>
          <a:p>
            <a:pPr algn="l"/>
            <a:r>
              <a:rPr sz="1800" i="0">
                <a:solidFill>
                  <a:srgbClr val="333333"/>
                </a:solidFill>
                <a:latin typeface="+mj-lt"/>
              </a:rPr>
              <a:t>Klinický onkolog</a:t>
            </a:r>
          </a:p>
        </p:txBody>
      </p:sp>
      <p:sp>
        <p:nvSpPr>
          <p:cNvPr id="20" name="TextBox 19">
            <a:extLst>
              <a:ext uri="{FF2B5EF4-FFF2-40B4-BE49-F238E27FC236}">
                <a16:creationId xmlns:a16="http://schemas.microsoft.com/office/drawing/2014/main" id="{29DB7794-196D-225E-B3CA-027B56631A67}"/>
              </a:ext>
            </a:extLst>
          </p:cNvPr>
          <p:cNvSpPr txBox="1"/>
          <p:nvPr/>
        </p:nvSpPr>
        <p:spPr>
          <a:xfrm>
            <a:off x="7939471" y="1999817"/>
            <a:ext cx="2842829" cy="430888"/>
          </a:xfrm>
          <a:prstGeom prst="rect">
            <a:avLst/>
          </a:prstGeom>
          <a:noFill/>
        </p:spPr>
        <p:txBody>
          <a:bodyPr wrap="square" lIns="0" tIns="0" rIns="0" bIns="0" anchor="ctr">
            <a:spAutoFit/>
          </a:bodyPr>
          <a:lstStyle/>
          <a:p>
            <a:pPr algn="l"/>
            <a:r>
              <a:rPr sz="1400" b="0" i="0"/>
              <a:t>léčí léky – chemoterapií, imunoterapií, cílenou léčbou</a:t>
            </a:r>
          </a:p>
        </p:txBody>
      </p:sp>
      <p:sp>
        <p:nvSpPr>
          <p:cNvPr id="23" name="Role 2">
            <a:extLst>
              <a:ext uri="{FF2B5EF4-FFF2-40B4-BE49-F238E27FC236}">
                <a16:creationId xmlns:a16="http://schemas.microsoft.com/office/drawing/2014/main" id="{66E768FF-B940-ED4F-F740-DDD0704AD641}"/>
              </a:ext>
            </a:extLst>
          </p:cNvPr>
          <p:cNvSpPr/>
          <p:nvPr/>
        </p:nvSpPr>
        <p:spPr>
          <a:xfrm>
            <a:off x="5195697" y="2655681"/>
            <a:ext cx="6167628" cy="703532"/>
          </a:xfrm>
          <a:prstGeom prst="roundRect">
            <a:avLst>
              <a:gd name="adj" fmla="val 12769"/>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5" name="Oval 24">
            <a:extLst>
              <a:ext uri="{FF2B5EF4-FFF2-40B4-BE49-F238E27FC236}">
                <a16:creationId xmlns:a16="http://schemas.microsoft.com/office/drawing/2014/main" id="{E0F9DFFB-A73B-43EA-169E-7D420D99F787}"/>
              </a:ext>
            </a:extLst>
          </p:cNvPr>
          <p:cNvSpPr/>
          <p:nvPr/>
        </p:nvSpPr>
        <p:spPr>
          <a:xfrm>
            <a:off x="5336403" y="2749485"/>
            <a:ext cx="515923" cy="515923"/>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28" name="Picture 27" descr="user_w.png">
            <a:extLst>
              <a:ext uri="{FF2B5EF4-FFF2-40B4-BE49-F238E27FC236}">
                <a16:creationId xmlns:a16="http://schemas.microsoft.com/office/drawing/2014/main" id="{FF477FAB-2863-B6E3-E628-A26FD6FBDEE5}"/>
              </a:ext>
            </a:extLst>
          </p:cNvPr>
          <p:cNvPicPr>
            <a:picLocks noChangeAspect="1"/>
          </p:cNvPicPr>
          <p:nvPr/>
        </p:nvPicPr>
        <p:blipFill>
          <a:blip r:embed="rId4"/>
          <a:stretch>
            <a:fillRect/>
          </a:stretch>
        </p:blipFill>
        <p:spPr>
          <a:xfrm>
            <a:off x="5470543" y="2883625"/>
            <a:ext cx="247643" cy="247643"/>
          </a:xfrm>
          <a:prstGeom prst="rect">
            <a:avLst/>
          </a:prstGeom>
        </p:spPr>
      </p:pic>
      <p:sp>
        <p:nvSpPr>
          <p:cNvPr id="31" name="TextBox 30">
            <a:extLst>
              <a:ext uri="{FF2B5EF4-FFF2-40B4-BE49-F238E27FC236}">
                <a16:creationId xmlns:a16="http://schemas.microsoft.com/office/drawing/2014/main" id="{CC120848-7E69-8387-70F5-6182863E409B}"/>
              </a:ext>
            </a:extLst>
          </p:cNvPr>
          <p:cNvSpPr txBox="1"/>
          <p:nvPr/>
        </p:nvSpPr>
        <p:spPr>
          <a:xfrm>
            <a:off x="6016484" y="2868947"/>
            <a:ext cx="1934712" cy="276999"/>
          </a:xfrm>
          <a:prstGeom prst="rect">
            <a:avLst/>
          </a:prstGeom>
          <a:noFill/>
        </p:spPr>
        <p:txBody>
          <a:bodyPr wrap="square" lIns="0" tIns="0" rIns="0" bIns="0" anchor="ctr">
            <a:spAutoFit/>
          </a:bodyPr>
          <a:lstStyle/>
          <a:p>
            <a:pPr algn="l"/>
            <a:r>
              <a:rPr sz="1800" i="0">
                <a:solidFill>
                  <a:srgbClr val="333333"/>
                </a:solidFill>
                <a:latin typeface="+mj-lt"/>
              </a:rPr>
              <a:t>Chirurg</a:t>
            </a:r>
          </a:p>
        </p:txBody>
      </p:sp>
      <p:sp>
        <p:nvSpPr>
          <p:cNvPr id="33" name="TextBox 32">
            <a:extLst>
              <a:ext uri="{FF2B5EF4-FFF2-40B4-BE49-F238E27FC236}">
                <a16:creationId xmlns:a16="http://schemas.microsoft.com/office/drawing/2014/main" id="{9FA68428-DE08-3B70-F7C3-F64B219A2F38}"/>
              </a:ext>
            </a:extLst>
          </p:cNvPr>
          <p:cNvSpPr txBox="1"/>
          <p:nvPr/>
        </p:nvSpPr>
        <p:spPr>
          <a:xfrm>
            <a:off x="7939471" y="2820604"/>
            <a:ext cx="2842829" cy="430887"/>
          </a:xfrm>
          <a:prstGeom prst="rect">
            <a:avLst/>
          </a:prstGeom>
          <a:noFill/>
        </p:spPr>
        <p:txBody>
          <a:bodyPr wrap="square" lIns="0" tIns="0" rIns="0" bIns="0" anchor="ctr">
            <a:spAutoFit/>
          </a:bodyPr>
          <a:lstStyle/>
          <a:p>
            <a:pPr algn="l"/>
            <a:r>
              <a:rPr sz="1400" b="0" i="0"/>
              <a:t>posoudí, zda a jak lze nádor operací odstranit</a:t>
            </a:r>
          </a:p>
        </p:txBody>
      </p:sp>
      <p:sp>
        <p:nvSpPr>
          <p:cNvPr id="35" name="Role 3">
            <a:extLst>
              <a:ext uri="{FF2B5EF4-FFF2-40B4-BE49-F238E27FC236}">
                <a16:creationId xmlns:a16="http://schemas.microsoft.com/office/drawing/2014/main" id="{E99E8F2C-2E66-B49F-5C63-755270C1142B}"/>
              </a:ext>
            </a:extLst>
          </p:cNvPr>
          <p:cNvSpPr/>
          <p:nvPr/>
        </p:nvSpPr>
        <p:spPr>
          <a:xfrm>
            <a:off x="5195697" y="3476468"/>
            <a:ext cx="6167628" cy="703532"/>
          </a:xfrm>
          <a:prstGeom prst="roundRect">
            <a:avLst>
              <a:gd name="adj" fmla="val 14123"/>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37" name="Oval 36">
            <a:extLst>
              <a:ext uri="{FF2B5EF4-FFF2-40B4-BE49-F238E27FC236}">
                <a16:creationId xmlns:a16="http://schemas.microsoft.com/office/drawing/2014/main" id="{201E0E3B-2FAF-166A-3201-0E57870E2244}"/>
              </a:ext>
            </a:extLst>
          </p:cNvPr>
          <p:cNvSpPr/>
          <p:nvPr/>
        </p:nvSpPr>
        <p:spPr>
          <a:xfrm>
            <a:off x="5336403" y="3570272"/>
            <a:ext cx="515923" cy="515923"/>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39" name="Picture 38" descr="bolt_w.png">
            <a:extLst>
              <a:ext uri="{FF2B5EF4-FFF2-40B4-BE49-F238E27FC236}">
                <a16:creationId xmlns:a16="http://schemas.microsoft.com/office/drawing/2014/main" id="{7F9A389D-AAE3-E919-651F-235E37301686}"/>
              </a:ext>
            </a:extLst>
          </p:cNvPr>
          <p:cNvPicPr>
            <a:picLocks noChangeAspect="1"/>
          </p:cNvPicPr>
          <p:nvPr/>
        </p:nvPicPr>
        <p:blipFill>
          <a:blip r:embed="rId5"/>
          <a:stretch>
            <a:fillRect/>
          </a:stretch>
        </p:blipFill>
        <p:spPr>
          <a:xfrm>
            <a:off x="5470543" y="3704412"/>
            <a:ext cx="247643" cy="247643"/>
          </a:xfrm>
          <a:prstGeom prst="rect">
            <a:avLst/>
          </a:prstGeom>
        </p:spPr>
      </p:pic>
      <p:sp>
        <p:nvSpPr>
          <p:cNvPr id="41" name="TextBox 40">
            <a:extLst>
              <a:ext uri="{FF2B5EF4-FFF2-40B4-BE49-F238E27FC236}">
                <a16:creationId xmlns:a16="http://schemas.microsoft.com/office/drawing/2014/main" id="{5C129DD2-7597-597B-CDC2-6132FFAB8C0A}"/>
              </a:ext>
            </a:extLst>
          </p:cNvPr>
          <p:cNvSpPr txBox="1"/>
          <p:nvPr/>
        </p:nvSpPr>
        <p:spPr>
          <a:xfrm>
            <a:off x="6016484" y="3689735"/>
            <a:ext cx="1934712" cy="276999"/>
          </a:xfrm>
          <a:prstGeom prst="rect">
            <a:avLst/>
          </a:prstGeom>
          <a:noFill/>
        </p:spPr>
        <p:txBody>
          <a:bodyPr wrap="square" lIns="0" tIns="0" rIns="0" bIns="0" anchor="ctr">
            <a:spAutoFit/>
          </a:bodyPr>
          <a:lstStyle/>
          <a:p>
            <a:pPr algn="l"/>
            <a:r>
              <a:rPr sz="1800" i="0" dirty="0" err="1">
                <a:solidFill>
                  <a:srgbClr val="333333"/>
                </a:solidFill>
                <a:latin typeface="+mj-lt"/>
              </a:rPr>
              <a:t>Radiační</a:t>
            </a:r>
            <a:r>
              <a:rPr sz="1800" i="0" dirty="0">
                <a:solidFill>
                  <a:srgbClr val="333333"/>
                </a:solidFill>
                <a:latin typeface="+mj-lt"/>
              </a:rPr>
              <a:t> </a:t>
            </a:r>
            <a:r>
              <a:rPr sz="1800" i="0" dirty="0" err="1">
                <a:solidFill>
                  <a:srgbClr val="333333"/>
                </a:solidFill>
                <a:latin typeface="+mj-lt"/>
              </a:rPr>
              <a:t>onkolog</a:t>
            </a:r>
            <a:endParaRPr sz="1800" i="0" dirty="0">
              <a:solidFill>
                <a:srgbClr val="333333"/>
              </a:solidFill>
              <a:latin typeface="+mj-lt"/>
            </a:endParaRPr>
          </a:p>
        </p:txBody>
      </p:sp>
      <p:sp>
        <p:nvSpPr>
          <p:cNvPr id="43" name="TextBox 42">
            <a:extLst>
              <a:ext uri="{FF2B5EF4-FFF2-40B4-BE49-F238E27FC236}">
                <a16:creationId xmlns:a16="http://schemas.microsoft.com/office/drawing/2014/main" id="{D26038A8-D713-40D5-1793-25C035C3E6CE}"/>
              </a:ext>
            </a:extLst>
          </p:cNvPr>
          <p:cNvSpPr txBox="1"/>
          <p:nvPr/>
        </p:nvSpPr>
        <p:spPr>
          <a:xfrm>
            <a:off x="7939471" y="3749113"/>
            <a:ext cx="2842829" cy="215444"/>
          </a:xfrm>
          <a:prstGeom prst="rect">
            <a:avLst/>
          </a:prstGeom>
          <a:noFill/>
        </p:spPr>
        <p:txBody>
          <a:bodyPr wrap="square" lIns="0" tIns="0" rIns="0" bIns="0" anchor="ctr">
            <a:spAutoFit/>
          </a:bodyPr>
          <a:lstStyle/>
          <a:p>
            <a:pPr algn="l"/>
            <a:r>
              <a:rPr sz="1400" b="0" i="0"/>
              <a:t>léčí ozařováním (radioterapií)</a:t>
            </a:r>
          </a:p>
        </p:txBody>
      </p:sp>
      <p:sp>
        <p:nvSpPr>
          <p:cNvPr id="45" name="Role 4">
            <a:extLst>
              <a:ext uri="{FF2B5EF4-FFF2-40B4-BE49-F238E27FC236}">
                <a16:creationId xmlns:a16="http://schemas.microsoft.com/office/drawing/2014/main" id="{AC5602A1-1E13-802F-F529-2EE028552522}"/>
              </a:ext>
            </a:extLst>
          </p:cNvPr>
          <p:cNvSpPr/>
          <p:nvPr/>
        </p:nvSpPr>
        <p:spPr>
          <a:xfrm>
            <a:off x="5195697" y="4297254"/>
            <a:ext cx="6167628" cy="703532"/>
          </a:xfrm>
          <a:prstGeom prst="roundRect">
            <a:avLst>
              <a:gd name="adj" fmla="val 11416"/>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47" name="Oval 46">
            <a:extLst>
              <a:ext uri="{FF2B5EF4-FFF2-40B4-BE49-F238E27FC236}">
                <a16:creationId xmlns:a16="http://schemas.microsoft.com/office/drawing/2014/main" id="{CDCFC5DB-6329-7389-B38A-BD73E3F79691}"/>
              </a:ext>
            </a:extLst>
          </p:cNvPr>
          <p:cNvSpPr/>
          <p:nvPr/>
        </p:nvSpPr>
        <p:spPr>
          <a:xfrm>
            <a:off x="5336403" y="4391058"/>
            <a:ext cx="515923" cy="515923"/>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49" name="Picture 48" descr="search_w.png">
            <a:extLst>
              <a:ext uri="{FF2B5EF4-FFF2-40B4-BE49-F238E27FC236}">
                <a16:creationId xmlns:a16="http://schemas.microsoft.com/office/drawing/2014/main" id="{D4E924C5-56AD-B1F5-EFB0-45C4F659477B}"/>
              </a:ext>
            </a:extLst>
          </p:cNvPr>
          <p:cNvPicPr>
            <a:picLocks noChangeAspect="1"/>
          </p:cNvPicPr>
          <p:nvPr/>
        </p:nvPicPr>
        <p:blipFill>
          <a:blip r:embed="rId6"/>
          <a:stretch>
            <a:fillRect/>
          </a:stretch>
        </p:blipFill>
        <p:spPr>
          <a:xfrm>
            <a:off x="5470543" y="4525199"/>
            <a:ext cx="247643" cy="247643"/>
          </a:xfrm>
          <a:prstGeom prst="rect">
            <a:avLst/>
          </a:prstGeom>
        </p:spPr>
      </p:pic>
      <p:sp>
        <p:nvSpPr>
          <p:cNvPr id="51" name="TextBox 50">
            <a:extLst>
              <a:ext uri="{FF2B5EF4-FFF2-40B4-BE49-F238E27FC236}">
                <a16:creationId xmlns:a16="http://schemas.microsoft.com/office/drawing/2014/main" id="{F7B2F9CF-CD70-1DFD-11F9-B5F25ECAF04A}"/>
              </a:ext>
            </a:extLst>
          </p:cNvPr>
          <p:cNvSpPr txBox="1"/>
          <p:nvPr/>
        </p:nvSpPr>
        <p:spPr>
          <a:xfrm>
            <a:off x="6016484" y="4510522"/>
            <a:ext cx="1934712" cy="276999"/>
          </a:xfrm>
          <a:prstGeom prst="rect">
            <a:avLst/>
          </a:prstGeom>
          <a:noFill/>
        </p:spPr>
        <p:txBody>
          <a:bodyPr wrap="square" lIns="0" tIns="0" rIns="0" bIns="0" anchor="ctr">
            <a:spAutoFit/>
          </a:bodyPr>
          <a:lstStyle/>
          <a:p>
            <a:pPr algn="l"/>
            <a:r>
              <a:rPr sz="1800" i="0">
                <a:solidFill>
                  <a:srgbClr val="333333"/>
                </a:solidFill>
                <a:latin typeface="+mj-lt"/>
              </a:rPr>
              <a:t>Radiolog</a:t>
            </a:r>
          </a:p>
        </p:txBody>
      </p:sp>
      <p:sp>
        <p:nvSpPr>
          <p:cNvPr id="53" name="TextBox 52">
            <a:extLst>
              <a:ext uri="{FF2B5EF4-FFF2-40B4-BE49-F238E27FC236}">
                <a16:creationId xmlns:a16="http://schemas.microsoft.com/office/drawing/2014/main" id="{66B20C46-8B67-3AE9-72E6-814D92DB7981}"/>
              </a:ext>
            </a:extLst>
          </p:cNvPr>
          <p:cNvSpPr txBox="1"/>
          <p:nvPr/>
        </p:nvSpPr>
        <p:spPr>
          <a:xfrm>
            <a:off x="7939471" y="4462179"/>
            <a:ext cx="2842829" cy="430888"/>
          </a:xfrm>
          <a:prstGeom prst="rect">
            <a:avLst/>
          </a:prstGeom>
          <a:noFill/>
        </p:spPr>
        <p:txBody>
          <a:bodyPr wrap="square" lIns="0" tIns="0" rIns="0" bIns="0" anchor="ctr">
            <a:spAutoFit/>
          </a:bodyPr>
          <a:lstStyle/>
          <a:p>
            <a:pPr algn="l"/>
            <a:r>
              <a:rPr sz="1400" b="0" i="0"/>
              <a:t>čte snímky z CT, MRI a PET-CT – kde nádor je a jak se mění</a:t>
            </a:r>
          </a:p>
        </p:txBody>
      </p:sp>
      <p:sp>
        <p:nvSpPr>
          <p:cNvPr id="55" name="Role 5">
            <a:extLst>
              <a:ext uri="{FF2B5EF4-FFF2-40B4-BE49-F238E27FC236}">
                <a16:creationId xmlns:a16="http://schemas.microsoft.com/office/drawing/2014/main" id="{014DEB52-EF2D-4F41-AEF9-28726E373AE0}"/>
              </a:ext>
            </a:extLst>
          </p:cNvPr>
          <p:cNvSpPr/>
          <p:nvPr/>
        </p:nvSpPr>
        <p:spPr>
          <a:xfrm>
            <a:off x="5195697" y="5118042"/>
            <a:ext cx="6167628" cy="703532"/>
          </a:xfrm>
          <a:prstGeom prst="roundRect">
            <a:avLst>
              <a:gd name="adj" fmla="val 11416"/>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57" name="Oval 56">
            <a:extLst>
              <a:ext uri="{FF2B5EF4-FFF2-40B4-BE49-F238E27FC236}">
                <a16:creationId xmlns:a16="http://schemas.microsoft.com/office/drawing/2014/main" id="{0CF91AFC-6EA8-7E61-443E-0B6807E85522}"/>
              </a:ext>
            </a:extLst>
          </p:cNvPr>
          <p:cNvSpPr/>
          <p:nvPr/>
        </p:nvSpPr>
        <p:spPr>
          <a:xfrm>
            <a:off x="5336403" y="5211846"/>
            <a:ext cx="515923" cy="515923"/>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59" name="Picture 58" descr="flask_w.png">
            <a:extLst>
              <a:ext uri="{FF2B5EF4-FFF2-40B4-BE49-F238E27FC236}">
                <a16:creationId xmlns:a16="http://schemas.microsoft.com/office/drawing/2014/main" id="{034639E8-6204-FC62-8F29-FF082F6CDF56}"/>
              </a:ext>
            </a:extLst>
          </p:cNvPr>
          <p:cNvPicPr>
            <a:picLocks noChangeAspect="1"/>
          </p:cNvPicPr>
          <p:nvPr/>
        </p:nvPicPr>
        <p:blipFill>
          <a:blip r:embed="rId7"/>
          <a:stretch>
            <a:fillRect/>
          </a:stretch>
        </p:blipFill>
        <p:spPr>
          <a:xfrm>
            <a:off x="5470543" y="5345986"/>
            <a:ext cx="247643" cy="247643"/>
          </a:xfrm>
          <a:prstGeom prst="rect">
            <a:avLst/>
          </a:prstGeom>
        </p:spPr>
      </p:pic>
      <p:sp>
        <p:nvSpPr>
          <p:cNvPr id="61" name="TextBox 60">
            <a:extLst>
              <a:ext uri="{FF2B5EF4-FFF2-40B4-BE49-F238E27FC236}">
                <a16:creationId xmlns:a16="http://schemas.microsoft.com/office/drawing/2014/main" id="{C8B952C4-BDF0-14E8-5AD3-D83DB68B04C3}"/>
              </a:ext>
            </a:extLst>
          </p:cNvPr>
          <p:cNvSpPr txBox="1"/>
          <p:nvPr/>
        </p:nvSpPr>
        <p:spPr>
          <a:xfrm>
            <a:off x="6016484" y="5331309"/>
            <a:ext cx="1934712" cy="276999"/>
          </a:xfrm>
          <a:prstGeom prst="rect">
            <a:avLst/>
          </a:prstGeom>
          <a:noFill/>
        </p:spPr>
        <p:txBody>
          <a:bodyPr wrap="square" lIns="0" tIns="0" rIns="0" bIns="0" anchor="ctr">
            <a:spAutoFit/>
          </a:bodyPr>
          <a:lstStyle/>
          <a:p>
            <a:pPr algn="l"/>
            <a:r>
              <a:rPr sz="1800" i="0">
                <a:solidFill>
                  <a:srgbClr val="333333"/>
                </a:solidFill>
                <a:latin typeface="+mj-lt"/>
              </a:rPr>
              <a:t>Patolog</a:t>
            </a:r>
          </a:p>
        </p:txBody>
      </p:sp>
      <p:sp>
        <p:nvSpPr>
          <p:cNvPr id="63" name="TextBox 62">
            <a:extLst>
              <a:ext uri="{FF2B5EF4-FFF2-40B4-BE49-F238E27FC236}">
                <a16:creationId xmlns:a16="http://schemas.microsoft.com/office/drawing/2014/main" id="{9DED1ABD-3C22-6849-F396-49CC7539A185}"/>
              </a:ext>
            </a:extLst>
          </p:cNvPr>
          <p:cNvSpPr txBox="1"/>
          <p:nvPr/>
        </p:nvSpPr>
        <p:spPr>
          <a:xfrm>
            <a:off x="7939471" y="5254364"/>
            <a:ext cx="2842829" cy="430888"/>
          </a:xfrm>
          <a:prstGeom prst="rect">
            <a:avLst/>
          </a:prstGeom>
          <a:noFill/>
        </p:spPr>
        <p:txBody>
          <a:bodyPr wrap="square" lIns="0" tIns="0" rIns="0" bIns="0" anchor="ctr">
            <a:spAutoFit/>
          </a:bodyPr>
          <a:lstStyle/>
          <a:p>
            <a:pPr algn="l"/>
            <a:r>
              <a:rPr sz="1400" b="0" i="0"/>
              <a:t>pod mikroskopem určí typ nádoru ze vzorku tkáně (biopsie)</a:t>
            </a:r>
          </a:p>
        </p:txBody>
      </p:sp>
    </p:spTree>
    <p:extLst>
      <p:ext uri="{BB962C8B-B14F-4D97-AF65-F5344CB8AC3E}">
        <p14:creationId xmlns:p14="http://schemas.microsoft.com/office/powerpoint/2010/main" val="3752457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167C87-DFFE-4FA1-A658-7DE93DECB125}"/>
              </a:ext>
            </a:extLst>
          </p:cNvPr>
          <p:cNvSpPr>
            <a:spLocks noGrp="1"/>
          </p:cNvSpPr>
          <p:nvPr>
            <p:ph type="sldNum" sz="quarter" idx="12"/>
          </p:nvPr>
        </p:nvSpPr>
        <p:spPr/>
        <p:txBody>
          <a:bodyPr/>
          <a:lstStyle/>
          <a:p>
            <a:fld id="{9DC1E638-3F78-4E0D-883A-B278700C48C0}" type="slidenum">
              <a:rPr lang="pl-PL" smtClean="0"/>
              <a:pPr/>
              <a:t>3</a:t>
            </a:fld>
            <a:endParaRPr lang="pl-PL" dirty="0"/>
          </a:p>
        </p:txBody>
      </p:sp>
      <p:sp>
        <p:nvSpPr>
          <p:cNvPr id="3" name="Title 2">
            <a:extLst>
              <a:ext uri="{FF2B5EF4-FFF2-40B4-BE49-F238E27FC236}">
                <a16:creationId xmlns:a16="http://schemas.microsoft.com/office/drawing/2014/main" id="{B4984D34-B197-2186-3B0E-E0523C741469}"/>
              </a:ext>
            </a:extLst>
          </p:cNvPr>
          <p:cNvSpPr>
            <a:spLocks noGrp="1"/>
          </p:cNvSpPr>
          <p:nvPr>
            <p:ph type="title"/>
          </p:nvPr>
        </p:nvSpPr>
        <p:spPr/>
        <p:txBody>
          <a:bodyPr/>
          <a:lstStyle/>
          <a:p>
            <a:r>
              <a:rPr lang="pt-BR"/>
              <a:t>Výzva: pár minut a roztroušená data</a:t>
            </a:r>
            <a:endParaRPr lang="en-US"/>
          </a:p>
        </p:txBody>
      </p:sp>
      <p:sp>
        <p:nvSpPr>
          <p:cNvPr id="7" name="Stat card 1">
            <a:extLst>
              <a:ext uri="{FF2B5EF4-FFF2-40B4-BE49-F238E27FC236}">
                <a16:creationId xmlns:a16="http://schemas.microsoft.com/office/drawing/2014/main" id="{E739FBF0-0A9B-A7B6-CE82-2A4F0051693D}"/>
              </a:ext>
            </a:extLst>
          </p:cNvPr>
          <p:cNvSpPr/>
          <p:nvPr/>
        </p:nvSpPr>
        <p:spPr>
          <a:xfrm>
            <a:off x="450055" y="1781174"/>
            <a:ext cx="3623023" cy="3008952"/>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9" name="Oval 8">
            <a:extLst>
              <a:ext uri="{FF2B5EF4-FFF2-40B4-BE49-F238E27FC236}">
                <a16:creationId xmlns:a16="http://schemas.microsoft.com/office/drawing/2014/main" id="{CC026D63-48A5-1C2B-6242-84F7CF3ED191}"/>
              </a:ext>
            </a:extLst>
          </p:cNvPr>
          <p:cNvSpPr/>
          <p:nvPr/>
        </p:nvSpPr>
        <p:spPr>
          <a:xfrm>
            <a:off x="720247" y="2002240"/>
            <a:ext cx="614072" cy="614072"/>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pic>
        <p:nvPicPr>
          <p:cNvPr id="11" name="Picture 10" descr="clock_w.png">
            <a:extLst>
              <a:ext uri="{FF2B5EF4-FFF2-40B4-BE49-F238E27FC236}">
                <a16:creationId xmlns:a16="http://schemas.microsoft.com/office/drawing/2014/main" id="{E52C4667-A33B-1329-51D6-858687029923}"/>
              </a:ext>
            </a:extLst>
          </p:cNvPr>
          <p:cNvPicPr>
            <a:picLocks noChangeAspect="1"/>
          </p:cNvPicPr>
          <p:nvPr/>
        </p:nvPicPr>
        <p:blipFill>
          <a:blip r:embed="rId3"/>
          <a:stretch>
            <a:fillRect/>
          </a:stretch>
        </p:blipFill>
        <p:spPr>
          <a:xfrm>
            <a:off x="879905" y="2161899"/>
            <a:ext cx="294754" cy="294754"/>
          </a:xfrm>
          <a:prstGeom prst="rect">
            <a:avLst/>
          </a:prstGeom>
        </p:spPr>
      </p:pic>
      <p:sp>
        <p:nvSpPr>
          <p:cNvPr id="13" name="TextBox 12">
            <a:extLst>
              <a:ext uri="{FF2B5EF4-FFF2-40B4-BE49-F238E27FC236}">
                <a16:creationId xmlns:a16="http://schemas.microsoft.com/office/drawing/2014/main" id="{71F41F05-9F9E-3647-3E60-4A319E041947}"/>
              </a:ext>
            </a:extLst>
          </p:cNvPr>
          <p:cNvSpPr txBox="1"/>
          <p:nvPr/>
        </p:nvSpPr>
        <p:spPr>
          <a:xfrm>
            <a:off x="720247" y="2702282"/>
            <a:ext cx="3082640" cy="615553"/>
          </a:xfrm>
          <a:prstGeom prst="rect">
            <a:avLst/>
          </a:prstGeom>
          <a:noFill/>
        </p:spPr>
        <p:txBody>
          <a:bodyPr wrap="square" lIns="0" tIns="0" rIns="0" bIns="0" anchor="t">
            <a:spAutoFit/>
          </a:bodyPr>
          <a:lstStyle/>
          <a:p>
            <a:pPr algn="l"/>
            <a:r>
              <a:rPr sz="4000" i="0">
                <a:solidFill>
                  <a:schemeClr val="bg2">
                    <a:lumMod val="75000"/>
                  </a:schemeClr>
                </a:solidFill>
                <a:latin typeface="+mj-lt"/>
              </a:rPr>
              <a:t>3–5 min</a:t>
            </a:r>
          </a:p>
        </p:txBody>
      </p:sp>
      <p:sp>
        <p:nvSpPr>
          <p:cNvPr id="15" name="TextBox 14">
            <a:extLst>
              <a:ext uri="{FF2B5EF4-FFF2-40B4-BE49-F238E27FC236}">
                <a16:creationId xmlns:a16="http://schemas.microsoft.com/office/drawing/2014/main" id="{860A370D-2D3C-68AE-E748-21A0762260F3}"/>
              </a:ext>
            </a:extLst>
          </p:cNvPr>
          <p:cNvSpPr txBox="1"/>
          <p:nvPr/>
        </p:nvSpPr>
        <p:spPr>
          <a:xfrm>
            <a:off x="720247" y="3439168"/>
            <a:ext cx="3082640" cy="246221"/>
          </a:xfrm>
          <a:prstGeom prst="rect">
            <a:avLst/>
          </a:prstGeom>
          <a:noFill/>
        </p:spPr>
        <p:txBody>
          <a:bodyPr wrap="square" lIns="0" tIns="0" rIns="0" bIns="0" anchor="t">
            <a:spAutoFit/>
          </a:bodyPr>
          <a:lstStyle/>
          <a:p>
            <a:pPr algn="l"/>
            <a:r>
              <a:rPr sz="1600" i="0">
                <a:solidFill>
                  <a:srgbClr val="333333"/>
                </a:solidFill>
                <a:latin typeface="+mj-lt"/>
              </a:rPr>
              <a:t>na projednání jednoho pacienta</a:t>
            </a:r>
          </a:p>
        </p:txBody>
      </p:sp>
      <p:sp>
        <p:nvSpPr>
          <p:cNvPr id="17" name="TextBox 16">
            <a:extLst>
              <a:ext uri="{FF2B5EF4-FFF2-40B4-BE49-F238E27FC236}">
                <a16:creationId xmlns:a16="http://schemas.microsoft.com/office/drawing/2014/main" id="{31251D73-E0B7-6149-AD34-33A392119664}"/>
              </a:ext>
            </a:extLst>
          </p:cNvPr>
          <p:cNvSpPr txBox="1"/>
          <p:nvPr/>
        </p:nvSpPr>
        <p:spPr>
          <a:xfrm>
            <a:off x="720247" y="3832174"/>
            <a:ext cx="3082640" cy="430887"/>
          </a:xfrm>
          <a:prstGeom prst="rect">
            <a:avLst/>
          </a:prstGeom>
          <a:noFill/>
        </p:spPr>
        <p:txBody>
          <a:bodyPr wrap="square" lIns="0" tIns="0" rIns="0" bIns="0" anchor="t">
            <a:spAutoFit/>
          </a:bodyPr>
          <a:lstStyle/>
          <a:p>
            <a:pPr algn="l"/>
            <a:r>
              <a:rPr sz="1400" b="0" i="0"/>
              <a:t>Za tu dobu se musí všichni zorientovat v často mnohaleté historii nemoci.</a:t>
            </a:r>
          </a:p>
        </p:txBody>
      </p:sp>
      <p:sp>
        <p:nvSpPr>
          <p:cNvPr id="19" name="Stat card 2">
            <a:extLst>
              <a:ext uri="{FF2B5EF4-FFF2-40B4-BE49-F238E27FC236}">
                <a16:creationId xmlns:a16="http://schemas.microsoft.com/office/drawing/2014/main" id="{7144B791-8A88-4E07-ABD9-7114F841C748}"/>
              </a:ext>
            </a:extLst>
          </p:cNvPr>
          <p:cNvSpPr/>
          <p:nvPr/>
        </p:nvSpPr>
        <p:spPr>
          <a:xfrm>
            <a:off x="4294144" y="1781174"/>
            <a:ext cx="3623023" cy="3008952"/>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21" name="Oval 20">
            <a:extLst>
              <a:ext uri="{FF2B5EF4-FFF2-40B4-BE49-F238E27FC236}">
                <a16:creationId xmlns:a16="http://schemas.microsoft.com/office/drawing/2014/main" id="{CCC850EE-31F5-52C9-F8C2-7DEFD8905B6F}"/>
              </a:ext>
            </a:extLst>
          </p:cNvPr>
          <p:cNvSpPr/>
          <p:nvPr/>
        </p:nvSpPr>
        <p:spPr>
          <a:xfrm>
            <a:off x="4564335" y="2002240"/>
            <a:ext cx="614072" cy="614072"/>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pic>
        <p:nvPicPr>
          <p:cNvPr id="23" name="Picture 22" descr="file_w.png">
            <a:extLst>
              <a:ext uri="{FF2B5EF4-FFF2-40B4-BE49-F238E27FC236}">
                <a16:creationId xmlns:a16="http://schemas.microsoft.com/office/drawing/2014/main" id="{C4E74941-1C78-1FCF-0ECC-2FE95338BCD4}"/>
              </a:ext>
            </a:extLst>
          </p:cNvPr>
          <p:cNvPicPr>
            <a:picLocks noChangeAspect="1"/>
          </p:cNvPicPr>
          <p:nvPr/>
        </p:nvPicPr>
        <p:blipFill>
          <a:blip r:embed="rId4"/>
          <a:stretch>
            <a:fillRect/>
          </a:stretch>
        </p:blipFill>
        <p:spPr>
          <a:xfrm>
            <a:off x="4723994" y="2161899"/>
            <a:ext cx="294754" cy="294754"/>
          </a:xfrm>
          <a:prstGeom prst="rect">
            <a:avLst/>
          </a:prstGeom>
        </p:spPr>
      </p:pic>
      <p:sp>
        <p:nvSpPr>
          <p:cNvPr id="25" name="TextBox 24">
            <a:extLst>
              <a:ext uri="{FF2B5EF4-FFF2-40B4-BE49-F238E27FC236}">
                <a16:creationId xmlns:a16="http://schemas.microsoft.com/office/drawing/2014/main" id="{8C8B6D03-80B0-1CD7-0E60-C0037D935851}"/>
              </a:ext>
            </a:extLst>
          </p:cNvPr>
          <p:cNvSpPr txBox="1"/>
          <p:nvPr/>
        </p:nvSpPr>
        <p:spPr>
          <a:xfrm>
            <a:off x="4564335" y="2702282"/>
            <a:ext cx="3082640" cy="615553"/>
          </a:xfrm>
          <a:prstGeom prst="rect">
            <a:avLst/>
          </a:prstGeom>
          <a:noFill/>
        </p:spPr>
        <p:txBody>
          <a:bodyPr wrap="square" lIns="0" tIns="0" rIns="0" bIns="0" anchor="t">
            <a:spAutoFit/>
          </a:bodyPr>
          <a:lstStyle/>
          <a:p>
            <a:pPr algn="l"/>
            <a:r>
              <a:rPr sz="4000" i="0">
                <a:solidFill>
                  <a:schemeClr val="bg2">
                    <a:lumMod val="75000"/>
                  </a:schemeClr>
                </a:solidFill>
                <a:latin typeface="+mj-lt"/>
              </a:rPr>
              <a:t>Ručně</a:t>
            </a:r>
          </a:p>
        </p:txBody>
      </p:sp>
      <p:sp>
        <p:nvSpPr>
          <p:cNvPr id="27" name="TextBox 26">
            <a:extLst>
              <a:ext uri="{FF2B5EF4-FFF2-40B4-BE49-F238E27FC236}">
                <a16:creationId xmlns:a16="http://schemas.microsoft.com/office/drawing/2014/main" id="{98EBD677-4B9F-7539-8B84-D44D0AEDD394}"/>
              </a:ext>
            </a:extLst>
          </p:cNvPr>
          <p:cNvSpPr txBox="1"/>
          <p:nvPr/>
        </p:nvSpPr>
        <p:spPr>
          <a:xfrm>
            <a:off x="4564335" y="3439168"/>
            <a:ext cx="3082640" cy="246221"/>
          </a:xfrm>
          <a:prstGeom prst="rect">
            <a:avLst/>
          </a:prstGeom>
          <a:noFill/>
        </p:spPr>
        <p:txBody>
          <a:bodyPr wrap="square" lIns="0" tIns="0" rIns="0" bIns="0" anchor="t">
            <a:spAutoFit/>
          </a:bodyPr>
          <a:lstStyle/>
          <a:p>
            <a:pPr algn="l"/>
            <a:r>
              <a:rPr sz="1600" i="0">
                <a:solidFill>
                  <a:srgbClr val="333333"/>
                </a:solidFill>
                <a:latin typeface="+mj-lt"/>
              </a:rPr>
              <a:t>dohledávají lékaři informace</a:t>
            </a:r>
          </a:p>
        </p:txBody>
      </p:sp>
      <p:sp>
        <p:nvSpPr>
          <p:cNvPr id="29" name="TextBox 28">
            <a:extLst>
              <a:ext uri="{FF2B5EF4-FFF2-40B4-BE49-F238E27FC236}">
                <a16:creationId xmlns:a16="http://schemas.microsoft.com/office/drawing/2014/main" id="{D0608753-68C6-78BD-239B-24169DBE3C7A}"/>
              </a:ext>
            </a:extLst>
          </p:cNvPr>
          <p:cNvSpPr txBox="1"/>
          <p:nvPr/>
        </p:nvSpPr>
        <p:spPr>
          <a:xfrm>
            <a:off x="4564335" y="3832174"/>
            <a:ext cx="3082640" cy="646331"/>
          </a:xfrm>
          <a:prstGeom prst="rect">
            <a:avLst/>
          </a:prstGeom>
          <a:noFill/>
        </p:spPr>
        <p:txBody>
          <a:bodyPr wrap="square" lIns="0" tIns="0" rIns="0" bIns="0" anchor="t">
            <a:spAutoFit/>
          </a:bodyPr>
          <a:lstStyle/>
          <a:p>
            <a:pPr algn="l"/>
            <a:r>
              <a:rPr sz="1400" b="0" i="0" dirty="0" err="1"/>
              <a:t>Nálezy</a:t>
            </a:r>
            <a:r>
              <a:rPr sz="1400" b="0" i="0" dirty="0"/>
              <a:t> v </a:t>
            </a:r>
            <a:r>
              <a:rPr sz="1400" b="0" i="0" dirty="0" err="1"/>
              <a:t>eZdraví</a:t>
            </a:r>
            <a:r>
              <a:rPr sz="1400" b="0" i="0" dirty="0"/>
              <a:t> (</a:t>
            </a:r>
            <a:r>
              <a:rPr sz="1400" b="0" i="0" dirty="0" err="1"/>
              <a:t>elektronické</a:t>
            </a:r>
            <a:r>
              <a:rPr sz="1400" b="0" i="0" dirty="0"/>
              <a:t> </a:t>
            </a:r>
            <a:r>
              <a:rPr sz="1400" b="0" i="0" dirty="0" err="1"/>
              <a:t>zdravotnictví</a:t>
            </a:r>
            <a:r>
              <a:rPr sz="1400" b="0" i="0" dirty="0"/>
              <a:t>) </a:t>
            </a:r>
            <a:r>
              <a:rPr sz="1400" b="0" i="0" dirty="0" err="1"/>
              <a:t>jsou</a:t>
            </a:r>
            <a:r>
              <a:rPr sz="1400" b="0" i="0" dirty="0"/>
              <a:t> </a:t>
            </a:r>
            <a:r>
              <a:rPr sz="1400" b="0" i="0" dirty="0" err="1"/>
              <a:t>volný</a:t>
            </a:r>
            <a:r>
              <a:rPr sz="1400" b="0" i="0" dirty="0"/>
              <a:t> text bez </a:t>
            </a:r>
            <a:r>
              <a:rPr sz="1400" b="0" i="0" dirty="0" err="1"/>
              <a:t>struktury</a:t>
            </a:r>
            <a:r>
              <a:rPr sz="1400" b="0" i="0" dirty="0"/>
              <a:t> – </a:t>
            </a:r>
            <a:r>
              <a:rPr sz="1400" b="0" i="0" dirty="0" err="1"/>
              <a:t>nic</a:t>
            </a:r>
            <a:r>
              <a:rPr sz="1400" b="0" i="0" dirty="0"/>
              <a:t> se </a:t>
            </a:r>
            <a:r>
              <a:rPr sz="1400" b="0" i="0" dirty="0" err="1"/>
              <a:t>nesčítá</a:t>
            </a:r>
            <a:r>
              <a:rPr sz="1400" b="0" i="0" dirty="0"/>
              <a:t> </a:t>
            </a:r>
            <a:r>
              <a:rPr sz="1400" b="0" i="0" dirty="0" err="1"/>
              <a:t>samo</a:t>
            </a:r>
            <a:r>
              <a:rPr sz="1400" b="0" i="0" dirty="0"/>
              <a:t>.</a:t>
            </a:r>
          </a:p>
        </p:txBody>
      </p:sp>
      <p:sp>
        <p:nvSpPr>
          <p:cNvPr id="31" name="Stat card 3">
            <a:extLst>
              <a:ext uri="{FF2B5EF4-FFF2-40B4-BE49-F238E27FC236}">
                <a16:creationId xmlns:a16="http://schemas.microsoft.com/office/drawing/2014/main" id="{6BC679AE-9C99-F73A-46BA-FD324FF8B179}"/>
              </a:ext>
            </a:extLst>
          </p:cNvPr>
          <p:cNvSpPr/>
          <p:nvPr/>
        </p:nvSpPr>
        <p:spPr>
          <a:xfrm>
            <a:off x="8138233" y="1781174"/>
            <a:ext cx="3623023" cy="3008952"/>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33" name="Oval 32">
            <a:extLst>
              <a:ext uri="{FF2B5EF4-FFF2-40B4-BE49-F238E27FC236}">
                <a16:creationId xmlns:a16="http://schemas.microsoft.com/office/drawing/2014/main" id="{BABCAFF4-4C6E-47F8-19B7-6594ECF8C4FE}"/>
              </a:ext>
            </a:extLst>
          </p:cNvPr>
          <p:cNvSpPr/>
          <p:nvPr/>
        </p:nvSpPr>
        <p:spPr>
          <a:xfrm>
            <a:off x="8408424" y="2002240"/>
            <a:ext cx="614072" cy="614072"/>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pic>
        <p:nvPicPr>
          <p:cNvPr id="35" name="Picture 34" descr="poll_w.png">
            <a:extLst>
              <a:ext uri="{FF2B5EF4-FFF2-40B4-BE49-F238E27FC236}">
                <a16:creationId xmlns:a16="http://schemas.microsoft.com/office/drawing/2014/main" id="{DE1E9013-8765-1B8D-CA0F-EDBF8E472AEE}"/>
              </a:ext>
            </a:extLst>
          </p:cNvPr>
          <p:cNvPicPr>
            <a:picLocks noChangeAspect="1"/>
          </p:cNvPicPr>
          <p:nvPr/>
        </p:nvPicPr>
        <p:blipFill>
          <a:blip r:embed="rId5"/>
          <a:stretch>
            <a:fillRect/>
          </a:stretch>
        </p:blipFill>
        <p:spPr>
          <a:xfrm>
            <a:off x="8568083" y="2161899"/>
            <a:ext cx="294754" cy="294754"/>
          </a:xfrm>
          <a:prstGeom prst="rect">
            <a:avLst/>
          </a:prstGeom>
        </p:spPr>
      </p:pic>
      <p:sp>
        <p:nvSpPr>
          <p:cNvPr id="37" name="TextBox 36">
            <a:extLst>
              <a:ext uri="{FF2B5EF4-FFF2-40B4-BE49-F238E27FC236}">
                <a16:creationId xmlns:a16="http://schemas.microsoft.com/office/drawing/2014/main" id="{B6C4373E-1DF1-06F9-DD28-F4923BF0F417}"/>
              </a:ext>
            </a:extLst>
          </p:cNvPr>
          <p:cNvSpPr txBox="1"/>
          <p:nvPr/>
        </p:nvSpPr>
        <p:spPr>
          <a:xfrm>
            <a:off x="8408424" y="2702282"/>
            <a:ext cx="3082640" cy="615553"/>
          </a:xfrm>
          <a:prstGeom prst="rect">
            <a:avLst/>
          </a:prstGeom>
          <a:noFill/>
        </p:spPr>
        <p:txBody>
          <a:bodyPr wrap="square" lIns="0" tIns="0" rIns="0" bIns="0" anchor="t">
            <a:spAutoFit/>
          </a:bodyPr>
          <a:lstStyle/>
          <a:p>
            <a:pPr algn="l"/>
            <a:r>
              <a:rPr sz="4000" i="0">
                <a:solidFill>
                  <a:schemeClr val="accent5">
                    <a:lumMod val="75000"/>
                  </a:schemeClr>
                </a:solidFill>
                <a:latin typeface="+mj-lt"/>
              </a:rPr>
              <a:t>Chybí</a:t>
            </a:r>
          </a:p>
        </p:txBody>
      </p:sp>
      <p:sp>
        <p:nvSpPr>
          <p:cNvPr id="39" name="TextBox 38">
            <a:extLst>
              <a:ext uri="{FF2B5EF4-FFF2-40B4-BE49-F238E27FC236}">
                <a16:creationId xmlns:a16="http://schemas.microsoft.com/office/drawing/2014/main" id="{DD0814F6-4FC6-A44B-9EF5-F9B92D81C390}"/>
              </a:ext>
            </a:extLst>
          </p:cNvPr>
          <p:cNvSpPr txBox="1"/>
          <p:nvPr/>
        </p:nvSpPr>
        <p:spPr>
          <a:xfrm>
            <a:off x="8408424" y="3439168"/>
            <a:ext cx="3082640" cy="246221"/>
          </a:xfrm>
          <a:prstGeom prst="rect">
            <a:avLst/>
          </a:prstGeom>
          <a:noFill/>
        </p:spPr>
        <p:txBody>
          <a:bodyPr wrap="square" lIns="0" tIns="0" rIns="0" bIns="0" anchor="t">
            <a:spAutoFit/>
          </a:bodyPr>
          <a:lstStyle/>
          <a:p>
            <a:pPr algn="l"/>
            <a:r>
              <a:rPr sz="1600" i="0">
                <a:solidFill>
                  <a:srgbClr val="333333"/>
                </a:solidFill>
                <a:latin typeface="+mj-lt"/>
              </a:rPr>
              <a:t>hlas pacienta</a:t>
            </a:r>
          </a:p>
        </p:txBody>
      </p:sp>
      <p:sp>
        <p:nvSpPr>
          <p:cNvPr id="41" name="TextBox 40">
            <a:extLst>
              <a:ext uri="{FF2B5EF4-FFF2-40B4-BE49-F238E27FC236}">
                <a16:creationId xmlns:a16="http://schemas.microsoft.com/office/drawing/2014/main" id="{8538E48A-5B26-E0F8-B775-74FA78CA7506}"/>
              </a:ext>
            </a:extLst>
          </p:cNvPr>
          <p:cNvSpPr txBox="1"/>
          <p:nvPr/>
        </p:nvSpPr>
        <p:spPr>
          <a:xfrm>
            <a:off x="8408424" y="3832174"/>
            <a:ext cx="3082640" cy="646331"/>
          </a:xfrm>
          <a:prstGeom prst="rect">
            <a:avLst/>
          </a:prstGeom>
          <a:noFill/>
        </p:spPr>
        <p:txBody>
          <a:bodyPr wrap="square" lIns="0" tIns="0" rIns="0" bIns="0" anchor="t">
            <a:spAutoFit/>
          </a:bodyPr>
          <a:lstStyle/>
          <a:p>
            <a:pPr algn="l"/>
            <a:r>
              <a:rPr sz="1400" b="0" i="0"/>
              <a:t>Jak se pacient cítí (bolest, únava, psychika), vyplňuje do dotazníku – ten ale na komisi často není propojený.</a:t>
            </a:r>
          </a:p>
        </p:txBody>
      </p:sp>
      <p:sp>
        <p:nvSpPr>
          <p:cNvPr id="43" name="Process note">
            <a:extLst>
              <a:ext uri="{FF2B5EF4-FFF2-40B4-BE49-F238E27FC236}">
                <a16:creationId xmlns:a16="http://schemas.microsoft.com/office/drawing/2014/main" id="{2BF1ED52-D7BB-CD5E-40E5-CE151344516F}"/>
              </a:ext>
            </a:extLst>
          </p:cNvPr>
          <p:cNvSpPr/>
          <p:nvPr/>
        </p:nvSpPr>
        <p:spPr>
          <a:xfrm>
            <a:off x="450055" y="4998910"/>
            <a:ext cx="11311201" cy="982515"/>
          </a:xfrm>
          <a:prstGeom prst="roundRect">
            <a:avLst>
              <a:gd name="adj" fmla="val 6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l"/>
            <a:r>
              <a:rPr sz="1800" i="0">
                <a:solidFill>
                  <a:schemeClr val="bg2">
                    <a:lumMod val="75000"/>
                  </a:schemeClr>
                </a:solidFill>
                <a:latin typeface="+mj-lt"/>
              </a:rPr>
              <a:t>MDT je proces ve 3 fázích:</a:t>
            </a:r>
            <a:r>
              <a:rPr sz="1800" i="0">
                <a:solidFill>
                  <a:srgbClr val="129DCD"/>
                </a:solidFill>
                <a:latin typeface="+mj-lt"/>
              </a:rPr>
              <a:t>  </a:t>
            </a:r>
            <a:r>
              <a:rPr sz="1800" i="0">
                <a:solidFill>
                  <a:srgbClr val="333333"/>
                </a:solidFill>
                <a:latin typeface="+mj-lt"/>
              </a:rPr>
              <a:t>před zasedáním</a:t>
            </a:r>
            <a:r>
              <a:rPr sz="1600" i="0">
                <a:solidFill>
                  <a:srgbClr val="333333"/>
                </a:solidFill>
                <a:latin typeface="+mj-lt"/>
              </a:rPr>
              <a:t> </a:t>
            </a:r>
            <a:r>
              <a:rPr sz="1600" b="0" i="0">
                <a:solidFill>
                  <a:srgbClr val="333333"/>
                </a:solidFill>
              </a:rPr>
              <a:t>(lékař nominuje pacienta s konkrétní otázkou, kontroluje se úplnost podkladů)  →  </a:t>
            </a:r>
            <a:r>
              <a:rPr sz="1800" i="0">
                <a:solidFill>
                  <a:srgbClr val="333333"/>
                </a:solidFill>
                <a:latin typeface="+mj-lt"/>
              </a:rPr>
              <a:t>během</a:t>
            </a:r>
            <a:r>
              <a:rPr sz="1600" b="0" i="0">
                <a:solidFill>
                  <a:srgbClr val="333333"/>
                </a:solidFill>
              </a:rPr>
              <a:t> (diskuse a rozhodnutí)  →  </a:t>
            </a:r>
            <a:r>
              <a:rPr sz="1800" i="0">
                <a:solidFill>
                  <a:srgbClr val="333333"/>
                </a:solidFill>
                <a:latin typeface="+mj-lt"/>
              </a:rPr>
              <a:t>po zasedání</a:t>
            </a:r>
            <a:r>
              <a:rPr sz="1600" i="0">
                <a:solidFill>
                  <a:srgbClr val="333333"/>
                </a:solidFill>
                <a:latin typeface="+mj-lt"/>
              </a:rPr>
              <a:t> </a:t>
            </a:r>
            <a:r>
              <a:rPr sz="1600" b="0" i="0">
                <a:solidFill>
                  <a:srgbClr val="333333"/>
                </a:solidFill>
              </a:rPr>
              <a:t>(úkoly, kontrola, opětovné posouzení).</a:t>
            </a:r>
          </a:p>
        </p:txBody>
      </p:sp>
    </p:spTree>
    <p:extLst>
      <p:ext uri="{BB962C8B-B14F-4D97-AF65-F5344CB8AC3E}">
        <p14:creationId xmlns:p14="http://schemas.microsoft.com/office/powerpoint/2010/main" val="305892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47E4B3-3C96-2BEF-8CDC-44354362234F}"/>
              </a:ext>
            </a:extLst>
          </p:cNvPr>
          <p:cNvSpPr>
            <a:spLocks noGrp="1"/>
          </p:cNvSpPr>
          <p:nvPr>
            <p:ph type="sldNum" sz="quarter" idx="12"/>
          </p:nvPr>
        </p:nvSpPr>
        <p:spPr/>
        <p:txBody>
          <a:bodyPr/>
          <a:lstStyle/>
          <a:p>
            <a:fld id="{9DC1E638-3F78-4E0D-883A-B278700C48C0}" type="slidenum">
              <a:rPr lang="pl-PL" smtClean="0"/>
              <a:pPr/>
              <a:t>4</a:t>
            </a:fld>
            <a:endParaRPr lang="pl-PL" dirty="0"/>
          </a:p>
        </p:txBody>
      </p:sp>
      <p:grpSp>
        <p:nvGrpSpPr>
          <p:cNvPr id="4" name="Group 3">
            <a:extLst>
              <a:ext uri="{FF2B5EF4-FFF2-40B4-BE49-F238E27FC236}">
                <a16:creationId xmlns:a16="http://schemas.microsoft.com/office/drawing/2014/main" id="{1260DF23-F960-5C77-0A9B-76CA08E3DA9E}"/>
              </a:ext>
            </a:extLst>
          </p:cNvPr>
          <p:cNvGrpSpPr/>
          <p:nvPr/>
        </p:nvGrpSpPr>
        <p:grpSpPr>
          <a:xfrm>
            <a:off x="-609600" y="-1605373"/>
            <a:ext cx="11101858" cy="10675493"/>
            <a:chOff x="1781006" y="-1852610"/>
            <a:chExt cx="11101858" cy="10675493"/>
          </a:xfrm>
        </p:grpSpPr>
        <p:pic>
          <p:nvPicPr>
            <p:cNvPr id="5" name="Graphic 4">
              <a:extLst>
                <a:ext uri="{FF2B5EF4-FFF2-40B4-BE49-F238E27FC236}">
                  <a16:creationId xmlns:a16="http://schemas.microsoft.com/office/drawing/2014/main" id="{AF7A7616-8139-A593-FAE0-237B20C5C5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9075604">
              <a:off x="1781006" y="-1852610"/>
              <a:ext cx="7060296" cy="6303835"/>
            </a:xfrm>
            <a:prstGeom prst="rect">
              <a:avLst/>
            </a:prstGeom>
          </p:spPr>
        </p:pic>
        <p:pic>
          <p:nvPicPr>
            <p:cNvPr id="6" name="Graphic 5">
              <a:extLst>
                <a:ext uri="{FF2B5EF4-FFF2-40B4-BE49-F238E27FC236}">
                  <a16:creationId xmlns:a16="http://schemas.microsoft.com/office/drawing/2014/main" id="{3E861122-DE38-72D2-9312-98B956F93C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283744">
              <a:off x="5822568" y="2519048"/>
              <a:ext cx="7060296" cy="6303835"/>
            </a:xfrm>
            <a:prstGeom prst="rect">
              <a:avLst/>
            </a:prstGeom>
          </p:spPr>
        </p:pic>
        <p:sp>
          <p:nvSpPr>
            <p:cNvPr id="7" name="Oval 6">
              <a:extLst>
                <a:ext uri="{FF2B5EF4-FFF2-40B4-BE49-F238E27FC236}">
                  <a16:creationId xmlns:a16="http://schemas.microsoft.com/office/drawing/2014/main" id="{CA41D1FA-5003-D7FF-C122-C208C92740AC}"/>
                </a:ext>
              </a:extLst>
            </p:cNvPr>
            <p:cNvSpPr/>
            <p:nvPr/>
          </p:nvSpPr>
          <p:spPr bwMode="auto">
            <a:xfrm rot="19086280">
              <a:off x="3766315" y="2320919"/>
              <a:ext cx="7147560" cy="2276336"/>
            </a:xfrm>
            <a:prstGeom prst="ellipse">
              <a:avLst/>
            </a:prstGeom>
            <a:solidFill>
              <a:schemeClr val="bg1">
                <a:alpha val="58000"/>
              </a:schemeClr>
            </a:solidFill>
            <a:ln w="12700">
              <a:noFill/>
              <a:round/>
              <a:headEnd/>
              <a:tailEnd/>
            </a:ln>
            <a:effectLst>
              <a:softEdge rad="45720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k-SK"/>
            </a:p>
          </p:txBody>
        </p:sp>
      </p:grpSp>
      <p:pic>
        <p:nvPicPr>
          <p:cNvPr id="11" name="Graphic 10">
            <a:extLst>
              <a:ext uri="{FF2B5EF4-FFF2-40B4-BE49-F238E27FC236}">
                <a16:creationId xmlns:a16="http://schemas.microsoft.com/office/drawing/2014/main" id="{120C4CD9-F6EE-5104-D38D-96F909622B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440702">
            <a:off x="3862358" y="-410794"/>
            <a:ext cx="7171590" cy="7171590"/>
          </a:xfrm>
          <a:prstGeom prst="rect">
            <a:avLst/>
          </a:prstGeom>
        </p:spPr>
      </p:pic>
      <p:sp>
        <p:nvSpPr>
          <p:cNvPr id="14" name="TextBox 13">
            <a:extLst>
              <a:ext uri="{FF2B5EF4-FFF2-40B4-BE49-F238E27FC236}">
                <a16:creationId xmlns:a16="http://schemas.microsoft.com/office/drawing/2014/main" id="{4AE8BC07-AD8A-1E1B-9779-D7FD4A588CDD}"/>
              </a:ext>
            </a:extLst>
          </p:cNvPr>
          <p:cNvSpPr txBox="1"/>
          <p:nvPr/>
        </p:nvSpPr>
        <p:spPr>
          <a:xfrm>
            <a:off x="1482897" y="1348106"/>
            <a:ext cx="6971032" cy="1052596"/>
          </a:xfrm>
          <a:prstGeom prst="rect">
            <a:avLst/>
          </a:prstGeom>
          <a:noFill/>
        </p:spPr>
        <p:txBody>
          <a:bodyPr wrap="square" lIns="0" tIns="0" rIns="0" bIns="0" rtlCol="0">
            <a:spAutoFit/>
          </a:bodyPr>
          <a:lstStyle/>
          <a:p>
            <a:pPr>
              <a:lnSpc>
                <a:spcPct val="95000"/>
              </a:lnSpc>
              <a:spcAft>
                <a:spcPts val="1800"/>
              </a:spcAft>
              <a:buClr>
                <a:schemeClr val="accent1"/>
              </a:buClr>
              <a:buSzPct val="120000"/>
            </a:pPr>
            <a:r>
              <a:rPr lang="en-US" sz="7200">
                <a:latin typeface="Roboto Black" panose="02000000000000000000" pitchFamily="2" charset="0"/>
                <a:ea typeface="Roboto Black" panose="02000000000000000000" pitchFamily="2" charset="0"/>
                <a:cs typeface="Roboto Black" panose="02000000000000000000" pitchFamily="2" charset="0"/>
              </a:rPr>
              <a:t>Vaše MISE</a:t>
            </a:r>
          </a:p>
        </p:txBody>
      </p:sp>
      <p:sp>
        <p:nvSpPr>
          <p:cNvPr id="15" name="TextBox 14">
            <a:extLst>
              <a:ext uri="{FF2B5EF4-FFF2-40B4-BE49-F238E27FC236}">
                <a16:creationId xmlns:a16="http://schemas.microsoft.com/office/drawing/2014/main" id="{7B5E80A8-08DB-002E-F700-D3BC6E15085E}"/>
              </a:ext>
            </a:extLst>
          </p:cNvPr>
          <p:cNvSpPr txBox="1"/>
          <p:nvPr/>
        </p:nvSpPr>
        <p:spPr>
          <a:xfrm>
            <a:off x="1482895" y="2468731"/>
            <a:ext cx="8761733" cy="1723549"/>
          </a:xfrm>
          <a:prstGeom prst="rect">
            <a:avLst/>
          </a:prstGeom>
          <a:noFill/>
        </p:spPr>
        <p:txBody>
          <a:bodyPr wrap="square" lIns="0" tIns="0" rIns="0" bIns="0" rtlCol="0">
            <a:spAutoFit/>
          </a:bodyPr>
          <a:lstStyle/>
          <a:p>
            <a:pPr>
              <a:spcAft>
                <a:spcPts val="1800"/>
              </a:spcAft>
              <a:buClr>
                <a:schemeClr val="accent1"/>
              </a:buClr>
              <a:buSzPct val="120000"/>
            </a:pPr>
            <a:r>
              <a:rPr lang="en-US" sz="2800">
                <a:latin typeface="+mj-lt"/>
              </a:rPr>
              <a:t>Postavte funkční prototyp webové aplikace, která s pomocí AI spojí data pacienta, za pár sekund připraví přehledný podklad pro každého člena komise a na konci zapíše její rozhodnutí jako oficiální záznam.</a:t>
            </a:r>
          </a:p>
        </p:txBody>
      </p:sp>
      <p:sp>
        <p:nvSpPr>
          <p:cNvPr id="3" name="Rectangle: Rounded Corners 2">
            <a:extLst>
              <a:ext uri="{FF2B5EF4-FFF2-40B4-BE49-F238E27FC236}">
                <a16:creationId xmlns:a16="http://schemas.microsoft.com/office/drawing/2014/main" id="{5A38DC32-29AE-F32F-254D-3E2316830C71}"/>
              </a:ext>
            </a:extLst>
          </p:cNvPr>
          <p:cNvSpPr/>
          <p:nvPr/>
        </p:nvSpPr>
        <p:spPr bwMode="auto">
          <a:xfrm>
            <a:off x="1376605" y="4546065"/>
            <a:ext cx="9286143" cy="1314449"/>
          </a:xfrm>
          <a:prstGeom prst="roundRect">
            <a:avLst/>
          </a:prstGeom>
          <a:solidFill>
            <a:schemeClr val="bg1">
              <a:alpha val="59000"/>
            </a:schemeClr>
          </a:solidFill>
          <a:ln w="25400" cap="flat">
            <a:solidFill>
              <a:schemeClr val="bg1">
                <a:alpha val="43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TextBox 16">
            <a:extLst>
              <a:ext uri="{FF2B5EF4-FFF2-40B4-BE49-F238E27FC236}">
                <a16:creationId xmlns:a16="http://schemas.microsoft.com/office/drawing/2014/main" id="{F2906D77-F812-F01C-0DE0-E28009708E14}"/>
              </a:ext>
            </a:extLst>
          </p:cNvPr>
          <p:cNvSpPr txBox="1"/>
          <p:nvPr/>
        </p:nvSpPr>
        <p:spPr>
          <a:xfrm>
            <a:off x="1784418" y="4894341"/>
            <a:ext cx="8245407" cy="615553"/>
          </a:xfrm>
          <a:prstGeom prst="rect">
            <a:avLst/>
          </a:prstGeom>
          <a:noFill/>
        </p:spPr>
        <p:txBody>
          <a:bodyPr wrap="square" lIns="0" tIns="0" rIns="0" bIns="0" rtlCol="0">
            <a:spAutoFit/>
          </a:bodyPr>
          <a:lstStyle/>
          <a:p>
            <a:pPr>
              <a:spcAft>
                <a:spcPts val="1800"/>
              </a:spcAft>
              <a:buClr>
                <a:schemeClr val="accent1"/>
              </a:buClr>
              <a:buSzPct val="120000"/>
            </a:pPr>
            <a:r>
              <a:rPr lang="it-IT" sz="2000">
                <a:solidFill>
                  <a:schemeClr val="bg2">
                    <a:lumMod val="75000"/>
                  </a:schemeClr>
                </a:solidFill>
                <a:latin typeface="+mj-lt"/>
              </a:rPr>
              <a:t>Zlaté pravidlo: </a:t>
            </a:r>
            <a:r>
              <a:rPr lang="it-IT" sz="2000"/>
              <a:t>AI připravuje, shrnuje, upozorňuje a navrhuje – rozhodují vždy lékaři. Odborně se tomu říká „human-in-the-loop“ (člověk ve smyčce).</a:t>
            </a:r>
          </a:p>
        </p:txBody>
      </p:sp>
    </p:spTree>
    <p:extLst>
      <p:ext uri="{BB962C8B-B14F-4D97-AF65-F5344CB8AC3E}">
        <p14:creationId xmlns:p14="http://schemas.microsoft.com/office/powerpoint/2010/main" val="3988595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0"/>
                                        <p:tgtEl>
                                          <p:spTgt spid="4"/>
                                        </p:tgtEl>
                                      </p:cBhvr>
                                    </p:animEffect>
                                    <p:anim calcmode="lin" valueType="num">
                                      <p:cBhvr>
                                        <p:cTn id="8" dur="3000" fill="hold"/>
                                        <p:tgtEl>
                                          <p:spTgt spid="4"/>
                                        </p:tgtEl>
                                        <p:attrNameLst>
                                          <p:attrName>ppt_x</p:attrName>
                                        </p:attrNameLst>
                                      </p:cBhvr>
                                      <p:tavLst>
                                        <p:tav tm="0">
                                          <p:val>
                                            <p:strVal val="#ppt_x"/>
                                          </p:val>
                                        </p:tav>
                                        <p:tav tm="100000">
                                          <p:val>
                                            <p:strVal val="#ppt_x"/>
                                          </p:val>
                                        </p:tav>
                                      </p:tavLst>
                                    </p:anim>
                                    <p:anim calcmode="lin" valueType="num">
                                      <p:cBhvr>
                                        <p:cTn id="9" dur="3000" fill="hold"/>
                                        <p:tgtEl>
                                          <p:spTgt spid="4"/>
                                        </p:tgtEl>
                                        <p:attrNameLst>
                                          <p:attrName>ppt_y</p:attrName>
                                        </p:attrNameLst>
                                      </p:cBhvr>
                                      <p:tavLst>
                                        <p:tav tm="0">
                                          <p:val>
                                            <p:strVal val="#ppt_y+.1"/>
                                          </p:val>
                                        </p:tav>
                                        <p:tav tm="100000">
                                          <p:val>
                                            <p:strVal val="#ppt_y"/>
                                          </p:val>
                                        </p:tav>
                                      </p:tavLst>
                                    </p:anim>
                                  </p:childTnLst>
                                </p:cTn>
                              </p:par>
                              <p:par>
                                <p:cTn id="10" presetID="20"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edge">
                                      <p:cBhvr>
                                        <p:cTn id="12" dur="3000"/>
                                        <p:tgtEl>
                                          <p:spTgt spid="11"/>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7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25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000"/>
                                        <p:tgtEl>
                                          <p:spTgt spid="17"/>
                                        </p:tgtEl>
                                      </p:cBhvr>
                                    </p:animEffect>
                                    <p:anim calcmode="lin" valueType="num">
                                      <p:cBhvr>
                                        <p:cTn id="26" dur="1000" fill="hold"/>
                                        <p:tgtEl>
                                          <p:spTgt spid="17"/>
                                        </p:tgtEl>
                                        <p:attrNameLst>
                                          <p:attrName>ppt_x</p:attrName>
                                        </p:attrNameLst>
                                      </p:cBhvr>
                                      <p:tavLst>
                                        <p:tav tm="0">
                                          <p:val>
                                            <p:strVal val="#ppt_x"/>
                                          </p:val>
                                        </p:tav>
                                        <p:tav tm="100000">
                                          <p:val>
                                            <p:strVal val="#ppt_x"/>
                                          </p:val>
                                        </p:tav>
                                      </p:tavLst>
                                    </p:anim>
                                    <p:anim calcmode="lin" valueType="num">
                                      <p:cBhvr>
                                        <p:cTn id="27" dur="1000" fill="hold"/>
                                        <p:tgtEl>
                                          <p:spTgt spid="17"/>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225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3" grpId="0" animBg="1"/>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0E8A9B-2926-4349-312B-6522EFBE9D9F}"/>
              </a:ext>
            </a:extLst>
          </p:cNvPr>
          <p:cNvSpPr>
            <a:spLocks noGrp="1"/>
          </p:cNvSpPr>
          <p:nvPr>
            <p:ph type="sldNum" sz="quarter" idx="12"/>
          </p:nvPr>
        </p:nvSpPr>
        <p:spPr/>
        <p:txBody>
          <a:bodyPr/>
          <a:lstStyle/>
          <a:p>
            <a:fld id="{9DC1E638-3F78-4E0D-883A-B278700C48C0}" type="slidenum">
              <a:rPr lang="pl-PL" smtClean="0"/>
              <a:pPr/>
              <a:t>5</a:t>
            </a:fld>
            <a:endParaRPr lang="pl-PL" dirty="0"/>
          </a:p>
        </p:txBody>
      </p:sp>
      <p:sp>
        <p:nvSpPr>
          <p:cNvPr id="3" name="Title 2">
            <a:extLst>
              <a:ext uri="{FF2B5EF4-FFF2-40B4-BE49-F238E27FC236}">
                <a16:creationId xmlns:a16="http://schemas.microsoft.com/office/drawing/2014/main" id="{3678BDAF-0E37-BB12-90B5-6F8C58962358}"/>
              </a:ext>
            </a:extLst>
          </p:cNvPr>
          <p:cNvSpPr>
            <a:spLocks noGrp="1"/>
          </p:cNvSpPr>
          <p:nvPr>
            <p:ph type="title"/>
          </p:nvPr>
        </p:nvSpPr>
        <p:spPr/>
        <p:txBody>
          <a:bodyPr/>
          <a:lstStyle/>
          <a:p>
            <a:r>
              <a:rPr lang="en-US"/>
              <a:t>Co má Copilot připravit: čtyři bloky podkladu</a:t>
            </a:r>
          </a:p>
        </p:txBody>
      </p:sp>
      <p:sp>
        <p:nvSpPr>
          <p:cNvPr id="5" name="Block A head">
            <a:extLst>
              <a:ext uri="{FF2B5EF4-FFF2-40B4-BE49-F238E27FC236}">
                <a16:creationId xmlns:a16="http://schemas.microsoft.com/office/drawing/2014/main" id="{BAE00611-3E0A-28E9-A6D3-38B2AE1D55B6}"/>
              </a:ext>
            </a:extLst>
          </p:cNvPr>
          <p:cNvSpPr/>
          <p:nvPr/>
        </p:nvSpPr>
        <p:spPr>
          <a:xfrm>
            <a:off x="450055" y="1687829"/>
            <a:ext cx="2677353" cy="1105329"/>
          </a:xfrm>
          <a:prstGeom prst="roundRect">
            <a:avLst>
              <a:gd name="adj" fmla="val 944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7" name="TextBox 6">
            <a:extLst>
              <a:ext uri="{FF2B5EF4-FFF2-40B4-BE49-F238E27FC236}">
                <a16:creationId xmlns:a16="http://schemas.microsoft.com/office/drawing/2014/main" id="{68770DCE-4CFD-CB56-75F5-D56F4BC8ABE0}"/>
              </a:ext>
            </a:extLst>
          </p:cNvPr>
          <p:cNvSpPr txBox="1"/>
          <p:nvPr/>
        </p:nvSpPr>
        <p:spPr>
          <a:xfrm>
            <a:off x="634277" y="1749236"/>
            <a:ext cx="736886" cy="492443"/>
          </a:xfrm>
          <a:prstGeom prst="rect">
            <a:avLst/>
          </a:prstGeom>
          <a:noFill/>
        </p:spPr>
        <p:txBody>
          <a:bodyPr wrap="square" lIns="0" tIns="0" rIns="0" bIns="0" anchor="t">
            <a:spAutoFit/>
          </a:bodyPr>
          <a:lstStyle/>
          <a:p>
            <a:pPr algn="l"/>
            <a:r>
              <a:rPr sz="3200" i="0">
                <a:solidFill>
                  <a:srgbClr val="FFFFFF"/>
                </a:solidFill>
                <a:latin typeface="+mj-lt"/>
              </a:rPr>
              <a:t>A</a:t>
            </a:r>
          </a:p>
        </p:txBody>
      </p:sp>
      <p:pic>
        <p:nvPicPr>
          <p:cNvPr id="9" name="Picture 8" descr="file_w.png">
            <a:extLst>
              <a:ext uri="{FF2B5EF4-FFF2-40B4-BE49-F238E27FC236}">
                <a16:creationId xmlns:a16="http://schemas.microsoft.com/office/drawing/2014/main" id="{906EB429-A42A-F194-E6E5-9E4A86B5B690}"/>
              </a:ext>
            </a:extLst>
          </p:cNvPr>
          <p:cNvPicPr>
            <a:picLocks noChangeAspect="1"/>
          </p:cNvPicPr>
          <p:nvPr/>
        </p:nvPicPr>
        <p:blipFill>
          <a:blip r:embed="rId3"/>
          <a:stretch>
            <a:fillRect/>
          </a:stretch>
        </p:blipFill>
        <p:spPr>
          <a:xfrm>
            <a:off x="2513336" y="1835206"/>
            <a:ext cx="417569" cy="417569"/>
          </a:xfrm>
          <a:prstGeom prst="rect">
            <a:avLst/>
          </a:prstGeom>
        </p:spPr>
      </p:pic>
      <p:sp>
        <p:nvSpPr>
          <p:cNvPr id="11" name="TextBox 10">
            <a:extLst>
              <a:ext uri="{FF2B5EF4-FFF2-40B4-BE49-F238E27FC236}">
                <a16:creationId xmlns:a16="http://schemas.microsoft.com/office/drawing/2014/main" id="{FE61018A-D557-0DEA-3C76-8E2827E98735}"/>
              </a:ext>
            </a:extLst>
          </p:cNvPr>
          <p:cNvSpPr txBox="1"/>
          <p:nvPr/>
        </p:nvSpPr>
        <p:spPr>
          <a:xfrm>
            <a:off x="634277" y="2301901"/>
            <a:ext cx="2308910" cy="276998"/>
          </a:xfrm>
          <a:prstGeom prst="rect">
            <a:avLst/>
          </a:prstGeom>
          <a:noFill/>
        </p:spPr>
        <p:txBody>
          <a:bodyPr wrap="square" lIns="0" tIns="0" rIns="0" bIns="0" anchor="t">
            <a:spAutoFit/>
          </a:bodyPr>
          <a:lstStyle/>
          <a:p>
            <a:pPr algn="l"/>
            <a:r>
              <a:rPr sz="1800" i="0">
                <a:solidFill>
                  <a:srgbClr val="FFFFFF"/>
                </a:solidFill>
                <a:latin typeface="+mj-lt"/>
              </a:rPr>
              <a:t>Souhrn případu</a:t>
            </a:r>
          </a:p>
        </p:txBody>
      </p:sp>
      <p:sp>
        <p:nvSpPr>
          <p:cNvPr id="13" name="Block A body">
            <a:extLst>
              <a:ext uri="{FF2B5EF4-FFF2-40B4-BE49-F238E27FC236}">
                <a16:creationId xmlns:a16="http://schemas.microsoft.com/office/drawing/2014/main" id="{AF06B2FD-5BCE-B28A-5AAE-A2F25C503DDD}"/>
              </a:ext>
            </a:extLst>
          </p:cNvPr>
          <p:cNvSpPr/>
          <p:nvPr/>
        </p:nvSpPr>
        <p:spPr>
          <a:xfrm>
            <a:off x="450055" y="2940535"/>
            <a:ext cx="2677353" cy="2456287"/>
          </a:xfrm>
          <a:prstGeom prst="roundRect">
            <a:avLst>
              <a:gd name="adj" fmla="val 3673"/>
            </a:avLst>
          </a:prstGeom>
          <a:solidFill>
            <a:srgbClr val="E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5" name="TextBox 14">
            <a:extLst>
              <a:ext uri="{FF2B5EF4-FFF2-40B4-BE49-F238E27FC236}">
                <a16:creationId xmlns:a16="http://schemas.microsoft.com/office/drawing/2014/main" id="{E537AB1B-9C96-9A1E-D143-DD804BAAA5BA}"/>
              </a:ext>
            </a:extLst>
          </p:cNvPr>
          <p:cNvSpPr txBox="1"/>
          <p:nvPr/>
        </p:nvSpPr>
        <p:spPr>
          <a:xfrm>
            <a:off x="609714" y="3038787"/>
            <a:ext cx="2358035" cy="492443"/>
          </a:xfrm>
          <a:prstGeom prst="rect">
            <a:avLst/>
          </a:prstGeom>
          <a:noFill/>
        </p:spPr>
        <p:txBody>
          <a:bodyPr wrap="square" lIns="0" tIns="0" rIns="0" bIns="0" anchor="t">
            <a:spAutoFit/>
          </a:bodyPr>
          <a:lstStyle/>
          <a:p>
            <a:pPr algn="l"/>
            <a:r>
              <a:rPr sz="1600" i="0">
                <a:solidFill>
                  <a:schemeClr val="bg2">
                    <a:lumMod val="75000"/>
                  </a:schemeClr>
                </a:solidFill>
                <a:latin typeface="+mj-lt"/>
              </a:rPr>
              <a:t>„Executive summary“ – orientace do 30 s</a:t>
            </a:r>
          </a:p>
        </p:txBody>
      </p:sp>
      <p:sp>
        <p:nvSpPr>
          <p:cNvPr id="17" name="TextBox 16">
            <a:extLst>
              <a:ext uri="{FF2B5EF4-FFF2-40B4-BE49-F238E27FC236}">
                <a16:creationId xmlns:a16="http://schemas.microsoft.com/office/drawing/2014/main" id="{72FBCBBC-74D1-929E-1A6E-10FC84ECDCC1}"/>
              </a:ext>
            </a:extLst>
          </p:cNvPr>
          <p:cNvSpPr txBox="1"/>
          <p:nvPr/>
        </p:nvSpPr>
        <p:spPr>
          <a:xfrm>
            <a:off x="609714" y="3695807"/>
            <a:ext cx="2382598" cy="1395254"/>
          </a:xfrm>
          <a:prstGeom prst="rect">
            <a:avLst/>
          </a:prstGeom>
          <a:noFill/>
        </p:spPr>
        <p:txBody>
          <a:bodyPr wrap="square" lIns="0" tIns="0" rIns="0" bIns="0" anchor="t">
            <a:spAutoFit/>
          </a:bodyPr>
          <a:lstStyle/>
          <a:p>
            <a:pPr marL="146304" indent="-146304" algn="l">
              <a:spcAft>
                <a:spcPts val="400"/>
              </a:spcAft>
              <a:buClr>
                <a:schemeClr val="tx1">
                  <a:lumMod val="50000"/>
                  <a:lumOff val="50000"/>
                </a:schemeClr>
              </a:buClr>
              <a:buFont typeface="Arial"/>
              <a:buChar char="•"/>
            </a:pPr>
            <a:r>
              <a:rPr sz="1400" b="0" i="0">
                <a:solidFill>
                  <a:srgbClr val="333333"/>
                </a:solidFill>
              </a:rPr>
              <a:t>Diagnóza a hlavní otázka pro komisi</a:t>
            </a:r>
          </a:p>
          <a:p>
            <a:pPr marL="146304" indent="-146304" algn="l">
              <a:spcAft>
                <a:spcPts val="400"/>
              </a:spcAft>
              <a:buClr>
                <a:schemeClr val="tx1">
                  <a:lumMod val="50000"/>
                  <a:lumOff val="50000"/>
                </a:schemeClr>
              </a:buClr>
              <a:buFont typeface="Arial"/>
              <a:buChar char="•"/>
            </a:pPr>
            <a:r>
              <a:rPr sz="1400" b="0" i="0">
                <a:solidFill>
                  <a:srgbClr val="333333"/>
                </a:solidFill>
              </a:rPr>
              <a:t>Kondice pacienta (škála ECOG 0–4) podle lékaře i pacienta</a:t>
            </a:r>
          </a:p>
          <a:p>
            <a:pPr marL="146304" indent="-146304" algn="l">
              <a:spcAft>
                <a:spcPts val="400"/>
              </a:spcAft>
              <a:buClr>
                <a:schemeClr val="tx1">
                  <a:lumMod val="50000"/>
                  <a:lumOff val="50000"/>
                </a:schemeClr>
              </a:buClr>
              <a:buFont typeface="Arial"/>
              <a:buChar char="•"/>
            </a:pPr>
            <a:r>
              <a:rPr sz="1400" b="0" i="0">
                <a:solidFill>
                  <a:srgbClr val="333333"/>
                </a:solidFill>
              </a:rPr>
              <a:t>Časová osa nemoci a léčby</a:t>
            </a:r>
          </a:p>
        </p:txBody>
      </p:sp>
      <p:sp>
        <p:nvSpPr>
          <p:cNvPr id="19" name="Block B head">
            <a:extLst>
              <a:ext uri="{FF2B5EF4-FFF2-40B4-BE49-F238E27FC236}">
                <a16:creationId xmlns:a16="http://schemas.microsoft.com/office/drawing/2014/main" id="{696136E9-C7CA-1C03-D9D8-E91B7B5865BE}"/>
              </a:ext>
            </a:extLst>
          </p:cNvPr>
          <p:cNvSpPr/>
          <p:nvPr/>
        </p:nvSpPr>
        <p:spPr>
          <a:xfrm>
            <a:off x="3323911" y="1687829"/>
            <a:ext cx="2677353" cy="1105329"/>
          </a:xfrm>
          <a:prstGeom prst="roundRect">
            <a:avLst>
              <a:gd name="adj" fmla="val 8585"/>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1" name="TextBox 20">
            <a:extLst>
              <a:ext uri="{FF2B5EF4-FFF2-40B4-BE49-F238E27FC236}">
                <a16:creationId xmlns:a16="http://schemas.microsoft.com/office/drawing/2014/main" id="{1BBC6629-3D0E-6A70-F301-75F6D83598B9}"/>
              </a:ext>
            </a:extLst>
          </p:cNvPr>
          <p:cNvSpPr txBox="1"/>
          <p:nvPr/>
        </p:nvSpPr>
        <p:spPr>
          <a:xfrm>
            <a:off x="3508132" y="1749236"/>
            <a:ext cx="736886" cy="492443"/>
          </a:xfrm>
          <a:prstGeom prst="rect">
            <a:avLst/>
          </a:prstGeom>
          <a:noFill/>
        </p:spPr>
        <p:txBody>
          <a:bodyPr wrap="square" lIns="0" tIns="0" rIns="0" bIns="0" anchor="t">
            <a:spAutoFit/>
          </a:bodyPr>
          <a:lstStyle/>
          <a:p>
            <a:pPr algn="l"/>
            <a:r>
              <a:rPr sz="3200" i="0">
                <a:solidFill>
                  <a:srgbClr val="FFFFFF"/>
                </a:solidFill>
                <a:latin typeface="+mj-lt"/>
              </a:rPr>
              <a:t>B</a:t>
            </a:r>
          </a:p>
        </p:txBody>
      </p:sp>
      <p:pic>
        <p:nvPicPr>
          <p:cNvPr id="23" name="Picture 22" descr="stetho_w.png">
            <a:extLst>
              <a:ext uri="{FF2B5EF4-FFF2-40B4-BE49-F238E27FC236}">
                <a16:creationId xmlns:a16="http://schemas.microsoft.com/office/drawing/2014/main" id="{AFCC720C-6BD1-4479-5103-8F1AC23B0A18}"/>
              </a:ext>
            </a:extLst>
          </p:cNvPr>
          <p:cNvPicPr>
            <a:picLocks noChangeAspect="1"/>
          </p:cNvPicPr>
          <p:nvPr/>
        </p:nvPicPr>
        <p:blipFill>
          <a:blip r:embed="rId4"/>
          <a:stretch>
            <a:fillRect/>
          </a:stretch>
        </p:blipFill>
        <p:spPr>
          <a:xfrm>
            <a:off x="5387192" y="1835206"/>
            <a:ext cx="417569" cy="417569"/>
          </a:xfrm>
          <a:prstGeom prst="rect">
            <a:avLst/>
          </a:prstGeom>
        </p:spPr>
      </p:pic>
      <p:sp>
        <p:nvSpPr>
          <p:cNvPr id="25" name="TextBox 24">
            <a:extLst>
              <a:ext uri="{FF2B5EF4-FFF2-40B4-BE49-F238E27FC236}">
                <a16:creationId xmlns:a16="http://schemas.microsoft.com/office/drawing/2014/main" id="{E4E95F01-9B39-8283-D1F6-4B210CDB5412}"/>
              </a:ext>
            </a:extLst>
          </p:cNvPr>
          <p:cNvSpPr txBox="1"/>
          <p:nvPr/>
        </p:nvSpPr>
        <p:spPr>
          <a:xfrm>
            <a:off x="3508132" y="2301901"/>
            <a:ext cx="2308910" cy="276998"/>
          </a:xfrm>
          <a:prstGeom prst="rect">
            <a:avLst/>
          </a:prstGeom>
          <a:noFill/>
        </p:spPr>
        <p:txBody>
          <a:bodyPr wrap="square" lIns="0" tIns="0" rIns="0" bIns="0" anchor="t">
            <a:spAutoFit/>
          </a:bodyPr>
          <a:lstStyle/>
          <a:p>
            <a:pPr algn="l"/>
            <a:r>
              <a:rPr sz="1800" i="0">
                <a:solidFill>
                  <a:srgbClr val="FFFFFF"/>
                </a:solidFill>
                <a:latin typeface="+mj-lt"/>
              </a:rPr>
              <a:t>Pohled odborníků</a:t>
            </a:r>
          </a:p>
        </p:txBody>
      </p:sp>
      <p:sp>
        <p:nvSpPr>
          <p:cNvPr id="27" name="Block B body">
            <a:extLst>
              <a:ext uri="{FF2B5EF4-FFF2-40B4-BE49-F238E27FC236}">
                <a16:creationId xmlns:a16="http://schemas.microsoft.com/office/drawing/2014/main" id="{7DB6C0D1-BEFC-8D04-FD00-AFD7BD8A5104}"/>
              </a:ext>
            </a:extLst>
          </p:cNvPr>
          <p:cNvSpPr/>
          <p:nvPr/>
        </p:nvSpPr>
        <p:spPr>
          <a:xfrm>
            <a:off x="3323911" y="2940535"/>
            <a:ext cx="2677353" cy="2456287"/>
          </a:xfrm>
          <a:prstGeom prst="roundRect">
            <a:avLst>
              <a:gd name="adj" fmla="val 4449"/>
            </a:avLst>
          </a:prstGeom>
          <a:solidFill>
            <a:srgbClr val="E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9" name="TextBox 28">
            <a:extLst>
              <a:ext uri="{FF2B5EF4-FFF2-40B4-BE49-F238E27FC236}">
                <a16:creationId xmlns:a16="http://schemas.microsoft.com/office/drawing/2014/main" id="{7721CB20-21D0-7BD0-FA84-A2961D8F91A6}"/>
              </a:ext>
            </a:extLst>
          </p:cNvPr>
          <p:cNvSpPr txBox="1"/>
          <p:nvPr/>
        </p:nvSpPr>
        <p:spPr>
          <a:xfrm>
            <a:off x="3483569" y="3038787"/>
            <a:ext cx="2358035" cy="492443"/>
          </a:xfrm>
          <a:prstGeom prst="rect">
            <a:avLst/>
          </a:prstGeom>
          <a:noFill/>
        </p:spPr>
        <p:txBody>
          <a:bodyPr wrap="square" lIns="0" tIns="0" rIns="0" bIns="0" anchor="t">
            <a:spAutoFit/>
          </a:bodyPr>
          <a:lstStyle/>
          <a:p>
            <a:pPr algn="l"/>
            <a:r>
              <a:rPr sz="1600" i="0">
                <a:solidFill>
                  <a:schemeClr val="bg2">
                    <a:lumMod val="75000"/>
                  </a:schemeClr>
                </a:solidFill>
                <a:latin typeface="+mj-lt"/>
              </a:rPr>
              <a:t>Každý vidí, co potřebuje (min. 3 role)</a:t>
            </a:r>
          </a:p>
        </p:txBody>
      </p:sp>
      <p:sp>
        <p:nvSpPr>
          <p:cNvPr id="31" name="TextBox 30">
            <a:extLst>
              <a:ext uri="{FF2B5EF4-FFF2-40B4-BE49-F238E27FC236}">
                <a16:creationId xmlns:a16="http://schemas.microsoft.com/office/drawing/2014/main" id="{946C90FD-033F-FAF5-C165-CBDA3465CFB7}"/>
              </a:ext>
            </a:extLst>
          </p:cNvPr>
          <p:cNvSpPr txBox="1"/>
          <p:nvPr/>
        </p:nvSpPr>
        <p:spPr>
          <a:xfrm>
            <a:off x="3483569" y="3695807"/>
            <a:ext cx="2382598" cy="1610697"/>
          </a:xfrm>
          <a:prstGeom prst="rect">
            <a:avLst/>
          </a:prstGeom>
          <a:noFill/>
        </p:spPr>
        <p:txBody>
          <a:bodyPr wrap="square" lIns="0" tIns="0" rIns="0" bIns="0" anchor="t">
            <a:spAutoFit/>
          </a:bodyPr>
          <a:lstStyle/>
          <a:p>
            <a:pPr marL="146304" indent="-146304" algn="l">
              <a:spcAft>
                <a:spcPts val="400"/>
              </a:spcAft>
              <a:buClr>
                <a:schemeClr val="tx1">
                  <a:lumMod val="50000"/>
                  <a:lumOff val="50000"/>
                </a:schemeClr>
              </a:buClr>
              <a:buFont typeface="Arial"/>
              <a:buChar char="•"/>
            </a:pPr>
            <a:r>
              <a:rPr sz="1400" b="0" i="0">
                <a:solidFill>
                  <a:srgbClr val="333333"/>
                </a:solidFill>
              </a:rPr>
              <a:t>Chirurg: lze operovat? Rozsah nádoru (TNM)</a:t>
            </a:r>
          </a:p>
          <a:p>
            <a:pPr marL="146304" indent="-146304" algn="l">
              <a:spcAft>
                <a:spcPts val="400"/>
              </a:spcAft>
              <a:buClr>
                <a:schemeClr val="tx1">
                  <a:lumMod val="50000"/>
                  <a:lumOff val="50000"/>
                </a:schemeClr>
              </a:buClr>
              <a:buFont typeface="Arial"/>
              <a:buChar char="•"/>
            </a:pPr>
            <a:r>
              <a:rPr sz="1400" b="0" i="0">
                <a:solidFill>
                  <a:srgbClr val="333333"/>
                </a:solidFill>
              </a:rPr>
              <a:t>Onkolog: biomarkery, dosavadní léky, nežádoucí účinky</a:t>
            </a:r>
          </a:p>
          <a:p>
            <a:pPr marL="146304" indent="-146304" algn="l">
              <a:spcAft>
                <a:spcPts val="400"/>
              </a:spcAft>
              <a:buClr>
                <a:schemeClr val="tx1">
                  <a:lumMod val="50000"/>
                  <a:lumOff val="50000"/>
                </a:schemeClr>
              </a:buClr>
              <a:buFont typeface="Arial"/>
              <a:buChar char="•"/>
            </a:pPr>
            <a:r>
              <a:rPr sz="1400" b="0" i="0">
                <a:solidFill>
                  <a:srgbClr val="333333"/>
                </a:solidFill>
              </a:rPr>
              <a:t>Radiolog, patolog, pohled pacienta</a:t>
            </a:r>
          </a:p>
        </p:txBody>
      </p:sp>
      <p:sp>
        <p:nvSpPr>
          <p:cNvPr id="33" name="Block B2 head">
            <a:extLst>
              <a:ext uri="{FF2B5EF4-FFF2-40B4-BE49-F238E27FC236}">
                <a16:creationId xmlns:a16="http://schemas.microsoft.com/office/drawing/2014/main" id="{0407ECDC-207F-506F-2FBD-9C8604633965}"/>
              </a:ext>
            </a:extLst>
          </p:cNvPr>
          <p:cNvSpPr/>
          <p:nvPr/>
        </p:nvSpPr>
        <p:spPr>
          <a:xfrm>
            <a:off x="6197766" y="1687829"/>
            <a:ext cx="2677353" cy="1105329"/>
          </a:xfrm>
          <a:prstGeom prst="roundRect">
            <a:avLst>
              <a:gd name="adj" fmla="val 11170"/>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35" name="TextBox 34">
            <a:extLst>
              <a:ext uri="{FF2B5EF4-FFF2-40B4-BE49-F238E27FC236}">
                <a16:creationId xmlns:a16="http://schemas.microsoft.com/office/drawing/2014/main" id="{AFED0C3B-0E38-CAB2-D365-4089A312C83A}"/>
              </a:ext>
            </a:extLst>
          </p:cNvPr>
          <p:cNvSpPr txBox="1"/>
          <p:nvPr/>
        </p:nvSpPr>
        <p:spPr>
          <a:xfrm>
            <a:off x="6381988" y="1749236"/>
            <a:ext cx="736886" cy="492443"/>
          </a:xfrm>
          <a:prstGeom prst="rect">
            <a:avLst/>
          </a:prstGeom>
          <a:noFill/>
        </p:spPr>
        <p:txBody>
          <a:bodyPr wrap="square" lIns="0" tIns="0" rIns="0" bIns="0" anchor="t">
            <a:spAutoFit/>
          </a:bodyPr>
          <a:lstStyle/>
          <a:p>
            <a:pPr algn="l"/>
            <a:r>
              <a:rPr sz="3200" i="0">
                <a:solidFill>
                  <a:srgbClr val="FFFFFF"/>
                </a:solidFill>
                <a:latin typeface="+mj-lt"/>
              </a:rPr>
              <a:t>B2</a:t>
            </a:r>
          </a:p>
        </p:txBody>
      </p:sp>
      <p:pic>
        <p:nvPicPr>
          <p:cNvPr id="37" name="Picture 36" descr="book_w.png">
            <a:extLst>
              <a:ext uri="{FF2B5EF4-FFF2-40B4-BE49-F238E27FC236}">
                <a16:creationId xmlns:a16="http://schemas.microsoft.com/office/drawing/2014/main" id="{DA8E6A98-12C9-B025-9B49-AF739DC7319B}"/>
              </a:ext>
            </a:extLst>
          </p:cNvPr>
          <p:cNvPicPr>
            <a:picLocks noChangeAspect="1"/>
          </p:cNvPicPr>
          <p:nvPr/>
        </p:nvPicPr>
        <p:blipFill>
          <a:blip r:embed="rId5"/>
          <a:stretch>
            <a:fillRect/>
          </a:stretch>
        </p:blipFill>
        <p:spPr>
          <a:xfrm>
            <a:off x="8261047" y="1835206"/>
            <a:ext cx="417569" cy="417569"/>
          </a:xfrm>
          <a:prstGeom prst="rect">
            <a:avLst/>
          </a:prstGeom>
        </p:spPr>
      </p:pic>
      <p:sp>
        <p:nvSpPr>
          <p:cNvPr id="39" name="TextBox 38">
            <a:extLst>
              <a:ext uri="{FF2B5EF4-FFF2-40B4-BE49-F238E27FC236}">
                <a16:creationId xmlns:a16="http://schemas.microsoft.com/office/drawing/2014/main" id="{2FCBE49F-7A65-8A9B-547F-6F502B3F3F6C}"/>
              </a:ext>
            </a:extLst>
          </p:cNvPr>
          <p:cNvSpPr txBox="1"/>
          <p:nvPr/>
        </p:nvSpPr>
        <p:spPr>
          <a:xfrm>
            <a:off x="6381988" y="2301901"/>
            <a:ext cx="2308910" cy="276998"/>
          </a:xfrm>
          <a:prstGeom prst="rect">
            <a:avLst/>
          </a:prstGeom>
          <a:noFill/>
        </p:spPr>
        <p:txBody>
          <a:bodyPr wrap="square" lIns="0" tIns="0" rIns="0" bIns="0" anchor="t">
            <a:spAutoFit/>
          </a:bodyPr>
          <a:lstStyle/>
          <a:p>
            <a:pPr algn="l"/>
            <a:r>
              <a:rPr sz="1800" i="0">
                <a:solidFill>
                  <a:srgbClr val="FFFFFF"/>
                </a:solidFill>
                <a:latin typeface="+mj-lt"/>
              </a:rPr>
              <a:t>Podpora rozhodování</a:t>
            </a:r>
          </a:p>
        </p:txBody>
      </p:sp>
      <p:sp>
        <p:nvSpPr>
          <p:cNvPr id="41" name="Block B2 body">
            <a:extLst>
              <a:ext uri="{FF2B5EF4-FFF2-40B4-BE49-F238E27FC236}">
                <a16:creationId xmlns:a16="http://schemas.microsoft.com/office/drawing/2014/main" id="{6381BFF4-7AF3-4035-9ED0-0F487E380C63}"/>
              </a:ext>
            </a:extLst>
          </p:cNvPr>
          <p:cNvSpPr/>
          <p:nvPr/>
        </p:nvSpPr>
        <p:spPr>
          <a:xfrm>
            <a:off x="6197766" y="2940535"/>
            <a:ext cx="2677353" cy="2456287"/>
          </a:xfrm>
          <a:prstGeom prst="roundRect">
            <a:avLst>
              <a:gd name="adj" fmla="val 4449"/>
            </a:avLst>
          </a:prstGeom>
          <a:solidFill>
            <a:srgbClr val="E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43" name="TextBox 42">
            <a:extLst>
              <a:ext uri="{FF2B5EF4-FFF2-40B4-BE49-F238E27FC236}">
                <a16:creationId xmlns:a16="http://schemas.microsoft.com/office/drawing/2014/main" id="{32F14DF5-9D11-E62F-3C21-215609E153AA}"/>
              </a:ext>
            </a:extLst>
          </p:cNvPr>
          <p:cNvSpPr txBox="1"/>
          <p:nvPr/>
        </p:nvSpPr>
        <p:spPr>
          <a:xfrm>
            <a:off x="6357425" y="3038788"/>
            <a:ext cx="1815025" cy="492443"/>
          </a:xfrm>
          <a:prstGeom prst="rect">
            <a:avLst/>
          </a:prstGeom>
          <a:noFill/>
        </p:spPr>
        <p:txBody>
          <a:bodyPr wrap="square" lIns="0" tIns="0" rIns="0" bIns="0" anchor="t">
            <a:spAutoFit/>
          </a:bodyPr>
          <a:lstStyle/>
          <a:p>
            <a:pPr algn="l"/>
            <a:r>
              <a:rPr sz="1600" i="0">
                <a:solidFill>
                  <a:schemeClr val="bg2">
                    <a:lumMod val="75000"/>
                  </a:schemeClr>
                </a:solidFill>
                <a:latin typeface="+mj-lt"/>
              </a:rPr>
              <a:t>AI předkládá, nevybírá</a:t>
            </a:r>
          </a:p>
        </p:txBody>
      </p:sp>
      <p:sp>
        <p:nvSpPr>
          <p:cNvPr id="45" name="TextBox 44">
            <a:extLst>
              <a:ext uri="{FF2B5EF4-FFF2-40B4-BE49-F238E27FC236}">
                <a16:creationId xmlns:a16="http://schemas.microsoft.com/office/drawing/2014/main" id="{09B4FBE7-1BA3-7117-FB68-5AC54FFC76D6}"/>
              </a:ext>
            </a:extLst>
          </p:cNvPr>
          <p:cNvSpPr txBox="1"/>
          <p:nvPr/>
        </p:nvSpPr>
        <p:spPr>
          <a:xfrm>
            <a:off x="6357425" y="3695807"/>
            <a:ext cx="2382598" cy="1179810"/>
          </a:xfrm>
          <a:prstGeom prst="rect">
            <a:avLst/>
          </a:prstGeom>
          <a:noFill/>
        </p:spPr>
        <p:txBody>
          <a:bodyPr wrap="square" lIns="0" tIns="0" rIns="0" bIns="0" anchor="t">
            <a:spAutoFit/>
          </a:bodyPr>
          <a:lstStyle/>
          <a:p>
            <a:pPr marL="146304" indent="-146304" algn="l">
              <a:spcAft>
                <a:spcPts val="400"/>
              </a:spcAft>
              <a:buClr>
                <a:schemeClr val="tx1">
                  <a:lumMod val="50000"/>
                  <a:lumOff val="50000"/>
                </a:schemeClr>
              </a:buClr>
              <a:buFont typeface="Arial"/>
              <a:buChar char="•"/>
            </a:pPr>
            <a:r>
              <a:rPr sz="1400" b="0" i="0">
                <a:solidFill>
                  <a:srgbClr val="333333"/>
                </a:solidFill>
              </a:rPr>
              <a:t>Možnosti léčby z doporučených postupů – s citací</a:t>
            </a:r>
          </a:p>
          <a:p>
            <a:pPr marL="146304" indent="-146304" algn="l">
              <a:spcAft>
                <a:spcPts val="400"/>
              </a:spcAft>
              <a:buClr>
                <a:schemeClr val="tx1">
                  <a:lumMod val="50000"/>
                  <a:lumOff val="50000"/>
                </a:schemeClr>
              </a:buClr>
              <a:buFont typeface="Arial"/>
              <a:buChar char="•"/>
            </a:pPr>
            <a:r>
              <a:rPr sz="1400" b="0" i="0">
                <a:solidFill>
                  <a:srgbClr val="333333"/>
                </a:solidFill>
              </a:rPr>
              <a:t>Vhodnost pro klinické studie</a:t>
            </a:r>
          </a:p>
          <a:p>
            <a:pPr marL="146304" indent="-146304" algn="l">
              <a:spcAft>
                <a:spcPts val="400"/>
              </a:spcAft>
              <a:buClr>
                <a:schemeClr val="tx1">
                  <a:lumMod val="50000"/>
                  <a:lumOff val="50000"/>
                </a:schemeClr>
              </a:buClr>
              <a:buFont typeface="Arial"/>
              <a:buChar char="•"/>
            </a:pPr>
            <a:r>
              <a:rPr sz="1400" b="0" i="0">
                <a:solidFill>
                  <a:srgbClr val="333333"/>
                </a:solidFill>
              </a:rPr>
              <a:t>2–3 klíčové otázky k diskusi</a:t>
            </a:r>
          </a:p>
        </p:txBody>
      </p:sp>
      <p:sp>
        <p:nvSpPr>
          <p:cNvPr id="47" name="Block C head">
            <a:extLst>
              <a:ext uri="{FF2B5EF4-FFF2-40B4-BE49-F238E27FC236}">
                <a16:creationId xmlns:a16="http://schemas.microsoft.com/office/drawing/2014/main" id="{7099676B-4115-FA25-B5EA-3817B2F02986}"/>
              </a:ext>
            </a:extLst>
          </p:cNvPr>
          <p:cNvSpPr/>
          <p:nvPr/>
        </p:nvSpPr>
        <p:spPr>
          <a:xfrm>
            <a:off x="9071622" y="1687829"/>
            <a:ext cx="2677353" cy="1105329"/>
          </a:xfrm>
          <a:prstGeom prst="roundRect">
            <a:avLst>
              <a:gd name="adj" fmla="val 944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49" name="TextBox 48">
            <a:extLst>
              <a:ext uri="{FF2B5EF4-FFF2-40B4-BE49-F238E27FC236}">
                <a16:creationId xmlns:a16="http://schemas.microsoft.com/office/drawing/2014/main" id="{92844A88-76D9-15DD-7CC5-33FFF4CAE805}"/>
              </a:ext>
            </a:extLst>
          </p:cNvPr>
          <p:cNvSpPr txBox="1"/>
          <p:nvPr/>
        </p:nvSpPr>
        <p:spPr>
          <a:xfrm>
            <a:off x="9255843" y="1749236"/>
            <a:ext cx="736886" cy="492443"/>
          </a:xfrm>
          <a:prstGeom prst="rect">
            <a:avLst/>
          </a:prstGeom>
          <a:noFill/>
        </p:spPr>
        <p:txBody>
          <a:bodyPr wrap="square" lIns="0" tIns="0" rIns="0" bIns="0" anchor="t">
            <a:spAutoFit/>
          </a:bodyPr>
          <a:lstStyle/>
          <a:p>
            <a:pPr algn="l"/>
            <a:r>
              <a:rPr sz="3200" i="0">
                <a:solidFill>
                  <a:srgbClr val="FFFFFF"/>
                </a:solidFill>
                <a:latin typeface="+mj-lt"/>
              </a:rPr>
              <a:t>C</a:t>
            </a:r>
          </a:p>
        </p:txBody>
      </p:sp>
      <p:pic>
        <p:nvPicPr>
          <p:cNvPr id="51" name="Picture 50" descr="export_w.png">
            <a:extLst>
              <a:ext uri="{FF2B5EF4-FFF2-40B4-BE49-F238E27FC236}">
                <a16:creationId xmlns:a16="http://schemas.microsoft.com/office/drawing/2014/main" id="{6C894733-B77C-5149-81CD-B2391889E8D8}"/>
              </a:ext>
            </a:extLst>
          </p:cNvPr>
          <p:cNvPicPr>
            <a:picLocks noChangeAspect="1"/>
          </p:cNvPicPr>
          <p:nvPr/>
        </p:nvPicPr>
        <p:blipFill>
          <a:blip r:embed="rId6"/>
          <a:stretch>
            <a:fillRect/>
          </a:stretch>
        </p:blipFill>
        <p:spPr>
          <a:xfrm>
            <a:off x="11134903" y="1835206"/>
            <a:ext cx="417569" cy="417569"/>
          </a:xfrm>
          <a:prstGeom prst="rect">
            <a:avLst/>
          </a:prstGeom>
        </p:spPr>
      </p:pic>
      <p:sp>
        <p:nvSpPr>
          <p:cNvPr id="53" name="TextBox 52">
            <a:extLst>
              <a:ext uri="{FF2B5EF4-FFF2-40B4-BE49-F238E27FC236}">
                <a16:creationId xmlns:a16="http://schemas.microsoft.com/office/drawing/2014/main" id="{53FF0856-2A42-0F25-A5DE-BD84C2776C3A}"/>
              </a:ext>
            </a:extLst>
          </p:cNvPr>
          <p:cNvSpPr txBox="1"/>
          <p:nvPr/>
        </p:nvSpPr>
        <p:spPr>
          <a:xfrm>
            <a:off x="9255843" y="2301901"/>
            <a:ext cx="2308910" cy="276998"/>
          </a:xfrm>
          <a:prstGeom prst="rect">
            <a:avLst/>
          </a:prstGeom>
          <a:noFill/>
        </p:spPr>
        <p:txBody>
          <a:bodyPr wrap="square" lIns="0" tIns="0" rIns="0" bIns="0" anchor="t">
            <a:spAutoFit/>
          </a:bodyPr>
          <a:lstStyle/>
          <a:p>
            <a:pPr algn="l"/>
            <a:r>
              <a:rPr sz="1800" i="0">
                <a:solidFill>
                  <a:srgbClr val="FFFFFF"/>
                </a:solidFill>
                <a:latin typeface="+mj-lt"/>
              </a:rPr>
              <a:t>Závěr a akční plán</a:t>
            </a:r>
          </a:p>
        </p:txBody>
      </p:sp>
      <p:sp>
        <p:nvSpPr>
          <p:cNvPr id="55" name="Block C body">
            <a:extLst>
              <a:ext uri="{FF2B5EF4-FFF2-40B4-BE49-F238E27FC236}">
                <a16:creationId xmlns:a16="http://schemas.microsoft.com/office/drawing/2014/main" id="{20620F0E-BD10-F4E6-A035-E201B033D4F4}"/>
              </a:ext>
            </a:extLst>
          </p:cNvPr>
          <p:cNvSpPr/>
          <p:nvPr/>
        </p:nvSpPr>
        <p:spPr>
          <a:xfrm>
            <a:off x="9071622" y="2940535"/>
            <a:ext cx="2677353" cy="2456287"/>
          </a:xfrm>
          <a:prstGeom prst="roundRect">
            <a:avLst>
              <a:gd name="adj" fmla="val 4449"/>
            </a:avLst>
          </a:prstGeom>
          <a:solidFill>
            <a:srgbClr val="E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57" name="TextBox 56">
            <a:extLst>
              <a:ext uri="{FF2B5EF4-FFF2-40B4-BE49-F238E27FC236}">
                <a16:creationId xmlns:a16="http://schemas.microsoft.com/office/drawing/2014/main" id="{382B46FE-A260-9A0C-7B2C-580038B2AA9C}"/>
              </a:ext>
            </a:extLst>
          </p:cNvPr>
          <p:cNvSpPr txBox="1"/>
          <p:nvPr/>
        </p:nvSpPr>
        <p:spPr>
          <a:xfrm>
            <a:off x="9231281" y="3038787"/>
            <a:ext cx="1531969" cy="492443"/>
          </a:xfrm>
          <a:prstGeom prst="rect">
            <a:avLst/>
          </a:prstGeom>
          <a:noFill/>
        </p:spPr>
        <p:txBody>
          <a:bodyPr wrap="square" lIns="0" tIns="0" rIns="0" bIns="0" anchor="t">
            <a:spAutoFit/>
          </a:bodyPr>
          <a:lstStyle/>
          <a:p>
            <a:pPr algn="l"/>
            <a:r>
              <a:rPr sz="1600" i="0">
                <a:solidFill>
                  <a:schemeClr val="bg2">
                    <a:lumMod val="75000"/>
                  </a:schemeClr>
                </a:solidFill>
                <a:latin typeface="+mj-lt"/>
              </a:rPr>
              <a:t>Oficiální záznam komise</a:t>
            </a:r>
          </a:p>
        </p:txBody>
      </p:sp>
      <p:sp>
        <p:nvSpPr>
          <p:cNvPr id="59" name="TextBox 58">
            <a:extLst>
              <a:ext uri="{FF2B5EF4-FFF2-40B4-BE49-F238E27FC236}">
                <a16:creationId xmlns:a16="http://schemas.microsoft.com/office/drawing/2014/main" id="{CF8D2641-E759-C173-0850-AEE1E3FDBF73}"/>
              </a:ext>
            </a:extLst>
          </p:cNvPr>
          <p:cNvSpPr txBox="1"/>
          <p:nvPr/>
        </p:nvSpPr>
        <p:spPr>
          <a:xfrm>
            <a:off x="9231281" y="3695807"/>
            <a:ext cx="2382598" cy="748923"/>
          </a:xfrm>
          <a:prstGeom prst="rect">
            <a:avLst/>
          </a:prstGeom>
          <a:noFill/>
        </p:spPr>
        <p:txBody>
          <a:bodyPr wrap="square" lIns="0" tIns="0" rIns="0" bIns="0" anchor="t">
            <a:spAutoFit/>
          </a:bodyPr>
          <a:lstStyle/>
          <a:p>
            <a:pPr marL="146304" indent="-146304" algn="l">
              <a:spcAft>
                <a:spcPts val="400"/>
              </a:spcAft>
              <a:buClr>
                <a:schemeClr val="tx1">
                  <a:lumMod val="50000"/>
                  <a:lumOff val="50000"/>
                </a:schemeClr>
              </a:buClr>
              <a:buFont typeface="Arial"/>
              <a:buChar char="•"/>
            </a:pPr>
            <a:r>
              <a:rPr sz="1400" b="0" i="0">
                <a:solidFill>
                  <a:srgbClr val="333333"/>
                </a:solidFill>
              </a:rPr>
              <a:t>Rozhodnutí se zdůvodněním</a:t>
            </a:r>
          </a:p>
          <a:p>
            <a:pPr marL="146304" indent="-146304" algn="l">
              <a:spcAft>
                <a:spcPts val="400"/>
              </a:spcAft>
              <a:buClr>
                <a:schemeClr val="tx1">
                  <a:lumMod val="50000"/>
                  <a:lumOff val="50000"/>
                </a:schemeClr>
              </a:buClr>
              <a:buFont typeface="Arial"/>
              <a:buChar char="•"/>
            </a:pPr>
            <a:r>
              <a:rPr sz="1400" b="0" i="0">
                <a:solidFill>
                  <a:srgbClr val="333333"/>
                </a:solidFill>
              </a:rPr>
              <a:t>Úkoly, termíny, kontrola</a:t>
            </a:r>
          </a:p>
          <a:p>
            <a:pPr marL="146304" indent="-146304" algn="l">
              <a:spcAft>
                <a:spcPts val="400"/>
              </a:spcAft>
              <a:buClr>
                <a:schemeClr val="tx1">
                  <a:lumMod val="50000"/>
                  <a:lumOff val="50000"/>
                </a:schemeClr>
              </a:buClr>
              <a:buFont typeface="Arial"/>
              <a:buChar char="•"/>
            </a:pPr>
            <a:r>
              <a:rPr sz="1400" b="0" i="0">
                <a:solidFill>
                  <a:srgbClr val="333333"/>
                </a:solidFill>
              </a:rPr>
              <a:t>Export (PDF / HL7 FHIR)</a:t>
            </a:r>
          </a:p>
        </p:txBody>
      </p:sp>
      <p:sp>
        <p:nvSpPr>
          <p:cNvPr id="61" name="Glossary strip">
            <a:extLst>
              <a:ext uri="{FF2B5EF4-FFF2-40B4-BE49-F238E27FC236}">
                <a16:creationId xmlns:a16="http://schemas.microsoft.com/office/drawing/2014/main" id="{B14EF5DB-4B58-B153-4FC1-822E0DCCA03F}"/>
              </a:ext>
            </a:extLst>
          </p:cNvPr>
          <p:cNvSpPr/>
          <p:nvPr/>
        </p:nvSpPr>
        <p:spPr>
          <a:xfrm>
            <a:off x="450055" y="5544199"/>
            <a:ext cx="11311201" cy="792674"/>
          </a:xfrm>
          <a:prstGeom prst="roundRect">
            <a:avLst>
              <a:gd name="adj" fmla="val 16857"/>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400" i="0">
                <a:solidFill>
                  <a:schemeClr val="tx1"/>
                </a:solidFill>
                <a:latin typeface="+mj-lt"/>
              </a:rPr>
              <a:t>ECOG</a:t>
            </a:r>
            <a:r>
              <a:rPr sz="1400" b="0" i="0">
                <a:solidFill>
                  <a:schemeClr val="tx1"/>
                </a:solidFill>
              </a:rPr>
              <a:t> = jak pacient zvládá běžné činnosti (0 = bez omezení, 4 = upoután na lůžko)   </a:t>
            </a:r>
            <a:r>
              <a:rPr sz="1400" i="0">
                <a:solidFill>
                  <a:schemeClr val="tx1"/>
                </a:solidFill>
                <a:latin typeface="+mj-lt"/>
              </a:rPr>
              <a:t>TNM</a:t>
            </a:r>
            <a:r>
              <a:rPr sz="1400" b="0" i="0">
                <a:solidFill>
                  <a:schemeClr val="tx1"/>
                </a:solidFill>
              </a:rPr>
              <a:t> = velikost nádoru · uzliny · vzdálené metastázy   </a:t>
            </a:r>
            <a:r>
              <a:rPr sz="1400" i="0">
                <a:solidFill>
                  <a:schemeClr val="tx1"/>
                </a:solidFill>
                <a:latin typeface="+mj-lt"/>
              </a:rPr>
              <a:t>Biomarker</a:t>
            </a:r>
            <a:r>
              <a:rPr sz="1400" b="0" i="0">
                <a:solidFill>
                  <a:schemeClr val="tx1"/>
                </a:solidFill>
              </a:rPr>
              <a:t> = vlastnost nádoru, podle které se vybírá lék</a:t>
            </a:r>
          </a:p>
        </p:txBody>
      </p:sp>
    </p:spTree>
    <p:extLst>
      <p:ext uri="{BB962C8B-B14F-4D97-AF65-F5344CB8AC3E}">
        <p14:creationId xmlns:p14="http://schemas.microsoft.com/office/powerpoint/2010/main" val="354125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5562B1-535D-5D5A-8F2E-1BC11D1B74C8}"/>
              </a:ext>
            </a:extLst>
          </p:cNvPr>
          <p:cNvSpPr>
            <a:spLocks noGrp="1"/>
          </p:cNvSpPr>
          <p:nvPr>
            <p:ph type="sldNum" sz="quarter" idx="12"/>
          </p:nvPr>
        </p:nvSpPr>
        <p:spPr/>
        <p:txBody>
          <a:bodyPr/>
          <a:lstStyle/>
          <a:p>
            <a:fld id="{9DC1E638-3F78-4E0D-883A-B278700C48C0}" type="slidenum">
              <a:rPr lang="pl-PL" smtClean="0"/>
              <a:pPr/>
              <a:t>6</a:t>
            </a:fld>
            <a:endParaRPr lang="pl-PL" dirty="0"/>
          </a:p>
        </p:txBody>
      </p:sp>
      <p:sp>
        <p:nvSpPr>
          <p:cNvPr id="3" name="Title 2">
            <a:extLst>
              <a:ext uri="{FF2B5EF4-FFF2-40B4-BE49-F238E27FC236}">
                <a16:creationId xmlns:a16="http://schemas.microsoft.com/office/drawing/2014/main" id="{73CC020D-4C3A-8017-B569-73A1B1FD1830}"/>
              </a:ext>
            </a:extLst>
          </p:cNvPr>
          <p:cNvSpPr>
            <a:spLocks noGrp="1"/>
          </p:cNvSpPr>
          <p:nvPr>
            <p:ph type="title"/>
          </p:nvPr>
        </p:nvSpPr>
        <p:spPr/>
        <p:txBody>
          <a:bodyPr/>
          <a:lstStyle/>
          <a:p>
            <a:r>
              <a:rPr lang="en-US"/>
              <a:t>Čtyři pravidla, na kterých řešení stojí</a:t>
            </a:r>
          </a:p>
        </p:txBody>
      </p:sp>
      <p:sp>
        <p:nvSpPr>
          <p:cNvPr id="5" name="Pillar 1">
            <a:extLst>
              <a:ext uri="{FF2B5EF4-FFF2-40B4-BE49-F238E27FC236}">
                <a16:creationId xmlns:a16="http://schemas.microsoft.com/office/drawing/2014/main" id="{80BC004D-038E-251C-A2F3-DFC96A1C17E9}"/>
              </a:ext>
            </a:extLst>
          </p:cNvPr>
          <p:cNvSpPr/>
          <p:nvPr/>
        </p:nvSpPr>
        <p:spPr>
          <a:xfrm>
            <a:off x="494833" y="1695449"/>
            <a:ext cx="5504767" cy="189608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7" name="Oval 6">
            <a:extLst>
              <a:ext uri="{FF2B5EF4-FFF2-40B4-BE49-F238E27FC236}">
                <a16:creationId xmlns:a16="http://schemas.microsoft.com/office/drawing/2014/main" id="{C20A6553-EDC0-5E45-A0AA-7E063EE0A9F2}"/>
              </a:ext>
            </a:extLst>
          </p:cNvPr>
          <p:cNvSpPr/>
          <p:nvPr/>
        </p:nvSpPr>
        <p:spPr>
          <a:xfrm>
            <a:off x="763955" y="2001269"/>
            <a:ext cx="758435" cy="75843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9" name="Picture 8" descr="sliders_w.png">
            <a:extLst>
              <a:ext uri="{FF2B5EF4-FFF2-40B4-BE49-F238E27FC236}">
                <a16:creationId xmlns:a16="http://schemas.microsoft.com/office/drawing/2014/main" id="{C8143A7E-B537-839C-2378-1C6FF0A979CA}"/>
              </a:ext>
            </a:extLst>
          </p:cNvPr>
          <p:cNvPicPr>
            <a:picLocks noChangeAspect="1"/>
          </p:cNvPicPr>
          <p:nvPr/>
        </p:nvPicPr>
        <p:blipFill>
          <a:blip r:embed="rId3"/>
          <a:stretch>
            <a:fillRect/>
          </a:stretch>
        </p:blipFill>
        <p:spPr>
          <a:xfrm>
            <a:off x="961148" y="2198462"/>
            <a:ext cx="364048" cy="364048"/>
          </a:xfrm>
          <a:prstGeom prst="rect">
            <a:avLst/>
          </a:prstGeom>
        </p:spPr>
      </p:pic>
      <p:sp>
        <p:nvSpPr>
          <p:cNvPr id="11" name="TextBox 10">
            <a:extLst>
              <a:ext uri="{FF2B5EF4-FFF2-40B4-BE49-F238E27FC236}">
                <a16:creationId xmlns:a16="http://schemas.microsoft.com/office/drawing/2014/main" id="{078A837C-9AEF-5C47-DFE5-5281917F8C34}"/>
              </a:ext>
            </a:extLst>
          </p:cNvPr>
          <p:cNvSpPr txBox="1"/>
          <p:nvPr/>
        </p:nvSpPr>
        <p:spPr>
          <a:xfrm>
            <a:off x="1779279" y="1940105"/>
            <a:ext cx="3975665" cy="307778"/>
          </a:xfrm>
          <a:prstGeom prst="rect">
            <a:avLst/>
          </a:prstGeom>
          <a:noFill/>
        </p:spPr>
        <p:txBody>
          <a:bodyPr wrap="square" lIns="0" tIns="0" rIns="0" bIns="0" anchor="t">
            <a:spAutoFit/>
          </a:bodyPr>
          <a:lstStyle/>
          <a:p>
            <a:pPr algn="l"/>
            <a:r>
              <a:rPr sz="2000" i="0">
                <a:solidFill>
                  <a:srgbClr val="333333"/>
                </a:solidFill>
                <a:latin typeface="+mj-lt"/>
              </a:rPr>
              <a:t>Nastavitelnost</a:t>
            </a:r>
          </a:p>
        </p:txBody>
      </p:sp>
      <p:sp>
        <p:nvSpPr>
          <p:cNvPr id="13" name="TextBox 12">
            <a:extLst>
              <a:ext uri="{FF2B5EF4-FFF2-40B4-BE49-F238E27FC236}">
                <a16:creationId xmlns:a16="http://schemas.microsoft.com/office/drawing/2014/main" id="{A5C498A7-2E48-F81F-D9BD-EE946D3868B5}"/>
              </a:ext>
            </a:extLst>
          </p:cNvPr>
          <p:cNvSpPr txBox="1"/>
          <p:nvPr/>
        </p:nvSpPr>
        <p:spPr>
          <a:xfrm>
            <a:off x="1779279" y="2404952"/>
            <a:ext cx="4036829" cy="738664"/>
          </a:xfrm>
          <a:prstGeom prst="rect">
            <a:avLst/>
          </a:prstGeom>
          <a:noFill/>
        </p:spPr>
        <p:txBody>
          <a:bodyPr wrap="square" lIns="0" tIns="0" rIns="0" bIns="0" anchor="t">
            <a:spAutoFit/>
          </a:bodyPr>
          <a:lstStyle/>
          <a:p>
            <a:pPr algn="l"/>
            <a:r>
              <a:rPr sz="1600" b="0" i="0"/>
              <a:t>Předseda komise si „naklikne“, které sekce chce, v jakém pořadí, kdo je přítomen a jak podrobně.</a:t>
            </a:r>
          </a:p>
        </p:txBody>
      </p:sp>
      <p:sp>
        <p:nvSpPr>
          <p:cNvPr id="15" name="Pillar 2">
            <a:extLst>
              <a:ext uri="{FF2B5EF4-FFF2-40B4-BE49-F238E27FC236}">
                <a16:creationId xmlns:a16="http://schemas.microsoft.com/office/drawing/2014/main" id="{A72EB469-74C3-6ED9-AB3F-719DC5A7C046}"/>
              </a:ext>
            </a:extLst>
          </p:cNvPr>
          <p:cNvSpPr/>
          <p:nvPr/>
        </p:nvSpPr>
        <p:spPr>
          <a:xfrm>
            <a:off x="6256490" y="1695449"/>
            <a:ext cx="5504767" cy="189608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7" name="Oval 16">
            <a:extLst>
              <a:ext uri="{FF2B5EF4-FFF2-40B4-BE49-F238E27FC236}">
                <a16:creationId xmlns:a16="http://schemas.microsoft.com/office/drawing/2014/main" id="{EC06F5E7-9127-E497-3012-6EE87FA15C6B}"/>
              </a:ext>
            </a:extLst>
          </p:cNvPr>
          <p:cNvSpPr/>
          <p:nvPr/>
        </p:nvSpPr>
        <p:spPr>
          <a:xfrm>
            <a:off x="6525610" y="2001269"/>
            <a:ext cx="758435" cy="758435"/>
          </a:xfrm>
          <a:prstGeom prst="ellipse">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19" name="Picture 18" descr="flag_w.png">
            <a:extLst>
              <a:ext uri="{FF2B5EF4-FFF2-40B4-BE49-F238E27FC236}">
                <a16:creationId xmlns:a16="http://schemas.microsoft.com/office/drawing/2014/main" id="{ACDD8A0F-3CBF-BB47-1B82-85B57DA0D59C}"/>
              </a:ext>
            </a:extLst>
          </p:cNvPr>
          <p:cNvPicPr>
            <a:picLocks noChangeAspect="1"/>
          </p:cNvPicPr>
          <p:nvPr/>
        </p:nvPicPr>
        <p:blipFill>
          <a:blip r:embed="rId4"/>
          <a:stretch>
            <a:fillRect/>
          </a:stretch>
        </p:blipFill>
        <p:spPr>
          <a:xfrm>
            <a:off x="6722804" y="2169887"/>
            <a:ext cx="364048" cy="364048"/>
          </a:xfrm>
          <a:prstGeom prst="rect">
            <a:avLst/>
          </a:prstGeom>
        </p:spPr>
      </p:pic>
      <p:sp>
        <p:nvSpPr>
          <p:cNvPr id="21" name="TextBox 20">
            <a:extLst>
              <a:ext uri="{FF2B5EF4-FFF2-40B4-BE49-F238E27FC236}">
                <a16:creationId xmlns:a16="http://schemas.microsoft.com/office/drawing/2014/main" id="{12443CA7-AE5C-9238-B988-4C51213201C0}"/>
              </a:ext>
            </a:extLst>
          </p:cNvPr>
          <p:cNvSpPr txBox="1"/>
          <p:nvPr/>
        </p:nvSpPr>
        <p:spPr>
          <a:xfrm>
            <a:off x="7540935" y="1940105"/>
            <a:ext cx="3975665" cy="307778"/>
          </a:xfrm>
          <a:prstGeom prst="rect">
            <a:avLst/>
          </a:prstGeom>
          <a:noFill/>
        </p:spPr>
        <p:txBody>
          <a:bodyPr wrap="square" lIns="0" tIns="0" rIns="0" bIns="0" anchor="t">
            <a:spAutoFit/>
          </a:bodyPr>
          <a:lstStyle/>
          <a:p>
            <a:pPr algn="l"/>
            <a:r>
              <a:rPr sz="2000" i="0" dirty="0" err="1">
                <a:solidFill>
                  <a:srgbClr val="333333"/>
                </a:solidFill>
                <a:latin typeface="+mj-lt"/>
              </a:rPr>
              <a:t>Varovné</a:t>
            </a:r>
            <a:r>
              <a:rPr sz="2000" i="0" dirty="0">
                <a:solidFill>
                  <a:srgbClr val="333333"/>
                </a:solidFill>
                <a:latin typeface="+mj-lt"/>
              </a:rPr>
              <a:t> </a:t>
            </a:r>
            <a:r>
              <a:rPr sz="2000" i="0" dirty="0" err="1">
                <a:solidFill>
                  <a:srgbClr val="333333"/>
                </a:solidFill>
                <a:latin typeface="+mj-lt"/>
              </a:rPr>
              <a:t>signály</a:t>
            </a:r>
            <a:r>
              <a:rPr sz="2000" i="0" dirty="0">
                <a:solidFill>
                  <a:srgbClr val="333333"/>
                </a:solidFill>
                <a:latin typeface="+mj-lt"/>
              </a:rPr>
              <a:t> (red flags)</a:t>
            </a:r>
          </a:p>
        </p:txBody>
      </p:sp>
      <p:sp>
        <p:nvSpPr>
          <p:cNvPr id="23" name="TextBox 22">
            <a:extLst>
              <a:ext uri="{FF2B5EF4-FFF2-40B4-BE49-F238E27FC236}">
                <a16:creationId xmlns:a16="http://schemas.microsoft.com/office/drawing/2014/main" id="{5E05FFAF-0495-2FF3-9D0B-60582B157A6D}"/>
              </a:ext>
            </a:extLst>
          </p:cNvPr>
          <p:cNvSpPr txBox="1"/>
          <p:nvPr/>
        </p:nvSpPr>
        <p:spPr>
          <a:xfrm>
            <a:off x="7540935" y="2404952"/>
            <a:ext cx="4036829" cy="738665"/>
          </a:xfrm>
          <a:prstGeom prst="rect">
            <a:avLst/>
          </a:prstGeom>
          <a:noFill/>
        </p:spPr>
        <p:txBody>
          <a:bodyPr wrap="square" lIns="0" tIns="0" rIns="0" bIns="0" anchor="t">
            <a:spAutoFit/>
          </a:bodyPr>
          <a:lstStyle/>
          <a:p>
            <a:pPr algn="l"/>
            <a:r>
              <a:rPr sz="1600" b="0" i="0"/>
              <a:t>AI hledá rozpory mezi zdroji – např. krevní testy ukazují pokles hemoglobinu a pacient v dotazníku hlásí extrémní únavu.</a:t>
            </a:r>
          </a:p>
        </p:txBody>
      </p:sp>
      <p:sp>
        <p:nvSpPr>
          <p:cNvPr id="25" name="Pillar 3">
            <a:extLst>
              <a:ext uri="{FF2B5EF4-FFF2-40B4-BE49-F238E27FC236}">
                <a16:creationId xmlns:a16="http://schemas.microsoft.com/office/drawing/2014/main" id="{C48A2E9C-906C-15A2-FFB3-BF2B6C0D93B7}"/>
              </a:ext>
            </a:extLst>
          </p:cNvPr>
          <p:cNvSpPr/>
          <p:nvPr/>
        </p:nvSpPr>
        <p:spPr>
          <a:xfrm>
            <a:off x="494833" y="3836192"/>
            <a:ext cx="5504767" cy="189608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7" name="Oval 26">
            <a:extLst>
              <a:ext uri="{FF2B5EF4-FFF2-40B4-BE49-F238E27FC236}">
                <a16:creationId xmlns:a16="http://schemas.microsoft.com/office/drawing/2014/main" id="{48C2485A-6F36-B105-1092-FB51CC361266}"/>
              </a:ext>
            </a:extLst>
          </p:cNvPr>
          <p:cNvSpPr/>
          <p:nvPr/>
        </p:nvSpPr>
        <p:spPr>
          <a:xfrm>
            <a:off x="763955" y="4142012"/>
            <a:ext cx="758435" cy="75843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29" name="Picture 28" descr="search_w.png">
            <a:extLst>
              <a:ext uri="{FF2B5EF4-FFF2-40B4-BE49-F238E27FC236}">
                <a16:creationId xmlns:a16="http://schemas.microsoft.com/office/drawing/2014/main" id="{A6D8CA7F-17CC-4C5F-5909-E2D7BC3C3877}"/>
              </a:ext>
            </a:extLst>
          </p:cNvPr>
          <p:cNvPicPr>
            <a:picLocks noChangeAspect="1"/>
          </p:cNvPicPr>
          <p:nvPr/>
        </p:nvPicPr>
        <p:blipFill>
          <a:blip r:embed="rId5"/>
          <a:stretch>
            <a:fillRect/>
          </a:stretch>
        </p:blipFill>
        <p:spPr>
          <a:xfrm>
            <a:off x="970673" y="4329680"/>
            <a:ext cx="364048" cy="364048"/>
          </a:xfrm>
          <a:prstGeom prst="rect">
            <a:avLst/>
          </a:prstGeom>
        </p:spPr>
      </p:pic>
      <p:sp>
        <p:nvSpPr>
          <p:cNvPr id="31" name="TextBox 30">
            <a:extLst>
              <a:ext uri="{FF2B5EF4-FFF2-40B4-BE49-F238E27FC236}">
                <a16:creationId xmlns:a16="http://schemas.microsoft.com/office/drawing/2014/main" id="{F8FF0FBA-E9E0-5551-6A2E-281817929F46}"/>
              </a:ext>
            </a:extLst>
          </p:cNvPr>
          <p:cNvSpPr txBox="1"/>
          <p:nvPr/>
        </p:nvSpPr>
        <p:spPr>
          <a:xfrm>
            <a:off x="1779279" y="4080848"/>
            <a:ext cx="3975665" cy="307778"/>
          </a:xfrm>
          <a:prstGeom prst="rect">
            <a:avLst/>
          </a:prstGeom>
          <a:noFill/>
        </p:spPr>
        <p:txBody>
          <a:bodyPr wrap="square" lIns="0" tIns="0" rIns="0" bIns="0" anchor="t">
            <a:spAutoFit/>
          </a:bodyPr>
          <a:lstStyle/>
          <a:p>
            <a:pPr algn="l"/>
            <a:r>
              <a:rPr sz="2000" i="0">
                <a:solidFill>
                  <a:srgbClr val="333333"/>
                </a:solidFill>
                <a:latin typeface="+mj-lt"/>
              </a:rPr>
              <a:t>Dohledatelnost</a:t>
            </a:r>
          </a:p>
        </p:txBody>
      </p:sp>
      <p:sp>
        <p:nvSpPr>
          <p:cNvPr id="33" name="TextBox 32">
            <a:extLst>
              <a:ext uri="{FF2B5EF4-FFF2-40B4-BE49-F238E27FC236}">
                <a16:creationId xmlns:a16="http://schemas.microsoft.com/office/drawing/2014/main" id="{D946096E-E760-DA2E-3F4A-6B152FA5F7AD}"/>
              </a:ext>
            </a:extLst>
          </p:cNvPr>
          <p:cNvSpPr txBox="1"/>
          <p:nvPr/>
        </p:nvSpPr>
        <p:spPr>
          <a:xfrm>
            <a:off x="1779279" y="4545695"/>
            <a:ext cx="4036829" cy="738665"/>
          </a:xfrm>
          <a:prstGeom prst="rect">
            <a:avLst/>
          </a:prstGeom>
          <a:noFill/>
        </p:spPr>
        <p:txBody>
          <a:bodyPr wrap="square" lIns="0" tIns="0" rIns="0" bIns="0" anchor="t">
            <a:spAutoFit/>
          </a:bodyPr>
          <a:lstStyle/>
          <a:p>
            <a:pPr algn="l"/>
            <a:r>
              <a:rPr sz="1600" b="0" i="0"/>
              <a:t>U každého tvrzení AI lze kliknout na zdroj. Když údaj chybí, AI to řekne – nehádá („nehalucinuje“).</a:t>
            </a:r>
          </a:p>
        </p:txBody>
      </p:sp>
      <p:sp>
        <p:nvSpPr>
          <p:cNvPr id="35" name="Pillar 4">
            <a:extLst>
              <a:ext uri="{FF2B5EF4-FFF2-40B4-BE49-F238E27FC236}">
                <a16:creationId xmlns:a16="http://schemas.microsoft.com/office/drawing/2014/main" id="{0AD996A9-5822-8565-4F8B-07D1D0A9C148}"/>
              </a:ext>
            </a:extLst>
          </p:cNvPr>
          <p:cNvSpPr/>
          <p:nvPr/>
        </p:nvSpPr>
        <p:spPr>
          <a:xfrm>
            <a:off x="6256490" y="3836192"/>
            <a:ext cx="5504767" cy="189608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37" name="Oval 36">
            <a:extLst>
              <a:ext uri="{FF2B5EF4-FFF2-40B4-BE49-F238E27FC236}">
                <a16:creationId xmlns:a16="http://schemas.microsoft.com/office/drawing/2014/main" id="{F887799E-1068-0385-9479-76E1F81EEB9D}"/>
              </a:ext>
            </a:extLst>
          </p:cNvPr>
          <p:cNvSpPr/>
          <p:nvPr/>
        </p:nvSpPr>
        <p:spPr>
          <a:xfrm>
            <a:off x="6525610" y="4142012"/>
            <a:ext cx="758435" cy="75843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39" name="Picture 38" descr="check_w.png">
            <a:extLst>
              <a:ext uri="{FF2B5EF4-FFF2-40B4-BE49-F238E27FC236}">
                <a16:creationId xmlns:a16="http://schemas.microsoft.com/office/drawing/2014/main" id="{EB52C37E-8B54-CA44-B0D1-71C13C8BE854}"/>
              </a:ext>
            </a:extLst>
          </p:cNvPr>
          <p:cNvPicPr>
            <a:picLocks noChangeAspect="1"/>
          </p:cNvPicPr>
          <p:nvPr/>
        </p:nvPicPr>
        <p:blipFill>
          <a:blip r:embed="rId6"/>
          <a:stretch>
            <a:fillRect/>
          </a:stretch>
        </p:blipFill>
        <p:spPr>
          <a:xfrm>
            <a:off x="6741854" y="4310630"/>
            <a:ext cx="364048" cy="364048"/>
          </a:xfrm>
          <a:prstGeom prst="rect">
            <a:avLst/>
          </a:prstGeom>
        </p:spPr>
      </p:pic>
      <p:sp>
        <p:nvSpPr>
          <p:cNvPr id="41" name="TextBox 40">
            <a:extLst>
              <a:ext uri="{FF2B5EF4-FFF2-40B4-BE49-F238E27FC236}">
                <a16:creationId xmlns:a16="http://schemas.microsoft.com/office/drawing/2014/main" id="{374DB6C5-BC47-B6DB-39C5-F03F1E100C54}"/>
              </a:ext>
            </a:extLst>
          </p:cNvPr>
          <p:cNvSpPr txBox="1"/>
          <p:nvPr/>
        </p:nvSpPr>
        <p:spPr>
          <a:xfrm>
            <a:off x="7540935" y="4080848"/>
            <a:ext cx="3975665" cy="307778"/>
          </a:xfrm>
          <a:prstGeom prst="rect">
            <a:avLst/>
          </a:prstGeom>
          <a:noFill/>
        </p:spPr>
        <p:txBody>
          <a:bodyPr wrap="square" lIns="0" tIns="0" rIns="0" bIns="0" anchor="t">
            <a:spAutoFit/>
          </a:bodyPr>
          <a:lstStyle/>
          <a:p>
            <a:pPr algn="l"/>
            <a:r>
              <a:rPr sz="2000" i="0">
                <a:solidFill>
                  <a:srgbClr val="333333"/>
                </a:solidFill>
                <a:latin typeface="+mj-lt"/>
              </a:rPr>
              <a:t>Člověk rozhoduje</a:t>
            </a:r>
          </a:p>
        </p:txBody>
      </p:sp>
      <p:sp>
        <p:nvSpPr>
          <p:cNvPr id="43" name="TextBox 42">
            <a:extLst>
              <a:ext uri="{FF2B5EF4-FFF2-40B4-BE49-F238E27FC236}">
                <a16:creationId xmlns:a16="http://schemas.microsoft.com/office/drawing/2014/main" id="{E1E4A13A-D538-A73E-C4B3-61A7DF12C6DB}"/>
              </a:ext>
            </a:extLst>
          </p:cNvPr>
          <p:cNvSpPr txBox="1"/>
          <p:nvPr/>
        </p:nvSpPr>
        <p:spPr>
          <a:xfrm>
            <a:off x="7540935" y="4545695"/>
            <a:ext cx="4036829" cy="738665"/>
          </a:xfrm>
          <a:prstGeom prst="rect">
            <a:avLst/>
          </a:prstGeom>
          <a:noFill/>
        </p:spPr>
        <p:txBody>
          <a:bodyPr wrap="square" lIns="0" tIns="0" rIns="0" bIns="0" anchor="t">
            <a:spAutoFit/>
          </a:bodyPr>
          <a:lstStyle/>
          <a:p>
            <a:pPr algn="l"/>
            <a:r>
              <a:rPr sz="1600" b="0" i="0"/>
              <a:t>Nic se nestane oficiálním záznamem bez potvrzení lékařem. Text od AI je vizuálně odlišený.</a:t>
            </a:r>
          </a:p>
        </p:txBody>
      </p:sp>
    </p:spTree>
    <p:extLst>
      <p:ext uri="{BB962C8B-B14F-4D97-AF65-F5344CB8AC3E}">
        <p14:creationId xmlns:p14="http://schemas.microsoft.com/office/powerpoint/2010/main" val="629454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AEBCA8-FC70-FF57-01D6-501EA48501A3}"/>
              </a:ext>
            </a:extLst>
          </p:cNvPr>
          <p:cNvSpPr>
            <a:spLocks noGrp="1"/>
          </p:cNvSpPr>
          <p:nvPr>
            <p:ph type="sldNum" sz="quarter" idx="12"/>
          </p:nvPr>
        </p:nvSpPr>
        <p:spPr/>
        <p:txBody>
          <a:bodyPr/>
          <a:lstStyle/>
          <a:p>
            <a:fld id="{9DC1E638-3F78-4E0D-883A-B278700C48C0}" type="slidenum">
              <a:rPr lang="pl-PL" smtClean="0"/>
              <a:pPr/>
              <a:t>7</a:t>
            </a:fld>
            <a:endParaRPr lang="pl-PL" dirty="0"/>
          </a:p>
        </p:txBody>
      </p:sp>
      <p:sp>
        <p:nvSpPr>
          <p:cNvPr id="3" name="Title 2">
            <a:extLst>
              <a:ext uri="{FF2B5EF4-FFF2-40B4-BE49-F238E27FC236}">
                <a16:creationId xmlns:a16="http://schemas.microsoft.com/office/drawing/2014/main" id="{BE2D17CF-F1C0-0C28-0DBB-FCDECB527031}"/>
              </a:ext>
            </a:extLst>
          </p:cNvPr>
          <p:cNvSpPr>
            <a:spLocks noGrp="1"/>
          </p:cNvSpPr>
          <p:nvPr>
            <p:ph type="title"/>
          </p:nvPr>
        </p:nvSpPr>
        <p:spPr/>
        <p:txBody>
          <a:bodyPr/>
          <a:lstStyle/>
          <a:p>
            <a:r>
              <a:rPr lang="pt-BR"/>
              <a:t>Co dostanete: realistická (smyšlená) data</a:t>
            </a:r>
            <a:endParaRPr lang="en-US"/>
          </a:p>
        </p:txBody>
      </p:sp>
      <p:sp>
        <p:nvSpPr>
          <p:cNvPr id="5" name="Data 1">
            <a:extLst>
              <a:ext uri="{FF2B5EF4-FFF2-40B4-BE49-F238E27FC236}">
                <a16:creationId xmlns:a16="http://schemas.microsoft.com/office/drawing/2014/main" id="{048CC5C9-2201-2942-B095-8767C4472FDA}"/>
              </a:ext>
            </a:extLst>
          </p:cNvPr>
          <p:cNvSpPr/>
          <p:nvPr/>
        </p:nvSpPr>
        <p:spPr>
          <a:xfrm>
            <a:off x="450055" y="1687829"/>
            <a:ext cx="5526645" cy="1203580"/>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7" name="Oval 6">
            <a:extLst>
              <a:ext uri="{FF2B5EF4-FFF2-40B4-BE49-F238E27FC236}">
                <a16:creationId xmlns:a16="http://schemas.microsoft.com/office/drawing/2014/main" id="{9B4D6E32-24E7-C902-DAE5-5EE9D3FB5127}"/>
              </a:ext>
            </a:extLst>
          </p:cNvPr>
          <p:cNvSpPr/>
          <p:nvPr/>
        </p:nvSpPr>
        <p:spPr>
          <a:xfrm>
            <a:off x="671121" y="1958020"/>
            <a:ext cx="638635" cy="638634"/>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9" name="Picture 8" descr="db_w.png">
            <a:extLst>
              <a:ext uri="{FF2B5EF4-FFF2-40B4-BE49-F238E27FC236}">
                <a16:creationId xmlns:a16="http://schemas.microsoft.com/office/drawing/2014/main" id="{F91DB305-5A08-4D35-51ED-D55BF38A9BFB}"/>
              </a:ext>
            </a:extLst>
          </p:cNvPr>
          <p:cNvPicPr>
            <a:picLocks noChangeAspect="1"/>
          </p:cNvPicPr>
          <p:nvPr/>
        </p:nvPicPr>
        <p:blipFill>
          <a:blip r:embed="rId3"/>
          <a:stretch>
            <a:fillRect/>
          </a:stretch>
        </p:blipFill>
        <p:spPr>
          <a:xfrm>
            <a:off x="837165" y="2124064"/>
            <a:ext cx="306544" cy="306544"/>
          </a:xfrm>
          <a:prstGeom prst="rect">
            <a:avLst/>
          </a:prstGeom>
        </p:spPr>
      </p:pic>
      <p:sp>
        <p:nvSpPr>
          <p:cNvPr id="11" name="TextBox 10">
            <a:extLst>
              <a:ext uri="{FF2B5EF4-FFF2-40B4-BE49-F238E27FC236}">
                <a16:creationId xmlns:a16="http://schemas.microsoft.com/office/drawing/2014/main" id="{A6ECC9B2-ECFC-3C84-C5F7-6A7C0A423B0A}"/>
              </a:ext>
            </a:extLst>
          </p:cNvPr>
          <p:cNvSpPr txBox="1"/>
          <p:nvPr/>
        </p:nvSpPr>
        <p:spPr>
          <a:xfrm>
            <a:off x="1506258" y="1810643"/>
            <a:ext cx="4323065" cy="276998"/>
          </a:xfrm>
          <a:prstGeom prst="rect">
            <a:avLst/>
          </a:prstGeom>
          <a:noFill/>
        </p:spPr>
        <p:txBody>
          <a:bodyPr wrap="square" lIns="0" tIns="0" rIns="0" bIns="0" anchor="t">
            <a:spAutoFit/>
          </a:bodyPr>
          <a:lstStyle/>
          <a:p>
            <a:pPr algn="l"/>
            <a:r>
              <a:rPr sz="1800" i="0">
                <a:solidFill>
                  <a:srgbClr val="333333"/>
                </a:solidFill>
                <a:latin typeface="+mj-lt"/>
              </a:rPr>
              <a:t>Zdravotní záznamy z eZdraví</a:t>
            </a:r>
          </a:p>
        </p:txBody>
      </p:sp>
      <p:sp>
        <p:nvSpPr>
          <p:cNvPr id="13" name="TextBox 12">
            <a:extLst>
              <a:ext uri="{FF2B5EF4-FFF2-40B4-BE49-F238E27FC236}">
                <a16:creationId xmlns:a16="http://schemas.microsoft.com/office/drawing/2014/main" id="{2EEE9095-2D0E-7ED0-FF2E-848C1656CA99}"/>
              </a:ext>
            </a:extLst>
          </p:cNvPr>
          <p:cNvSpPr txBox="1"/>
          <p:nvPr/>
        </p:nvSpPr>
        <p:spPr>
          <a:xfrm>
            <a:off x="1506258" y="2179086"/>
            <a:ext cx="4323065" cy="430887"/>
          </a:xfrm>
          <a:prstGeom prst="rect">
            <a:avLst/>
          </a:prstGeom>
          <a:noFill/>
        </p:spPr>
        <p:txBody>
          <a:bodyPr wrap="square" lIns="0" tIns="0" rIns="0" bIns="0" anchor="t">
            <a:spAutoFit/>
          </a:bodyPr>
          <a:lstStyle/>
          <a:p>
            <a:pPr algn="l"/>
            <a:r>
              <a:rPr sz="1400" b="0" i="0"/>
              <a:t>Propouštěcí zprávy, krevní testy vč. onkomarkerů (látky v krvi signalizující aktivitu nádoru), popisy CT/MRI, léky</a:t>
            </a:r>
          </a:p>
        </p:txBody>
      </p:sp>
      <p:sp>
        <p:nvSpPr>
          <p:cNvPr id="15" name="Data 2">
            <a:extLst>
              <a:ext uri="{FF2B5EF4-FFF2-40B4-BE49-F238E27FC236}">
                <a16:creationId xmlns:a16="http://schemas.microsoft.com/office/drawing/2014/main" id="{43872629-7105-F96C-3858-B0F447B540AE}"/>
              </a:ext>
            </a:extLst>
          </p:cNvPr>
          <p:cNvSpPr/>
          <p:nvPr/>
        </p:nvSpPr>
        <p:spPr>
          <a:xfrm>
            <a:off x="6234611" y="1687829"/>
            <a:ext cx="5526645" cy="1203580"/>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7" name="Oval 16">
            <a:extLst>
              <a:ext uri="{FF2B5EF4-FFF2-40B4-BE49-F238E27FC236}">
                <a16:creationId xmlns:a16="http://schemas.microsoft.com/office/drawing/2014/main" id="{222653B9-ED11-6209-978B-52FCBF9E2AAC}"/>
              </a:ext>
            </a:extLst>
          </p:cNvPr>
          <p:cNvSpPr/>
          <p:nvPr/>
        </p:nvSpPr>
        <p:spPr>
          <a:xfrm>
            <a:off x="6455675" y="1958020"/>
            <a:ext cx="638635" cy="638634"/>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19" name="Picture 18" descr="poll_w.png">
            <a:extLst>
              <a:ext uri="{FF2B5EF4-FFF2-40B4-BE49-F238E27FC236}">
                <a16:creationId xmlns:a16="http://schemas.microsoft.com/office/drawing/2014/main" id="{C4AE174E-8F16-D4B6-9C46-95841A7282D0}"/>
              </a:ext>
            </a:extLst>
          </p:cNvPr>
          <p:cNvPicPr>
            <a:picLocks noChangeAspect="1"/>
          </p:cNvPicPr>
          <p:nvPr/>
        </p:nvPicPr>
        <p:blipFill>
          <a:blip r:embed="rId4"/>
          <a:stretch>
            <a:fillRect/>
          </a:stretch>
        </p:blipFill>
        <p:spPr>
          <a:xfrm>
            <a:off x="6621720" y="2124064"/>
            <a:ext cx="306544" cy="306544"/>
          </a:xfrm>
          <a:prstGeom prst="rect">
            <a:avLst/>
          </a:prstGeom>
        </p:spPr>
      </p:pic>
      <p:sp>
        <p:nvSpPr>
          <p:cNvPr id="21" name="TextBox 20">
            <a:extLst>
              <a:ext uri="{FF2B5EF4-FFF2-40B4-BE49-F238E27FC236}">
                <a16:creationId xmlns:a16="http://schemas.microsoft.com/office/drawing/2014/main" id="{001AA9BD-A86A-100B-30AF-BE672D7480CD}"/>
              </a:ext>
            </a:extLst>
          </p:cNvPr>
          <p:cNvSpPr txBox="1"/>
          <p:nvPr/>
        </p:nvSpPr>
        <p:spPr>
          <a:xfrm>
            <a:off x="7290814" y="1810643"/>
            <a:ext cx="4323065" cy="276998"/>
          </a:xfrm>
          <a:prstGeom prst="rect">
            <a:avLst/>
          </a:prstGeom>
          <a:noFill/>
        </p:spPr>
        <p:txBody>
          <a:bodyPr wrap="square" lIns="0" tIns="0" rIns="0" bIns="0" anchor="t">
            <a:spAutoFit/>
          </a:bodyPr>
          <a:lstStyle/>
          <a:p>
            <a:pPr algn="l"/>
            <a:r>
              <a:rPr sz="1800" i="0">
                <a:solidFill>
                  <a:srgbClr val="333333"/>
                </a:solidFill>
                <a:latin typeface="+mj-lt"/>
              </a:rPr>
              <a:t>Dotazník pacienta (PROMs)</a:t>
            </a:r>
          </a:p>
        </p:txBody>
      </p:sp>
      <p:sp>
        <p:nvSpPr>
          <p:cNvPr id="23" name="TextBox 22">
            <a:extLst>
              <a:ext uri="{FF2B5EF4-FFF2-40B4-BE49-F238E27FC236}">
                <a16:creationId xmlns:a16="http://schemas.microsoft.com/office/drawing/2014/main" id="{B2810DC1-BDBC-D946-18A5-D231D532EF42}"/>
              </a:ext>
            </a:extLst>
          </p:cNvPr>
          <p:cNvSpPr txBox="1"/>
          <p:nvPr/>
        </p:nvSpPr>
        <p:spPr>
          <a:xfrm>
            <a:off x="7290814" y="2179086"/>
            <a:ext cx="4323065" cy="430887"/>
          </a:xfrm>
          <a:prstGeom prst="rect">
            <a:avLst/>
          </a:prstGeom>
          <a:noFill/>
        </p:spPr>
        <p:txBody>
          <a:bodyPr wrap="square" lIns="0" tIns="0" rIns="0" bIns="0" anchor="t">
            <a:spAutoFit/>
          </a:bodyPr>
          <a:lstStyle/>
          <a:p>
            <a:pPr algn="l"/>
            <a:r>
              <a:rPr sz="1400" b="0" i="0"/>
              <a:t>Co pacient sám hlásí: bolest, únava, psychika – podle ověřených dotazníků, min. 2 vyplnění v čase</a:t>
            </a:r>
          </a:p>
        </p:txBody>
      </p:sp>
      <p:sp>
        <p:nvSpPr>
          <p:cNvPr id="25" name="Data 3">
            <a:extLst>
              <a:ext uri="{FF2B5EF4-FFF2-40B4-BE49-F238E27FC236}">
                <a16:creationId xmlns:a16="http://schemas.microsoft.com/office/drawing/2014/main" id="{67A2D26A-73A1-7AA2-71E3-33A156EC048C}"/>
              </a:ext>
            </a:extLst>
          </p:cNvPr>
          <p:cNvSpPr/>
          <p:nvPr/>
        </p:nvSpPr>
        <p:spPr>
          <a:xfrm>
            <a:off x="450055" y="3038786"/>
            <a:ext cx="5526645" cy="1203580"/>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7" name="Oval 26">
            <a:extLst>
              <a:ext uri="{FF2B5EF4-FFF2-40B4-BE49-F238E27FC236}">
                <a16:creationId xmlns:a16="http://schemas.microsoft.com/office/drawing/2014/main" id="{98EB0E90-BD37-DED0-3069-633E1753E885}"/>
              </a:ext>
            </a:extLst>
          </p:cNvPr>
          <p:cNvSpPr/>
          <p:nvPr/>
        </p:nvSpPr>
        <p:spPr>
          <a:xfrm>
            <a:off x="671121" y="3308978"/>
            <a:ext cx="638635" cy="638634"/>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29" name="Picture 28" descr="clip_w.png">
            <a:extLst>
              <a:ext uri="{FF2B5EF4-FFF2-40B4-BE49-F238E27FC236}">
                <a16:creationId xmlns:a16="http://schemas.microsoft.com/office/drawing/2014/main" id="{F08339DB-EEB9-6A69-4218-A03933788521}"/>
              </a:ext>
            </a:extLst>
          </p:cNvPr>
          <p:cNvPicPr>
            <a:picLocks noChangeAspect="1"/>
          </p:cNvPicPr>
          <p:nvPr/>
        </p:nvPicPr>
        <p:blipFill>
          <a:blip r:embed="rId5"/>
          <a:stretch>
            <a:fillRect/>
          </a:stretch>
        </p:blipFill>
        <p:spPr>
          <a:xfrm>
            <a:off x="837165" y="3475021"/>
            <a:ext cx="306544" cy="306544"/>
          </a:xfrm>
          <a:prstGeom prst="rect">
            <a:avLst/>
          </a:prstGeom>
        </p:spPr>
      </p:pic>
      <p:sp>
        <p:nvSpPr>
          <p:cNvPr id="31" name="TextBox 30">
            <a:extLst>
              <a:ext uri="{FF2B5EF4-FFF2-40B4-BE49-F238E27FC236}">
                <a16:creationId xmlns:a16="http://schemas.microsoft.com/office/drawing/2014/main" id="{5C4AF7D5-62AA-F954-CD96-DF5E2956F497}"/>
              </a:ext>
            </a:extLst>
          </p:cNvPr>
          <p:cNvSpPr txBox="1"/>
          <p:nvPr/>
        </p:nvSpPr>
        <p:spPr>
          <a:xfrm>
            <a:off x="1506258" y="3161601"/>
            <a:ext cx="4323065" cy="276998"/>
          </a:xfrm>
          <a:prstGeom prst="rect">
            <a:avLst/>
          </a:prstGeom>
          <a:noFill/>
        </p:spPr>
        <p:txBody>
          <a:bodyPr wrap="square" lIns="0" tIns="0" rIns="0" bIns="0" anchor="t">
            <a:spAutoFit/>
          </a:bodyPr>
          <a:lstStyle/>
          <a:p>
            <a:pPr algn="l"/>
            <a:r>
              <a:rPr sz="1800" i="0">
                <a:solidFill>
                  <a:srgbClr val="333333"/>
                </a:solidFill>
                <a:latin typeface="+mj-lt"/>
              </a:rPr>
              <a:t>Nominace na komisi</a:t>
            </a:r>
          </a:p>
        </p:txBody>
      </p:sp>
      <p:sp>
        <p:nvSpPr>
          <p:cNvPr id="33" name="TextBox 32">
            <a:extLst>
              <a:ext uri="{FF2B5EF4-FFF2-40B4-BE49-F238E27FC236}">
                <a16:creationId xmlns:a16="http://schemas.microsoft.com/office/drawing/2014/main" id="{41B2928D-317B-7DDF-1AF0-73FF6BD29B0B}"/>
              </a:ext>
            </a:extLst>
          </p:cNvPr>
          <p:cNvSpPr txBox="1"/>
          <p:nvPr/>
        </p:nvSpPr>
        <p:spPr>
          <a:xfrm>
            <a:off x="1506258" y="3530042"/>
            <a:ext cx="4323065" cy="430887"/>
          </a:xfrm>
          <a:prstGeom prst="rect">
            <a:avLst/>
          </a:prstGeom>
          <a:noFill/>
        </p:spPr>
        <p:txBody>
          <a:bodyPr wrap="square" lIns="0" tIns="0" rIns="0" bIns="0" anchor="t">
            <a:spAutoFit/>
          </a:bodyPr>
          <a:lstStyle/>
          <a:p>
            <a:pPr algn="l"/>
            <a:r>
              <a:rPr sz="1400" b="0" i="0"/>
              <a:t>Kdo pacienta posílá, s jakou otázkou a proč; předchozí závěry</a:t>
            </a:r>
          </a:p>
        </p:txBody>
      </p:sp>
      <p:sp>
        <p:nvSpPr>
          <p:cNvPr id="35" name="Data 4">
            <a:extLst>
              <a:ext uri="{FF2B5EF4-FFF2-40B4-BE49-F238E27FC236}">
                <a16:creationId xmlns:a16="http://schemas.microsoft.com/office/drawing/2014/main" id="{C2B8B072-9270-216B-F45A-67D41A3446FC}"/>
              </a:ext>
            </a:extLst>
          </p:cNvPr>
          <p:cNvSpPr/>
          <p:nvPr/>
        </p:nvSpPr>
        <p:spPr>
          <a:xfrm>
            <a:off x="6234611" y="3038786"/>
            <a:ext cx="5526645" cy="1203580"/>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37" name="Oval 36">
            <a:extLst>
              <a:ext uri="{FF2B5EF4-FFF2-40B4-BE49-F238E27FC236}">
                <a16:creationId xmlns:a16="http://schemas.microsoft.com/office/drawing/2014/main" id="{D15F1187-D552-F8CB-EEA3-43FAA5E47E9C}"/>
              </a:ext>
            </a:extLst>
          </p:cNvPr>
          <p:cNvSpPr/>
          <p:nvPr/>
        </p:nvSpPr>
        <p:spPr>
          <a:xfrm>
            <a:off x="6455675" y="3308978"/>
            <a:ext cx="638635" cy="638634"/>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39" name="Picture 38" descr="book_w.png">
            <a:extLst>
              <a:ext uri="{FF2B5EF4-FFF2-40B4-BE49-F238E27FC236}">
                <a16:creationId xmlns:a16="http://schemas.microsoft.com/office/drawing/2014/main" id="{6CDF147E-9769-5949-0476-AA2E9E6652D7}"/>
              </a:ext>
            </a:extLst>
          </p:cNvPr>
          <p:cNvPicPr>
            <a:picLocks noChangeAspect="1"/>
          </p:cNvPicPr>
          <p:nvPr/>
        </p:nvPicPr>
        <p:blipFill>
          <a:blip r:embed="rId6"/>
          <a:stretch>
            <a:fillRect/>
          </a:stretch>
        </p:blipFill>
        <p:spPr>
          <a:xfrm>
            <a:off x="6621720" y="3475021"/>
            <a:ext cx="306544" cy="306544"/>
          </a:xfrm>
          <a:prstGeom prst="rect">
            <a:avLst/>
          </a:prstGeom>
        </p:spPr>
      </p:pic>
      <p:sp>
        <p:nvSpPr>
          <p:cNvPr id="41" name="TextBox 40">
            <a:extLst>
              <a:ext uri="{FF2B5EF4-FFF2-40B4-BE49-F238E27FC236}">
                <a16:creationId xmlns:a16="http://schemas.microsoft.com/office/drawing/2014/main" id="{188A386E-E719-AA1E-681E-F73F349D9BEF}"/>
              </a:ext>
            </a:extLst>
          </p:cNvPr>
          <p:cNvSpPr txBox="1"/>
          <p:nvPr/>
        </p:nvSpPr>
        <p:spPr>
          <a:xfrm>
            <a:off x="7290814" y="3161601"/>
            <a:ext cx="4323065" cy="276998"/>
          </a:xfrm>
          <a:prstGeom prst="rect">
            <a:avLst/>
          </a:prstGeom>
          <a:noFill/>
        </p:spPr>
        <p:txBody>
          <a:bodyPr wrap="square" lIns="0" tIns="0" rIns="0" bIns="0" anchor="t">
            <a:spAutoFit/>
          </a:bodyPr>
          <a:lstStyle/>
          <a:p>
            <a:pPr algn="l"/>
            <a:r>
              <a:rPr sz="1800" i="0">
                <a:solidFill>
                  <a:srgbClr val="333333"/>
                </a:solidFill>
                <a:latin typeface="+mj-lt"/>
              </a:rPr>
              <a:t>Doporučené postupy a studie</a:t>
            </a:r>
          </a:p>
        </p:txBody>
      </p:sp>
      <p:sp>
        <p:nvSpPr>
          <p:cNvPr id="43" name="TextBox 42">
            <a:extLst>
              <a:ext uri="{FF2B5EF4-FFF2-40B4-BE49-F238E27FC236}">
                <a16:creationId xmlns:a16="http://schemas.microsoft.com/office/drawing/2014/main" id="{A52311A8-7337-6AFA-ACAE-097DB963189D}"/>
              </a:ext>
            </a:extLst>
          </p:cNvPr>
          <p:cNvSpPr txBox="1"/>
          <p:nvPr/>
        </p:nvSpPr>
        <p:spPr>
          <a:xfrm>
            <a:off x="7290814" y="3530042"/>
            <a:ext cx="4323065" cy="430887"/>
          </a:xfrm>
          <a:prstGeom prst="rect">
            <a:avLst/>
          </a:prstGeom>
          <a:noFill/>
        </p:spPr>
        <p:txBody>
          <a:bodyPr wrap="square" lIns="0" tIns="0" rIns="0" bIns="0" anchor="t">
            <a:spAutoFit/>
          </a:bodyPr>
          <a:lstStyle/>
          <a:p>
            <a:pPr algn="l"/>
            <a:r>
              <a:rPr sz="1400" b="0" i="0"/>
              <a:t>Výtah z odborných doporučení (guidelines) + 3–5 smyšlených klinických studií</a:t>
            </a:r>
          </a:p>
        </p:txBody>
      </p:sp>
      <p:sp>
        <p:nvSpPr>
          <p:cNvPr id="45" name="Data 5">
            <a:extLst>
              <a:ext uri="{FF2B5EF4-FFF2-40B4-BE49-F238E27FC236}">
                <a16:creationId xmlns:a16="http://schemas.microsoft.com/office/drawing/2014/main" id="{F947172F-1DC2-8ACF-C2E6-9DF61690C5B0}"/>
              </a:ext>
            </a:extLst>
          </p:cNvPr>
          <p:cNvSpPr/>
          <p:nvPr/>
        </p:nvSpPr>
        <p:spPr>
          <a:xfrm>
            <a:off x="450055" y="4389743"/>
            <a:ext cx="5526645" cy="1203580"/>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47" name="Oval 46">
            <a:extLst>
              <a:ext uri="{FF2B5EF4-FFF2-40B4-BE49-F238E27FC236}">
                <a16:creationId xmlns:a16="http://schemas.microsoft.com/office/drawing/2014/main" id="{3CD68DE8-15CB-D90D-16F5-2AA78D730B27}"/>
              </a:ext>
            </a:extLst>
          </p:cNvPr>
          <p:cNvSpPr/>
          <p:nvPr/>
        </p:nvSpPr>
        <p:spPr>
          <a:xfrm>
            <a:off x="671121" y="4659935"/>
            <a:ext cx="638635" cy="638634"/>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49" name="Picture 48" descr="users_w.png">
            <a:extLst>
              <a:ext uri="{FF2B5EF4-FFF2-40B4-BE49-F238E27FC236}">
                <a16:creationId xmlns:a16="http://schemas.microsoft.com/office/drawing/2014/main" id="{822A7EA4-4225-C1A1-4FAE-010E67E90A39}"/>
              </a:ext>
            </a:extLst>
          </p:cNvPr>
          <p:cNvPicPr>
            <a:picLocks noChangeAspect="1"/>
          </p:cNvPicPr>
          <p:nvPr/>
        </p:nvPicPr>
        <p:blipFill>
          <a:blip r:embed="rId7"/>
          <a:stretch>
            <a:fillRect/>
          </a:stretch>
        </p:blipFill>
        <p:spPr>
          <a:xfrm>
            <a:off x="837165" y="4825979"/>
            <a:ext cx="306544" cy="306544"/>
          </a:xfrm>
          <a:prstGeom prst="rect">
            <a:avLst/>
          </a:prstGeom>
        </p:spPr>
      </p:pic>
      <p:sp>
        <p:nvSpPr>
          <p:cNvPr id="51" name="TextBox 50">
            <a:extLst>
              <a:ext uri="{FF2B5EF4-FFF2-40B4-BE49-F238E27FC236}">
                <a16:creationId xmlns:a16="http://schemas.microsoft.com/office/drawing/2014/main" id="{F45581BD-26F7-72E0-9AA1-0E8EAC7891BE}"/>
              </a:ext>
            </a:extLst>
          </p:cNvPr>
          <p:cNvSpPr txBox="1"/>
          <p:nvPr/>
        </p:nvSpPr>
        <p:spPr>
          <a:xfrm>
            <a:off x="1506258" y="4512558"/>
            <a:ext cx="4323065" cy="276998"/>
          </a:xfrm>
          <a:prstGeom prst="rect">
            <a:avLst/>
          </a:prstGeom>
          <a:noFill/>
        </p:spPr>
        <p:txBody>
          <a:bodyPr wrap="square" lIns="0" tIns="0" rIns="0" bIns="0" anchor="t">
            <a:spAutoFit/>
          </a:bodyPr>
          <a:lstStyle/>
          <a:p>
            <a:pPr algn="l"/>
            <a:r>
              <a:rPr sz="1800" i="0">
                <a:solidFill>
                  <a:srgbClr val="333333"/>
                </a:solidFill>
                <a:latin typeface="+mj-lt"/>
              </a:rPr>
              <a:t>3–5 příběhů pacientů</a:t>
            </a:r>
          </a:p>
        </p:txBody>
      </p:sp>
      <p:sp>
        <p:nvSpPr>
          <p:cNvPr id="53" name="TextBox 52">
            <a:extLst>
              <a:ext uri="{FF2B5EF4-FFF2-40B4-BE49-F238E27FC236}">
                <a16:creationId xmlns:a16="http://schemas.microsoft.com/office/drawing/2014/main" id="{D255979C-55C3-2E00-B8F2-8C680C9855B9}"/>
              </a:ext>
            </a:extLst>
          </p:cNvPr>
          <p:cNvSpPr txBox="1"/>
          <p:nvPr/>
        </p:nvSpPr>
        <p:spPr>
          <a:xfrm>
            <a:off x="1506258" y="4881001"/>
            <a:ext cx="4323065" cy="430887"/>
          </a:xfrm>
          <a:prstGeom prst="rect">
            <a:avLst/>
          </a:prstGeom>
          <a:noFill/>
        </p:spPr>
        <p:txBody>
          <a:bodyPr wrap="square" lIns="0" tIns="0" rIns="0" bIns="0" anchor="t">
            <a:spAutoFit/>
          </a:bodyPr>
          <a:lstStyle/>
          <a:p>
            <a:pPr algn="l"/>
            <a:r>
              <a:rPr sz="1400" b="0" i="0"/>
              <a:t>Různé typy nádorů se schválně vloženými chybami a mezerami + správné řešení pro hodnocení</a:t>
            </a:r>
          </a:p>
        </p:txBody>
      </p:sp>
      <p:sp>
        <p:nvSpPr>
          <p:cNvPr id="55" name="Data 6">
            <a:extLst>
              <a:ext uri="{FF2B5EF4-FFF2-40B4-BE49-F238E27FC236}">
                <a16:creationId xmlns:a16="http://schemas.microsoft.com/office/drawing/2014/main" id="{70C25503-4492-B7C9-D086-FC30DA1AB449}"/>
              </a:ext>
            </a:extLst>
          </p:cNvPr>
          <p:cNvSpPr/>
          <p:nvPr/>
        </p:nvSpPr>
        <p:spPr>
          <a:xfrm>
            <a:off x="6234611" y="4389743"/>
            <a:ext cx="5526645" cy="1203580"/>
          </a:xfrm>
          <a:prstGeom prst="roundRect">
            <a:avLst>
              <a:gd name="adj" fmla="val 6000"/>
            </a:avLst>
          </a:prstGeom>
          <a:solidFill>
            <a:srgbClr val="F2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57" name="Oval 56">
            <a:extLst>
              <a:ext uri="{FF2B5EF4-FFF2-40B4-BE49-F238E27FC236}">
                <a16:creationId xmlns:a16="http://schemas.microsoft.com/office/drawing/2014/main" id="{60514F06-06DC-CFFC-9FC2-341F27E8B4D5}"/>
              </a:ext>
            </a:extLst>
          </p:cNvPr>
          <p:cNvSpPr/>
          <p:nvPr/>
        </p:nvSpPr>
        <p:spPr>
          <a:xfrm>
            <a:off x="6455675" y="4659935"/>
            <a:ext cx="638635" cy="638634"/>
          </a:xfrm>
          <a:prstGeom prst="ellipse">
            <a:avLst/>
          </a:prstGeom>
          <a:solidFill>
            <a:srgbClr val="546B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59" name="Picture 58" descr="mic_w.png">
            <a:extLst>
              <a:ext uri="{FF2B5EF4-FFF2-40B4-BE49-F238E27FC236}">
                <a16:creationId xmlns:a16="http://schemas.microsoft.com/office/drawing/2014/main" id="{AA8C21AA-B0AD-D423-6073-3B7561516B13}"/>
              </a:ext>
            </a:extLst>
          </p:cNvPr>
          <p:cNvPicPr>
            <a:picLocks noChangeAspect="1"/>
          </p:cNvPicPr>
          <p:nvPr/>
        </p:nvPicPr>
        <p:blipFill>
          <a:blip r:embed="rId8"/>
          <a:stretch>
            <a:fillRect/>
          </a:stretch>
        </p:blipFill>
        <p:spPr>
          <a:xfrm>
            <a:off x="6621720" y="4825979"/>
            <a:ext cx="306544" cy="306544"/>
          </a:xfrm>
          <a:prstGeom prst="rect">
            <a:avLst/>
          </a:prstGeom>
        </p:spPr>
      </p:pic>
      <p:sp>
        <p:nvSpPr>
          <p:cNvPr id="61" name="TextBox 60">
            <a:extLst>
              <a:ext uri="{FF2B5EF4-FFF2-40B4-BE49-F238E27FC236}">
                <a16:creationId xmlns:a16="http://schemas.microsoft.com/office/drawing/2014/main" id="{06E59808-4E2A-83C9-4EE9-AEBCE30EEDE9}"/>
              </a:ext>
            </a:extLst>
          </p:cNvPr>
          <p:cNvSpPr txBox="1"/>
          <p:nvPr/>
        </p:nvSpPr>
        <p:spPr>
          <a:xfrm>
            <a:off x="7290814" y="4512558"/>
            <a:ext cx="4323065" cy="276998"/>
          </a:xfrm>
          <a:prstGeom prst="rect">
            <a:avLst/>
          </a:prstGeom>
          <a:noFill/>
        </p:spPr>
        <p:txBody>
          <a:bodyPr wrap="square" lIns="0" tIns="0" rIns="0" bIns="0" anchor="t">
            <a:spAutoFit/>
          </a:bodyPr>
          <a:lstStyle/>
          <a:p>
            <a:pPr algn="l"/>
            <a:r>
              <a:rPr sz="1800" i="0">
                <a:solidFill>
                  <a:srgbClr val="333333"/>
                </a:solidFill>
                <a:latin typeface="+mj-lt"/>
              </a:rPr>
              <a:t>Bonus: přepis diskuse</a:t>
            </a:r>
          </a:p>
        </p:txBody>
      </p:sp>
      <p:sp>
        <p:nvSpPr>
          <p:cNvPr id="63" name="TextBox 62">
            <a:extLst>
              <a:ext uri="{FF2B5EF4-FFF2-40B4-BE49-F238E27FC236}">
                <a16:creationId xmlns:a16="http://schemas.microsoft.com/office/drawing/2014/main" id="{DFD5C0CE-BD7E-71DA-265F-CE69E8A4ECA9}"/>
              </a:ext>
            </a:extLst>
          </p:cNvPr>
          <p:cNvSpPr txBox="1"/>
          <p:nvPr/>
        </p:nvSpPr>
        <p:spPr>
          <a:xfrm>
            <a:off x="7290814" y="4881001"/>
            <a:ext cx="4323065" cy="215444"/>
          </a:xfrm>
          <a:prstGeom prst="rect">
            <a:avLst/>
          </a:prstGeom>
          <a:noFill/>
        </p:spPr>
        <p:txBody>
          <a:bodyPr wrap="square" lIns="0" tIns="0" rIns="0" bIns="0" anchor="t">
            <a:spAutoFit/>
          </a:bodyPr>
          <a:lstStyle/>
          <a:p>
            <a:pPr algn="l"/>
            <a:r>
              <a:rPr sz="1400" b="0" i="0"/>
              <a:t>Text (příp. audio) z porady pro testování AI zapisovatele</a:t>
            </a:r>
          </a:p>
        </p:txBody>
      </p:sp>
      <p:sp>
        <p:nvSpPr>
          <p:cNvPr id="65" name="TextBox 64">
            <a:extLst>
              <a:ext uri="{FF2B5EF4-FFF2-40B4-BE49-F238E27FC236}">
                <a16:creationId xmlns:a16="http://schemas.microsoft.com/office/drawing/2014/main" id="{DBC4D3A8-06B7-BADF-E80A-EC87B1B4B3A4}"/>
              </a:ext>
            </a:extLst>
          </p:cNvPr>
          <p:cNvSpPr txBox="1"/>
          <p:nvPr/>
        </p:nvSpPr>
        <p:spPr>
          <a:xfrm>
            <a:off x="579011" y="5895550"/>
            <a:ext cx="11182246" cy="184666"/>
          </a:xfrm>
          <a:prstGeom prst="rect">
            <a:avLst/>
          </a:prstGeom>
          <a:noFill/>
        </p:spPr>
        <p:txBody>
          <a:bodyPr wrap="square" lIns="0" tIns="0" rIns="0" bIns="0" anchor="t">
            <a:spAutoFit/>
          </a:bodyPr>
          <a:lstStyle/>
          <a:p>
            <a:pPr algn="l"/>
            <a:r>
              <a:rPr sz="1200" i="0">
                <a:latin typeface="+mj-lt"/>
              </a:rPr>
              <a:t>Více: </a:t>
            </a:r>
            <a:r>
              <a:rPr sz="1200" b="0" i="0" u="sng">
                <a:hlinkClick r:id="rId9">
                  <a:extLst>
                    <a:ext uri="{A12FA001-AC4F-418D-AE19-62706E023703}">
                      <ahyp:hlinkClr xmlns:ahyp="http://schemas.microsoft.com/office/drawing/2018/hyperlinkcolor" val="tx"/>
                    </a:ext>
                  </a:extLst>
                </a:hlinkClick>
              </a:rPr>
              <a:t>EORTC QLQ-C30 (dotazník kvality života)</a:t>
            </a:r>
            <a:r>
              <a:rPr sz="1200" b="0" i="0"/>
              <a:t>  ·  </a:t>
            </a:r>
            <a:r>
              <a:rPr sz="1200" b="0" i="0" u="sng">
                <a:hlinkClick r:id="rId10">
                  <a:extLst>
                    <a:ext uri="{A12FA001-AC4F-418D-AE19-62706E023703}">
                      <ahyp:hlinkClr xmlns:ahyp="http://schemas.microsoft.com/office/drawing/2018/hyperlinkcolor" val="tx"/>
                    </a:ext>
                  </a:extLst>
                </a:hlinkClick>
              </a:rPr>
              <a:t>PRO-CTCAE (nežádoucí účinky z pohledu pacienta)</a:t>
            </a:r>
            <a:r>
              <a:rPr sz="1200" b="0" i="0"/>
              <a:t>  ·  </a:t>
            </a:r>
            <a:r>
              <a:rPr sz="1200" b="0" i="0" u="sng">
                <a:hlinkClick r:id="rId11">
                  <a:extLst>
                    <a:ext uri="{A12FA001-AC4F-418D-AE19-62706E023703}">
                      <ahyp:hlinkClr xmlns:ahyp="http://schemas.microsoft.com/office/drawing/2018/hyperlinkcolor" val="tx"/>
                    </a:ext>
                  </a:extLst>
                </a:hlinkClick>
              </a:rPr>
              <a:t>ESMO guidelines</a:t>
            </a:r>
          </a:p>
        </p:txBody>
      </p:sp>
    </p:spTree>
    <p:extLst>
      <p:ext uri="{BB962C8B-B14F-4D97-AF65-F5344CB8AC3E}">
        <p14:creationId xmlns:p14="http://schemas.microsoft.com/office/powerpoint/2010/main" val="313636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C5D57D-4991-E324-975F-78F4DF52D2B0}"/>
              </a:ext>
            </a:extLst>
          </p:cNvPr>
          <p:cNvSpPr>
            <a:spLocks noGrp="1"/>
          </p:cNvSpPr>
          <p:nvPr>
            <p:ph type="sldNum" sz="quarter" idx="12"/>
          </p:nvPr>
        </p:nvSpPr>
        <p:spPr/>
        <p:txBody>
          <a:bodyPr/>
          <a:lstStyle/>
          <a:p>
            <a:fld id="{9DC1E638-3F78-4E0D-883A-B278700C48C0}" type="slidenum">
              <a:rPr lang="pl-PL" smtClean="0"/>
              <a:pPr/>
              <a:t>8</a:t>
            </a:fld>
            <a:endParaRPr lang="pl-PL" dirty="0"/>
          </a:p>
        </p:txBody>
      </p:sp>
      <p:sp>
        <p:nvSpPr>
          <p:cNvPr id="3" name="Title 2">
            <a:extLst>
              <a:ext uri="{FF2B5EF4-FFF2-40B4-BE49-F238E27FC236}">
                <a16:creationId xmlns:a16="http://schemas.microsoft.com/office/drawing/2014/main" id="{FE4A8D38-46E5-3330-6088-6B8CFD469DA4}"/>
              </a:ext>
            </a:extLst>
          </p:cNvPr>
          <p:cNvSpPr>
            <a:spLocks noGrp="1"/>
          </p:cNvSpPr>
          <p:nvPr>
            <p:ph type="title"/>
          </p:nvPr>
        </p:nvSpPr>
        <p:spPr/>
        <p:txBody>
          <a:bodyPr/>
          <a:lstStyle/>
          <a:p>
            <a:r>
              <a:rPr lang="pl-PL"/>
              <a:t>Standardy: společný jazyk zdravotnických dat</a:t>
            </a:r>
            <a:endParaRPr lang="en-US"/>
          </a:p>
        </p:txBody>
      </p:sp>
      <p:sp>
        <p:nvSpPr>
          <p:cNvPr id="5" name="FHIR panel">
            <a:extLst>
              <a:ext uri="{FF2B5EF4-FFF2-40B4-BE49-F238E27FC236}">
                <a16:creationId xmlns:a16="http://schemas.microsoft.com/office/drawing/2014/main" id="{77545254-9DEE-9159-9B4D-6111F854295A}"/>
              </a:ext>
            </a:extLst>
          </p:cNvPr>
          <p:cNvSpPr/>
          <p:nvPr/>
        </p:nvSpPr>
        <p:spPr>
          <a:xfrm>
            <a:off x="494833" y="1573530"/>
            <a:ext cx="5932916" cy="3975667"/>
          </a:xfrm>
          <a:prstGeom prst="roundRect">
            <a:avLst>
              <a:gd name="adj" fmla="val 3844"/>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4000"/>
          </a:p>
        </p:txBody>
      </p:sp>
      <p:sp>
        <p:nvSpPr>
          <p:cNvPr id="7" name="Oval 6">
            <a:extLst>
              <a:ext uri="{FF2B5EF4-FFF2-40B4-BE49-F238E27FC236}">
                <a16:creationId xmlns:a16="http://schemas.microsoft.com/office/drawing/2014/main" id="{E6D16657-49B8-3C85-6E06-5BEA0708A144}"/>
              </a:ext>
            </a:extLst>
          </p:cNvPr>
          <p:cNvSpPr/>
          <p:nvPr/>
        </p:nvSpPr>
        <p:spPr>
          <a:xfrm>
            <a:off x="678325" y="1720324"/>
            <a:ext cx="562710" cy="562710"/>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4000"/>
          </a:p>
        </p:txBody>
      </p:sp>
      <p:pic>
        <p:nvPicPr>
          <p:cNvPr id="9" name="Picture 8" descr="diagram_w.png">
            <a:extLst>
              <a:ext uri="{FF2B5EF4-FFF2-40B4-BE49-F238E27FC236}">
                <a16:creationId xmlns:a16="http://schemas.microsoft.com/office/drawing/2014/main" id="{82D5E709-C29C-BD56-B9A3-68C47884C9D6}"/>
              </a:ext>
            </a:extLst>
          </p:cNvPr>
          <p:cNvPicPr>
            <a:picLocks noChangeAspect="1"/>
          </p:cNvPicPr>
          <p:nvPr/>
        </p:nvPicPr>
        <p:blipFill>
          <a:blip r:embed="rId3"/>
          <a:stretch>
            <a:fillRect/>
          </a:stretch>
        </p:blipFill>
        <p:spPr>
          <a:xfrm>
            <a:off x="824629" y="1866628"/>
            <a:ext cx="270100" cy="270100"/>
          </a:xfrm>
          <a:prstGeom prst="rect">
            <a:avLst/>
          </a:prstGeom>
        </p:spPr>
      </p:pic>
      <p:sp>
        <p:nvSpPr>
          <p:cNvPr id="11" name="TextBox 10">
            <a:extLst>
              <a:ext uri="{FF2B5EF4-FFF2-40B4-BE49-F238E27FC236}">
                <a16:creationId xmlns:a16="http://schemas.microsoft.com/office/drawing/2014/main" id="{CB9F8D0C-07A7-73C4-0213-79D27C21D76D}"/>
              </a:ext>
            </a:extLst>
          </p:cNvPr>
          <p:cNvSpPr txBox="1"/>
          <p:nvPr/>
        </p:nvSpPr>
        <p:spPr>
          <a:xfrm>
            <a:off x="1375596" y="1695858"/>
            <a:ext cx="4954291" cy="615553"/>
          </a:xfrm>
          <a:prstGeom prst="rect">
            <a:avLst/>
          </a:prstGeom>
          <a:noFill/>
        </p:spPr>
        <p:txBody>
          <a:bodyPr wrap="square" lIns="0" tIns="0" rIns="0" bIns="0" anchor="t">
            <a:spAutoFit/>
          </a:bodyPr>
          <a:lstStyle/>
          <a:p>
            <a:pPr algn="l"/>
            <a:r>
              <a:rPr i="0">
                <a:latin typeface="+mj-lt"/>
              </a:rPr>
              <a:t>HL7 FHIR R4</a:t>
            </a:r>
          </a:p>
          <a:p>
            <a:pPr algn="l"/>
            <a:r>
              <a:rPr sz="1600" b="0" i="0"/>
              <a:t>mezinárodní standard pro výměnu zdravotních dat</a:t>
            </a:r>
          </a:p>
        </p:txBody>
      </p:sp>
      <p:sp>
        <p:nvSpPr>
          <p:cNvPr id="13" name="TextBox 12">
            <a:extLst>
              <a:ext uri="{FF2B5EF4-FFF2-40B4-BE49-F238E27FC236}">
                <a16:creationId xmlns:a16="http://schemas.microsoft.com/office/drawing/2014/main" id="{303E06CE-C350-FAB3-7739-ED596E689886}"/>
              </a:ext>
            </a:extLst>
          </p:cNvPr>
          <p:cNvSpPr txBox="1"/>
          <p:nvPr/>
        </p:nvSpPr>
        <p:spPr>
          <a:xfrm>
            <a:off x="702791" y="2429827"/>
            <a:ext cx="5565932" cy="492443"/>
          </a:xfrm>
          <a:prstGeom prst="rect">
            <a:avLst/>
          </a:prstGeom>
          <a:noFill/>
        </p:spPr>
        <p:txBody>
          <a:bodyPr wrap="square" lIns="0" tIns="0" rIns="0" bIns="0" anchor="t">
            <a:spAutoFit/>
          </a:bodyPr>
          <a:lstStyle/>
          <a:p>
            <a:pPr algn="l"/>
            <a:r>
              <a:rPr sz="1600" b="0" i="0">
                <a:solidFill>
                  <a:srgbClr val="333333"/>
                </a:solidFill>
              </a:rPr>
              <a:t>Data skládá z „kostek“ (tzv. zdrojů). Pro export závěru komise se hodí např.:</a:t>
            </a:r>
          </a:p>
        </p:txBody>
      </p:sp>
      <p:sp>
        <p:nvSpPr>
          <p:cNvPr id="15" name="FHIR Condition">
            <a:extLst>
              <a:ext uri="{FF2B5EF4-FFF2-40B4-BE49-F238E27FC236}">
                <a16:creationId xmlns:a16="http://schemas.microsoft.com/office/drawing/2014/main" id="{A6B2DB9F-9A4D-6964-ADBB-4FE6E555D674}"/>
              </a:ext>
            </a:extLst>
          </p:cNvPr>
          <p:cNvSpPr/>
          <p:nvPr/>
        </p:nvSpPr>
        <p:spPr>
          <a:xfrm>
            <a:off x="702791" y="3004770"/>
            <a:ext cx="2079579" cy="489313"/>
          </a:xfrm>
          <a:prstGeom prst="roundRect">
            <a:avLst>
              <a:gd name="adj" fmla="val 6000"/>
            </a:avLst>
          </a:prstGeom>
          <a:solidFill>
            <a:srgbClr val="FFFFFF"/>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600" i="0">
                <a:solidFill>
                  <a:schemeClr val="bg2">
                    <a:lumMod val="75000"/>
                  </a:schemeClr>
                </a:solidFill>
                <a:latin typeface="+mj-lt"/>
              </a:rPr>
              <a:t>Condition</a:t>
            </a:r>
          </a:p>
        </p:txBody>
      </p:sp>
      <p:sp>
        <p:nvSpPr>
          <p:cNvPr id="17" name="TextBox 16">
            <a:extLst>
              <a:ext uri="{FF2B5EF4-FFF2-40B4-BE49-F238E27FC236}">
                <a16:creationId xmlns:a16="http://schemas.microsoft.com/office/drawing/2014/main" id="{76F95300-0221-7056-66F1-570BC252A7FF}"/>
              </a:ext>
            </a:extLst>
          </p:cNvPr>
          <p:cNvSpPr txBox="1"/>
          <p:nvPr/>
        </p:nvSpPr>
        <p:spPr>
          <a:xfrm>
            <a:off x="2929163" y="3126317"/>
            <a:ext cx="3425189" cy="246222"/>
          </a:xfrm>
          <a:prstGeom prst="rect">
            <a:avLst/>
          </a:prstGeom>
          <a:noFill/>
        </p:spPr>
        <p:txBody>
          <a:bodyPr wrap="square" lIns="0" tIns="0" rIns="0" bIns="0" anchor="ctr">
            <a:spAutoFit/>
          </a:bodyPr>
          <a:lstStyle/>
          <a:p>
            <a:pPr algn="l"/>
            <a:r>
              <a:rPr sz="1600" b="0" i="0">
                <a:solidFill>
                  <a:srgbClr val="333333"/>
                </a:solidFill>
              </a:rPr>
              <a:t>diagnóza a rozsah nádoru</a:t>
            </a:r>
          </a:p>
        </p:txBody>
      </p:sp>
      <p:sp>
        <p:nvSpPr>
          <p:cNvPr id="19" name="FHIR Observation">
            <a:extLst>
              <a:ext uri="{FF2B5EF4-FFF2-40B4-BE49-F238E27FC236}">
                <a16:creationId xmlns:a16="http://schemas.microsoft.com/office/drawing/2014/main" id="{FCEB74D5-D4D5-030D-C2C1-B1BC0C5EEA67}"/>
              </a:ext>
            </a:extLst>
          </p:cNvPr>
          <p:cNvSpPr/>
          <p:nvPr/>
        </p:nvSpPr>
        <p:spPr>
          <a:xfrm>
            <a:off x="702791" y="3616411"/>
            <a:ext cx="2079579" cy="489313"/>
          </a:xfrm>
          <a:prstGeom prst="roundRect">
            <a:avLst>
              <a:gd name="adj" fmla="val 6000"/>
            </a:avLst>
          </a:prstGeom>
          <a:solidFill>
            <a:srgbClr val="FFFFFF"/>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600" i="0">
                <a:solidFill>
                  <a:schemeClr val="bg2">
                    <a:lumMod val="75000"/>
                  </a:schemeClr>
                </a:solidFill>
                <a:latin typeface="+mj-lt"/>
              </a:rPr>
              <a:t>Observation</a:t>
            </a:r>
          </a:p>
        </p:txBody>
      </p:sp>
      <p:sp>
        <p:nvSpPr>
          <p:cNvPr id="21" name="TextBox 20">
            <a:extLst>
              <a:ext uri="{FF2B5EF4-FFF2-40B4-BE49-F238E27FC236}">
                <a16:creationId xmlns:a16="http://schemas.microsoft.com/office/drawing/2014/main" id="{8AC66F31-0448-7E59-DE93-DFD47A12E898}"/>
              </a:ext>
            </a:extLst>
          </p:cNvPr>
          <p:cNvSpPr txBox="1"/>
          <p:nvPr/>
        </p:nvSpPr>
        <p:spPr>
          <a:xfrm>
            <a:off x="2929163" y="3737957"/>
            <a:ext cx="3425189" cy="246222"/>
          </a:xfrm>
          <a:prstGeom prst="rect">
            <a:avLst/>
          </a:prstGeom>
          <a:noFill/>
        </p:spPr>
        <p:txBody>
          <a:bodyPr wrap="square" lIns="0" tIns="0" rIns="0" bIns="0" anchor="ctr">
            <a:spAutoFit/>
          </a:bodyPr>
          <a:lstStyle/>
          <a:p>
            <a:pPr algn="l"/>
            <a:r>
              <a:rPr sz="1600" b="0" i="0">
                <a:solidFill>
                  <a:srgbClr val="333333"/>
                </a:solidFill>
              </a:rPr>
              <a:t>biomarkery, kondice, dotazník</a:t>
            </a:r>
          </a:p>
        </p:txBody>
      </p:sp>
      <p:sp>
        <p:nvSpPr>
          <p:cNvPr id="23" name="FHIR CarePlan + Task">
            <a:extLst>
              <a:ext uri="{FF2B5EF4-FFF2-40B4-BE49-F238E27FC236}">
                <a16:creationId xmlns:a16="http://schemas.microsoft.com/office/drawing/2014/main" id="{C3C8E8F8-BDCA-2B1D-414E-C282014C74D9}"/>
              </a:ext>
            </a:extLst>
          </p:cNvPr>
          <p:cNvSpPr/>
          <p:nvPr/>
        </p:nvSpPr>
        <p:spPr>
          <a:xfrm>
            <a:off x="702791" y="4228052"/>
            <a:ext cx="2079579" cy="489313"/>
          </a:xfrm>
          <a:prstGeom prst="roundRect">
            <a:avLst>
              <a:gd name="adj" fmla="val 6000"/>
            </a:avLst>
          </a:prstGeom>
          <a:solidFill>
            <a:srgbClr val="FFFFFF"/>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600" i="0">
                <a:solidFill>
                  <a:schemeClr val="bg2">
                    <a:lumMod val="75000"/>
                  </a:schemeClr>
                </a:solidFill>
                <a:latin typeface="+mj-lt"/>
              </a:rPr>
              <a:t>CarePlan + Task</a:t>
            </a:r>
          </a:p>
        </p:txBody>
      </p:sp>
      <p:sp>
        <p:nvSpPr>
          <p:cNvPr id="25" name="TextBox 24">
            <a:extLst>
              <a:ext uri="{FF2B5EF4-FFF2-40B4-BE49-F238E27FC236}">
                <a16:creationId xmlns:a16="http://schemas.microsoft.com/office/drawing/2014/main" id="{F96A131F-EDE9-AAFE-FF95-D2B76C51155A}"/>
              </a:ext>
            </a:extLst>
          </p:cNvPr>
          <p:cNvSpPr txBox="1"/>
          <p:nvPr/>
        </p:nvSpPr>
        <p:spPr>
          <a:xfrm>
            <a:off x="2929163" y="4349599"/>
            <a:ext cx="3425189" cy="246222"/>
          </a:xfrm>
          <a:prstGeom prst="rect">
            <a:avLst/>
          </a:prstGeom>
          <a:noFill/>
        </p:spPr>
        <p:txBody>
          <a:bodyPr wrap="square" lIns="0" tIns="0" rIns="0" bIns="0" anchor="ctr">
            <a:spAutoFit/>
          </a:bodyPr>
          <a:lstStyle/>
          <a:p>
            <a:pPr algn="l"/>
            <a:r>
              <a:rPr sz="1600" b="0" i="0">
                <a:solidFill>
                  <a:srgbClr val="333333"/>
                </a:solidFill>
              </a:rPr>
              <a:t>rozhodnutí a úkoly</a:t>
            </a:r>
          </a:p>
        </p:txBody>
      </p:sp>
      <p:sp>
        <p:nvSpPr>
          <p:cNvPr id="27" name="FHIR Provenance">
            <a:extLst>
              <a:ext uri="{FF2B5EF4-FFF2-40B4-BE49-F238E27FC236}">
                <a16:creationId xmlns:a16="http://schemas.microsoft.com/office/drawing/2014/main" id="{109144F3-D6A8-CC53-8E07-54271268122F}"/>
              </a:ext>
            </a:extLst>
          </p:cNvPr>
          <p:cNvSpPr/>
          <p:nvPr/>
        </p:nvSpPr>
        <p:spPr>
          <a:xfrm>
            <a:off x="702791" y="4839693"/>
            <a:ext cx="2079579" cy="489313"/>
          </a:xfrm>
          <a:prstGeom prst="roundRect">
            <a:avLst>
              <a:gd name="adj" fmla="val 6000"/>
            </a:avLst>
          </a:prstGeom>
          <a:solidFill>
            <a:srgbClr val="FFFFFF"/>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600" i="0">
                <a:solidFill>
                  <a:schemeClr val="bg2">
                    <a:lumMod val="75000"/>
                  </a:schemeClr>
                </a:solidFill>
                <a:latin typeface="+mj-lt"/>
              </a:rPr>
              <a:t>Provenance</a:t>
            </a:r>
          </a:p>
        </p:txBody>
      </p:sp>
      <p:sp>
        <p:nvSpPr>
          <p:cNvPr id="29" name="TextBox 28">
            <a:extLst>
              <a:ext uri="{FF2B5EF4-FFF2-40B4-BE49-F238E27FC236}">
                <a16:creationId xmlns:a16="http://schemas.microsoft.com/office/drawing/2014/main" id="{DDBE7300-5BF5-77E7-0C73-DC09014A2E12}"/>
              </a:ext>
            </a:extLst>
          </p:cNvPr>
          <p:cNvSpPr txBox="1"/>
          <p:nvPr/>
        </p:nvSpPr>
        <p:spPr>
          <a:xfrm>
            <a:off x="2929163" y="4961240"/>
            <a:ext cx="3425189" cy="246222"/>
          </a:xfrm>
          <a:prstGeom prst="rect">
            <a:avLst/>
          </a:prstGeom>
          <a:noFill/>
        </p:spPr>
        <p:txBody>
          <a:bodyPr wrap="square" lIns="0" tIns="0" rIns="0" bIns="0" anchor="ctr">
            <a:spAutoFit/>
          </a:bodyPr>
          <a:lstStyle/>
          <a:p>
            <a:pPr algn="l"/>
            <a:r>
              <a:rPr sz="1600" b="0" i="0">
                <a:solidFill>
                  <a:srgbClr val="333333"/>
                </a:solidFill>
              </a:rPr>
              <a:t>odkud tvrzení je a kdo ho potvrdil</a:t>
            </a:r>
          </a:p>
        </p:txBody>
      </p:sp>
      <p:sp>
        <p:nvSpPr>
          <p:cNvPr id="31" name="Onco models panel">
            <a:extLst>
              <a:ext uri="{FF2B5EF4-FFF2-40B4-BE49-F238E27FC236}">
                <a16:creationId xmlns:a16="http://schemas.microsoft.com/office/drawing/2014/main" id="{38F1DD90-3DE3-E74A-7232-E4AFC29A5C54}"/>
              </a:ext>
            </a:extLst>
          </p:cNvPr>
          <p:cNvSpPr/>
          <p:nvPr/>
        </p:nvSpPr>
        <p:spPr>
          <a:xfrm>
            <a:off x="6635707" y="1573530"/>
            <a:ext cx="5125550" cy="2507727"/>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4000"/>
          </a:p>
        </p:txBody>
      </p:sp>
      <p:sp>
        <p:nvSpPr>
          <p:cNvPr id="33" name="Oval 32">
            <a:extLst>
              <a:ext uri="{FF2B5EF4-FFF2-40B4-BE49-F238E27FC236}">
                <a16:creationId xmlns:a16="http://schemas.microsoft.com/office/drawing/2014/main" id="{2AC12DB2-A3F3-3962-608B-480AA8B26FF7}"/>
              </a:ext>
            </a:extLst>
          </p:cNvPr>
          <p:cNvSpPr/>
          <p:nvPr/>
        </p:nvSpPr>
        <p:spPr>
          <a:xfrm>
            <a:off x="6819199" y="1720324"/>
            <a:ext cx="562710" cy="562710"/>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4000"/>
          </a:p>
        </p:txBody>
      </p:sp>
      <p:pic>
        <p:nvPicPr>
          <p:cNvPr id="35" name="Picture 34" descr="globe_w.png">
            <a:extLst>
              <a:ext uri="{FF2B5EF4-FFF2-40B4-BE49-F238E27FC236}">
                <a16:creationId xmlns:a16="http://schemas.microsoft.com/office/drawing/2014/main" id="{43708A37-2E33-6ACF-306F-EBA6C2F6866D}"/>
              </a:ext>
            </a:extLst>
          </p:cNvPr>
          <p:cNvPicPr>
            <a:picLocks noChangeAspect="1"/>
          </p:cNvPicPr>
          <p:nvPr/>
        </p:nvPicPr>
        <p:blipFill>
          <a:blip r:embed="rId4"/>
          <a:stretch>
            <a:fillRect/>
          </a:stretch>
        </p:blipFill>
        <p:spPr>
          <a:xfrm>
            <a:off x="6965503" y="1866628"/>
            <a:ext cx="270100" cy="270100"/>
          </a:xfrm>
          <a:prstGeom prst="rect">
            <a:avLst/>
          </a:prstGeom>
        </p:spPr>
      </p:pic>
      <p:sp>
        <p:nvSpPr>
          <p:cNvPr id="37" name="TextBox 36">
            <a:extLst>
              <a:ext uri="{FF2B5EF4-FFF2-40B4-BE49-F238E27FC236}">
                <a16:creationId xmlns:a16="http://schemas.microsoft.com/office/drawing/2014/main" id="{CA237129-3088-A9E0-63DB-C805BAC4F068}"/>
              </a:ext>
            </a:extLst>
          </p:cNvPr>
          <p:cNvSpPr txBox="1"/>
          <p:nvPr/>
        </p:nvSpPr>
        <p:spPr>
          <a:xfrm>
            <a:off x="7528702" y="1695858"/>
            <a:ext cx="4097994" cy="553998"/>
          </a:xfrm>
          <a:prstGeom prst="rect">
            <a:avLst/>
          </a:prstGeom>
          <a:noFill/>
        </p:spPr>
        <p:txBody>
          <a:bodyPr wrap="square" lIns="0" tIns="0" rIns="0" bIns="0" anchor="t">
            <a:spAutoFit/>
          </a:bodyPr>
          <a:lstStyle/>
          <a:p>
            <a:pPr algn="l"/>
            <a:r>
              <a:rPr sz="2000" i="0">
                <a:solidFill>
                  <a:srgbClr val="FFFFFF"/>
                </a:solidFill>
                <a:latin typeface="+mj-lt"/>
              </a:rPr>
              <a:t>Onkologické datové modely</a:t>
            </a:r>
          </a:p>
          <a:p>
            <a:pPr algn="l"/>
            <a:r>
              <a:rPr sz="1600" b="0" i="0">
                <a:solidFill>
                  <a:srgbClr val="FFFFFF"/>
                </a:solidFill>
              </a:rPr>
              <a:t>co přesně o nádoru zaznamenat a jak</a:t>
            </a:r>
          </a:p>
        </p:txBody>
      </p:sp>
      <p:sp>
        <p:nvSpPr>
          <p:cNvPr id="39" name="TextBox 38">
            <a:extLst>
              <a:ext uri="{FF2B5EF4-FFF2-40B4-BE49-F238E27FC236}">
                <a16:creationId xmlns:a16="http://schemas.microsoft.com/office/drawing/2014/main" id="{29D3CD04-0B8F-1764-79B3-8609FE45C0C9}"/>
              </a:ext>
            </a:extLst>
          </p:cNvPr>
          <p:cNvSpPr txBox="1"/>
          <p:nvPr/>
        </p:nvSpPr>
        <p:spPr>
          <a:xfrm>
            <a:off x="6819199" y="2429827"/>
            <a:ext cx="4831963" cy="1436291"/>
          </a:xfrm>
          <a:prstGeom prst="rect">
            <a:avLst/>
          </a:prstGeom>
          <a:noFill/>
        </p:spPr>
        <p:txBody>
          <a:bodyPr wrap="square" lIns="0" tIns="0" rIns="0" bIns="0" anchor="t">
            <a:spAutoFit/>
          </a:bodyPr>
          <a:lstStyle/>
          <a:p>
            <a:pPr marL="146304" indent="-146304" algn="l">
              <a:spcAft>
                <a:spcPts val="400"/>
              </a:spcAft>
              <a:buClr>
                <a:srgbClr val="FFFFFF"/>
              </a:buClr>
              <a:buFont typeface="Arial"/>
              <a:buChar char="•"/>
            </a:pPr>
            <a:r>
              <a:rPr sz="1800" i="0">
                <a:solidFill>
                  <a:srgbClr val="FFFFFF"/>
                </a:solidFill>
                <a:latin typeface="+mj-lt"/>
              </a:rPr>
              <a:t>mCODE</a:t>
            </a:r>
            <a:r>
              <a:rPr sz="1800" b="0" i="0">
                <a:solidFill>
                  <a:srgbClr val="FFFFFF"/>
                </a:solidFill>
              </a:rPr>
              <a:t> – minimální sada onkologických dat ve FHIR (USA)</a:t>
            </a:r>
          </a:p>
          <a:p>
            <a:pPr marL="146304" indent="-146304" algn="l">
              <a:buClr>
                <a:srgbClr val="FFFFFF"/>
              </a:buClr>
              <a:buFont typeface="Arial"/>
              <a:buChar char="•"/>
            </a:pPr>
            <a:r>
              <a:rPr sz="1800" i="0">
                <a:solidFill>
                  <a:srgbClr val="FFFFFF"/>
                </a:solidFill>
                <a:latin typeface="+mj-lt"/>
              </a:rPr>
              <a:t>HL7 Europe Common Cancer Model – </a:t>
            </a:r>
            <a:r>
              <a:rPr sz="1800" b="0" i="0">
                <a:solidFill>
                  <a:srgbClr val="FFFFFF"/>
                </a:solidFill>
              </a:rPr>
              <a:t>evropský společný model pro onkologii; mapuje se na FHIR i výzkumný formát OMOP</a:t>
            </a:r>
          </a:p>
        </p:txBody>
      </p:sp>
      <p:sp>
        <p:nvSpPr>
          <p:cNvPr id="41" name="TextBox 40">
            <a:extLst>
              <a:ext uri="{FF2B5EF4-FFF2-40B4-BE49-F238E27FC236}">
                <a16:creationId xmlns:a16="http://schemas.microsoft.com/office/drawing/2014/main" id="{FAAB6D04-3FEF-4E59-52A3-D74D87C02CD1}"/>
              </a:ext>
            </a:extLst>
          </p:cNvPr>
          <p:cNvSpPr txBox="1"/>
          <p:nvPr/>
        </p:nvSpPr>
        <p:spPr>
          <a:xfrm>
            <a:off x="6700062" y="4367601"/>
            <a:ext cx="5125550" cy="276999"/>
          </a:xfrm>
          <a:prstGeom prst="rect">
            <a:avLst/>
          </a:prstGeom>
          <a:noFill/>
        </p:spPr>
        <p:txBody>
          <a:bodyPr wrap="square" lIns="0" tIns="0" rIns="0" bIns="0" anchor="t">
            <a:spAutoFit/>
          </a:bodyPr>
          <a:lstStyle/>
          <a:p>
            <a:pPr algn="l"/>
            <a:r>
              <a:rPr sz="1800" i="0">
                <a:latin typeface="+mj-lt"/>
              </a:rPr>
              <a:t>Číselníky (terminologie) v datech</a:t>
            </a:r>
          </a:p>
        </p:txBody>
      </p:sp>
      <p:sp>
        <p:nvSpPr>
          <p:cNvPr id="43" name="TextBox 42">
            <a:extLst>
              <a:ext uri="{FF2B5EF4-FFF2-40B4-BE49-F238E27FC236}">
                <a16:creationId xmlns:a16="http://schemas.microsoft.com/office/drawing/2014/main" id="{BDBF6D62-018C-1ECD-B783-15B4895D7BF5}"/>
              </a:ext>
            </a:extLst>
          </p:cNvPr>
          <p:cNvSpPr txBox="1"/>
          <p:nvPr/>
        </p:nvSpPr>
        <p:spPr>
          <a:xfrm>
            <a:off x="6700062" y="4710120"/>
            <a:ext cx="5125550" cy="430887"/>
          </a:xfrm>
          <a:prstGeom prst="rect">
            <a:avLst/>
          </a:prstGeom>
          <a:noFill/>
        </p:spPr>
        <p:txBody>
          <a:bodyPr wrap="square" lIns="0" tIns="0" rIns="0" bIns="0" anchor="t">
            <a:spAutoFit/>
          </a:bodyPr>
          <a:lstStyle/>
          <a:p>
            <a:pPr algn="l"/>
            <a:r>
              <a:rPr sz="1400" i="0">
                <a:solidFill>
                  <a:srgbClr val="333333"/>
                </a:solidFill>
                <a:latin typeface="+mj-lt"/>
              </a:rPr>
              <a:t>MKN-10 / ICD-O-3</a:t>
            </a:r>
            <a:r>
              <a:rPr sz="1400" i="0">
                <a:solidFill>
                  <a:srgbClr val="546B75"/>
                </a:solidFill>
                <a:latin typeface="+mj-lt"/>
              </a:rPr>
              <a:t> </a:t>
            </a:r>
            <a:r>
              <a:rPr sz="1400" b="0" i="0">
                <a:solidFill>
                  <a:srgbClr val="546B75"/>
                </a:solidFill>
              </a:rPr>
              <a:t>– kódy diagnóz a typů nádorů</a:t>
            </a:r>
          </a:p>
          <a:p>
            <a:pPr algn="l"/>
            <a:r>
              <a:rPr sz="1400" i="0">
                <a:solidFill>
                  <a:srgbClr val="333333"/>
                </a:solidFill>
                <a:latin typeface="+mj-lt"/>
              </a:rPr>
              <a:t>LOINC</a:t>
            </a:r>
            <a:r>
              <a:rPr sz="1400" b="0" i="0">
                <a:solidFill>
                  <a:srgbClr val="546B75"/>
                </a:solidFill>
              </a:rPr>
              <a:t> – kódy laboratorních testů  ·  </a:t>
            </a:r>
            <a:r>
              <a:rPr sz="1400" i="0">
                <a:solidFill>
                  <a:srgbClr val="333333"/>
                </a:solidFill>
                <a:latin typeface="+mj-lt"/>
              </a:rPr>
              <a:t>SNOMED CT</a:t>
            </a:r>
            <a:r>
              <a:rPr sz="1400" i="0">
                <a:solidFill>
                  <a:srgbClr val="546B75"/>
                </a:solidFill>
                <a:latin typeface="+mj-lt"/>
              </a:rPr>
              <a:t> </a:t>
            </a:r>
            <a:r>
              <a:rPr sz="1400" b="0" i="0">
                <a:solidFill>
                  <a:srgbClr val="546B75"/>
                </a:solidFill>
              </a:rPr>
              <a:t>– klinické pojmy</a:t>
            </a:r>
          </a:p>
        </p:txBody>
      </p:sp>
      <p:sp>
        <p:nvSpPr>
          <p:cNvPr id="45" name="TextBox 44">
            <a:extLst>
              <a:ext uri="{FF2B5EF4-FFF2-40B4-BE49-F238E27FC236}">
                <a16:creationId xmlns:a16="http://schemas.microsoft.com/office/drawing/2014/main" id="{CC9D6CB8-3200-1669-E6E5-ECF3AABAA1DB}"/>
              </a:ext>
            </a:extLst>
          </p:cNvPr>
          <p:cNvSpPr txBox="1"/>
          <p:nvPr/>
        </p:nvSpPr>
        <p:spPr>
          <a:xfrm>
            <a:off x="702791" y="5938886"/>
            <a:ext cx="11108150" cy="184666"/>
          </a:xfrm>
          <a:prstGeom prst="rect">
            <a:avLst/>
          </a:prstGeom>
          <a:noFill/>
        </p:spPr>
        <p:txBody>
          <a:bodyPr wrap="square" lIns="0" tIns="0" rIns="0" bIns="0" anchor="t">
            <a:spAutoFit/>
          </a:bodyPr>
          <a:lstStyle/>
          <a:p>
            <a:pPr algn="l"/>
            <a:r>
              <a:rPr sz="1200" i="0">
                <a:latin typeface="+mj-lt"/>
              </a:rPr>
              <a:t>Více: </a:t>
            </a:r>
            <a:r>
              <a:rPr sz="1200" b="0" i="0" u="sng">
                <a:hlinkClick r:id="rId5">
                  <a:extLst>
                    <a:ext uri="{A12FA001-AC4F-418D-AE19-62706E023703}">
                      <ahyp:hlinkClr xmlns:ahyp="http://schemas.microsoft.com/office/drawing/2018/hyperlinkcolor" val="tx"/>
                    </a:ext>
                  </a:extLst>
                </a:hlinkClick>
              </a:rPr>
              <a:t>HL7 FHIR R4</a:t>
            </a:r>
            <a:r>
              <a:rPr sz="1200" b="0" i="0"/>
              <a:t>  ·  </a:t>
            </a:r>
            <a:r>
              <a:rPr sz="1200" b="0" i="0" u="sng">
                <a:hlinkClick r:id="rId6">
                  <a:extLst>
                    <a:ext uri="{A12FA001-AC4F-418D-AE19-62706E023703}">
                      <ahyp:hlinkClr xmlns:ahyp="http://schemas.microsoft.com/office/drawing/2018/hyperlinkcolor" val="tx"/>
                    </a:ext>
                  </a:extLst>
                </a:hlinkClick>
              </a:rPr>
              <a:t>mCODE</a:t>
            </a:r>
            <a:r>
              <a:rPr sz="1200" b="0" i="0"/>
              <a:t>  ·  </a:t>
            </a:r>
            <a:r>
              <a:rPr sz="1200" b="0" i="0" u="sng">
                <a:hlinkClick r:id="rId7">
                  <a:extLst>
                    <a:ext uri="{A12FA001-AC4F-418D-AE19-62706E023703}">
                      <ahyp:hlinkClr xmlns:ahyp="http://schemas.microsoft.com/office/drawing/2018/hyperlinkcolor" val="tx"/>
                    </a:ext>
                  </a:extLst>
                </a:hlinkClick>
              </a:rPr>
              <a:t>HL7 Europe Common Cancer Model</a:t>
            </a:r>
            <a:r>
              <a:rPr sz="1200" b="0" i="0"/>
              <a:t>  ·  </a:t>
            </a:r>
            <a:r>
              <a:rPr sz="1200" b="0" i="0" u="sng">
                <a:hlinkClick r:id="rId8">
                  <a:extLst>
                    <a:ext uri="{A12FA001-AC4F-418D-AE19-62706E023703}">
                      <ahyp:hlinkClr xmlns:ahyp="http://schemas.microsoft.com/office/drawing/2018/hyperlinkcolor" val="tx"/>
                    </a:ext>
                  </a:extLst>
                </a:hlinkClick>
              </a:rPr>
              <a:t>LOINC</a:t>
            </a:r>
            <a:r>
              <a:rPr sz="1200" b="0" i="0"/>
              <a:t>  ·  </a:t>
            </a:r>
            <a:r>
              <a:rPr sz="1200" b="0" i="0" u="sng">
                <a:hlinkClick r:id="rId9">
                  <a:extLst>
                    <a:ext uri="{A12FA001-AC4F-418D-AE19-62706E023703}">
                      <ahyp:hlinkClr xmlns:ahyp="http://schemas.microsoft.com/office/drawing/2018/hyperlinkcolor" val="tx"/>
                    </a:ext>
                  </a:extLst>
                </a:hlinkClick>
              </a:rPr>
              <a:t>SNOMED CT</a:t>
            </a:r>
            <a:r>
              <a:rPr sz="1200" b="0" i="0"/>
              <a:t>  ·  </a:t>
            </a:r>
            <a:r>
              <a:rPr sz="1200" b="0" i="0" u="sng">
                <a:hlinkClick r:id="rId10">
                  <a:extLst>
                    <a:ext uri="{A12FA001-AC4F-418D-AE19-62706E023703}">
                      <ahyp:hlinkClr xmlns:ahyp="http://schemas.microsoft.com/office/drawing/2018/hyperlinkcolor" val="tx"/>
                    </a:ext>
                  </a:extLst>
                </a:hlinkClick>
              </a:rPr>
              <a:t>EHDS</a:t>
            </a:r>
          </a:p>
        </p:txBody>
      </p:sp>
    </p:spTree>
    <p:extLst>
      <p:ext uri="{BB962C8B-B14F-4D97-AF65-F5344CB8AC3E}">
        <p14:creationId xmlns:p14="http://schemas.microsoft.com/office/powerpoint/2010/main" val="196310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E2F224-74C0-E730-F696-83B8F0EDC6E2}"/>
              </a:ext>
            </a:extLst>
          </p:cNvPr>
          <p:cNvSpPr>
            <a:spLocks noGrp="1"/>
          </p:cNvSpPr>
          <p:nvPr>
            <p:ph type="sldNum" sz="quarter" idx="12"/>
          </p:nvPr>
        </p:nvSpPr>
        <p:spPr/>
        <p:txBody>
          <a:bodyPr/>
          <a:lstStyle/>
          <a:p>
            <a:fld id="{9DC1E638-3F78-4E0D-883A-B278700C48C0}" type="slidenum">
              <a:rPr lang="pl-PL" smtClean="0"/>
              <a:pPr/>
              <a:t>9</a:t>
            </a:fld>
            <a:endParaRPr lang="pl-PL" dirty="0"/>
          </a:p>
        </p:txBody>
      </p:sp>
      <p:sp>
        <p:nvSpPr>
          <p:cNvPr id="3" name="Title 2">
            <a:extLst>
              <a:ext uri="{FF2B5EF4-FFF2-40B4-BE49-F238E27FC236}">
                <a16:creationId xmlns:a16="http://schemas.microsoft.com/office/drawing/2014/main" id="{2CDC947F-EEB1-5DDA-9933-6E4FEC590BB8}"/>
              </a:ext>
            </a:extLst>
          </p:cNvPr>
          <p:cNvSpPr>
            <a:spLocks noGrp="1"/>
          </p:cNvSpPr>
          <p:nvPr>
            <p:ph type="title"/>
          </p:nvPr>
        </p:nvSpPr>
        <p:spPr/>
        <p:txBody>
          <a:bodyPr/>
          <a:lstStyle/>
          <a:p>
            <a:r>
              <a:rPr lang="en-US"/>
              <a:t>Hodnocení a finálová ukázka</a:t>
            </a:r>
          </a:p>
        </p:txBody>
      </p:sp>
      <p:graphicFrame>
        <p:nvGraphicFramePr>
          <p:cNvPr id="5" name="Chart 4">
            <a:extLst>
              <a:ext uri="{FF2B5EF4-FFF2-40B4-BE49-F238E27FC236}">
                <a16:creationId xmlns:a16="http://schemas.microsoft.com/office/drawing/2014/main" id="{20A26485-770E-9403-6B76-D381B600E021}"/>
              </a:ext>
            </a:extLst>
          </p:cNvPr>
          <p:cNvGraphicFramePr>
            <a:graphicFrameLocks noGrp="1"/>
          </p:cNvGraphicFramePr>
          <p:nvPr>
            <p:extLst>
              <p:ext uri="{D42A27DB-BD31-4B8C-83A1-F6EECF244321}">
                <p14:modId xmlns:p14="http://schemas.microsoft.com/office/powerpoint/2010/main" val="3847693941"/>
              </p:ext>
            </p:extLst>
          </p:nvPr>
        </p:nvGraphicFramePr>
        <p:xfrm>
          <a:off x="786067" y="1799433"/>
          <a:ext cx="5368440" cy="3115071"/>
        </p:xfrm>
        <a:graphic>
          <a:graphicData uri="http://schemas.openxmlformats.org/drawingml/2006/chart">
            <c:chart xmlns:c="http://schemas.openxmlformats.org/drawingml/2006/chart" xmlns:r="http://schemas.openxmlformats.org/officeDocument/2006/relationships" r:id="rId3"/>
          </a:graphicData>
        </a:graphic>
      </p:graphicFrame>
      <p:sp>
        <p:nvSpPr>
          <p:cNvPr id="7" name="Bonus callout">
            <a:extLst>
              <a:ext uri="{FF2B5EF4-FFF2-40B4-BE49-F238E27FC236}">
                <a16:creationId xmlns:a16="http://schemas.microsoft.com/office/drawing/2014/main" id="{CFDDA86C-8556-1B39-7A4D-6AB0D14B2C5F}"/>
              </a:ext>
            </a:extLst>
          </p:cNvPr>
          <p:cNvSpPr/>
          <p:nvPr/>
        </p:nvSpPr>
        <p:spPr>
          <a:xfrm>
            <a:off x="568927" y="5141729"/>
            <a:ext cx="5590088" cy="789904"/>
          </a:xfrm>
          <a:prstGeom prst="roundRect">
            <a:avLst>
              <a:gd name="adj" fmla="val 14441"/>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l"/>
            <a:r>
              <a:rPr sz="2800" i="0">
                <a:solidFill>
                  <a:srgbClr val="FFFFFF"/>
                </a:solidFill>
                <a:latin typeface="+mj-lt"/>
              </a:rPr>
              <a:t>+10% </a:t>
            </a:r>
            <a:r>
              <a:rPr sz="1400" b="0" i="0">
                <a:solidFill>
                  <a:srgbClr val="FFFFFF"/>
                </a:solidFill>
              </a:rPr>
              <a:t>za bonusové funkce – hodnotí se kvalita, ne počet</a:t>
            </a:r>
          </a:p>
        </p:txBody>
      </p:sp>
      <p:sp>
        <p:nvSpPr>
          <p:cNvPr id="9" name="Demo panel">
            <a:extLst>
              <a:ext uri="{FF2B5EF4-FFF2-40B4-BE49-F238E27FC236}">
                <a16:creationId xmlns:a16="http://schemas.microsoft.com/office/drawing/2014/main" id="{99D49424-48BE-52FD-8C42-619295B8E9F2}"/>
              </a:ext>
            </a:extLst>
          </p:cNvPr>
          <p:cNvSpPr/>
          <p:nvPr/>
        </p:nvSpPr>
        <p:spPr>
          <a:xfrm>
            <a:off x="6487129" y="1678305"/>
            <a:ext cx="5274127" cy="4253328"/>
          </a:xfrm>
          <a:prstGeom prst="roundRect">
            <a:avLst>
              <a:gd name="adj" fmla="val 3985"/>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1" name="Oval 10">
            <a:extLst>
              <a:ext uri="{FF2B5EF4-FFF2-40B4-BE49-F238E27FC236}">
                <a16:creationId xmlns:a16="http://schemas.microsoft.com/office/drawing/2014/main" id="{82BE1C04-F838-088F-8489-8C49B7B495D6}"/>
              </a:ext>
            </a:extLst>
          </p:cNvPr>
          <p:cNvSpPr/>
          <p:nvPr/>
        </p:nvSpPr>
        <p:spPr>
          <a:xfrm>
            <a:off x="6669415" y="1824133"/>
            <a:ext cx="559009" cy="559009"/>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13" name="Picture 12" descr="play_w.png">
            <a:extLst>
              <a:ext uri="{FF2B5EF4-FFF2-40B4-BE49-F238E27FC236}">
                <a16:creationId xmlns:a16="http://schemas.microsoft.com/office/drawing/2014/main" id="{B4EBB146-814B-4169-B59F-ED3440A4F501}"/>
              </a:ext>
            </a:extLst>
          </p:cNvPr>
          <p:cNvPicPr>
            <a:picLocks noChangeAspect="1"/>
          </p:cNvPicPr>
          <p:nvPr/>
        </p:nvPicPr>
        <p:blipFill>
          <a:blip r:embed="rId4"/>
          <a:stretch>
            <a:fillRect/>
          </a:stretch>
        </p:blipFill>
        <p:spPr>
          <a:xfrm>
            <a:off x="6814757" y="1969475"/>
            <a:ext cx="268324" cy="268324"/>
          </a:xfrm>
          <a:prstGeom prst="rect">
            <a:avLst/>
          </a:prstGeom>
        </p:spPr>
      </p:pic>
      <p:sp>
        <p:nvSpPr>
          <p:cNvPr id="15" name="TextBox 14">
            <a:extLst>
              <a:ext uri="{FF2B5EF4-FFF2-40B4-BE49-F238E27FC236}">
                <a16:creationId xmlns:a16="http://schemas.microsoft.com/office/drawing/2014/main" id="{94D3627B-D1AB-9C7D-1F5D-CA1E4FEB6F98}"/>
              </a:ext>
            </a:extLst>
          </p:cNvPr>
          <p:cNvSpPr txBox="1"/>
          <p:nvPr/>
        </p:nvSpPr>
        <p:spPr>
          <a:xfrm>
            <a:off x="7374252" y="1799829"/>
            <a:ext cx="4253328" cy="492443"/>
          </a:xfrm>
          <a:prstGeom prst="rect">
            <a:avLst/>
          </a:prstGeom>
          <a:noFill/>
        </p:spPr>
        <p:txBody>
          <a:bodyPr wrap="square" lIns="0" tIns="0" rIns="0" bIns="0" anchor="t">
            <a:spAutoFit/>
          </a:bodyPr>
          <a:lstStyle/>
          <a:p>
            <a:pPr algn="l"/>
            <a:r>
              <a:rPr sz="1800" i="0">
                <a:solidFill>
                  <a:srgbClr val="333333"/>
                </a:solidFill>
                <a:latin typeface="+mj-lt"/>
              </a:rPr>
              <a:t>Finále: 5 minut, jeden pacient</a:t>
            </a:r>
          </a:p>
          <a:p>
            <a:pPr algn="l"/>
            <a:r>
              <a:rPr sz="1400" b="0" i="0">
                <a:solidFill>
                  <a:srgbClr val="546B75"/>
                </a:solidFill>
              </a:rPr>
              <a:t>celý cyklus komise v živé ukázce</a:t>
            </a:r>
          </a:p>
        </p:txBody>
      </p:sp>
      <p:sp>
        <p:nvSpPr>
          <p:cNvPr id="17" name="TextBox 16">
            <a:extLst>
              <a:ext uri="{FF2B5EF4-FFF2-40B4-BE49-F238E27FC236}">
                <a16:creationId xmlns:a16="http://schemas.microsoft.com/office/drawing/2014/main" id="{3A694B3B-53C4-0914-539E-F52C8B376E49}"/>
              </a:ext>
            </a:extLst>
          </p:cNvPr>
          <p:cNvSpPr txBox="1"/>
          <p:nvPr/>
        </p:nvSpPr>
        <p:spPr>
          <a:xfrm>
            <a:off x="6880999" y="2662517"/>
            <a:ext cx="4625201" cy="1669688"/>
          </a:xfrm>
          <a:prstGeom prst="rect">
            <a:avLst/>
          </a:prstGeom>
          <a:noFill/>
        </p:spPr>
        <p:txBody>
          <a:bodyPr wrap="square" lIns="0" tIns="0" rIns="0" bIns="0" anchor="t">
            <a:spAutoFit/>
          </a:bodyPr>
          <a:lstStyle/>
          <a:p>
            <a:pPr marL="342900" indent="-342900" algn="l">
              <a:spcAft>
                <a:spcPts val="300"/>
              </a:spcAft>
              <a:buClr>
                <a:schemeClr val="bg2">
                  <a:lumMod val="75000"/>
                </a:schemeClr>
              </a:buClr>
              <a:buFont typeface="+mj-lt"/>
              <a:buAutoNum type="arabicPeriod"/>
            </a:pPr>
            <a:r>
              <a:rPr sz="1600" b="0" i="0">
                <a:solidFill>
                  <a:srgbClr val="333333"/>
                </a:solidFill>
              </a:rPr>
              <a:t>Vygenerujte podklad podle nastavení</a:t>
            </a:r>
          </a:p>
          <a:p>
            <a:pPr marL="342900" indent="-342900" algn="l">
              <a:spcAft>
                <a:spcPts val="300"/>
              </a:spcAft>
              <a:buClr>
                <a:schemeClr val="bg2">
                  <a:lumMod val="75000"/>
                </a:schemeClr>
              </a:buClr>
              <a:buFont typeface="+mj-lt"/>
              <a:buAutoNum type="arabicPeriod"/>
            </a:pPr>
            <a:r>
              <a:rPr sz="1600" b="0" i="0">
                <a:solidFill>
                  <a:srgbClr val="333333"/>
                </a:solidFill>
              </a:rPr>
              <a:t>Zorientujte se v souhrnu do 30 sekund</a:t>
            </a:r>
          </a:p>
          <a:p>
            <a:pPr marL="342900" indent="-342900" algn="l">
              <a:spcAft>
                <a:spcPts val="300"/>
              </a:spcAft>
              <a:buClr>
                <a:schemeClr val="bg2">
                  <a:lumMod val="75000"/>
                </a:schemeClr>
              </a:buClr>
              <a:buFont typeface="+mj-lt"/>
              <a:buAutoNum type="arabicPeriod"/>
            </a:pPr>
            <a:r>
              <a:rPr sz="1600" b="0" i="0">
                <a:solidFill>
                  <a:srgbClr val="333333"/>
                </a:solidFill>
              </a:rPr>
              <a:t>Kliknutím ověřte tvrzení AI a varovný signál</a:t>
            </a:r>
          </a:p>
          <a:p>
            <a:pPr marL="342900" indent="-342900" algn="l">
              <a:spcAft>
                <a:spcPts val="300"/>
              </a:spcAft>
              <a:buClr>
                <a:schemeClr val="bg2">
                  <a:lumMod val="75000"/>
                </a:schemeClr>
              </a:buClr>
              <a:buFont typeface="+mj-lt"/>
              <a:buAutoNum type="arabicPeriod"/>
            </a:pPr>
            <a:r>
              <a:rPr sz="1600" b="0" i="0">
                <a:solidFill>
                  <a:srgbClr val="333333"/>
                </a:solidFill>
              </a:rPr>
              <a:t>Ukažte možnosti léčby s citací a vhodné studie</a:t>
            </a:r>
          </a:p>
          <a:p>
            <a:pPr marL="342900" indent="-342900" algn="l">
              <a:spcAft>
                <a:spcPts val="300"/>
              </a:spcAft>
              <a:buClr>
                <a:schemeClr val="bg2">
                  <a:lumMod val="75000"/>
                </a:schemeClr>
              </a:buClr>
              <a:buFont typeface="+mj-lt"/>
              <a:buAutoNum type="arabicPeriod"/>
            </a:pPr>
            <a:r>
              <a:rPr sz="1600" b="0" i="0">
                <a:solidFill>
                  <a:srgbClr val="333333"/>
                </a:solidFill>
              </a:rPr>
              <a:t>Zapište a potvrďte závěr komise</a:t>
            </a:r>
          </a:p>
          <a:p>
            <a:pPr marL="342900" indent="-342900" algn="l">
              <a:spcAft>
                <a:spcPts val="300"/>
              </a:spcAft>
              <a:buClr>
                <a:schemeClr val="bg2">
                  <a:lumMod val="75000"/>
                </a:schemeClr>
              </a:buClr>
              <a:buFont typeface="+mj-lt"/>
              <a:buAutoNum type="arabicPeriod"/>
            </a:pPr>
            <a:r>
              <a:rPr sz="1600" b="0" i="0">
                <a:solidFill>
                  <a:srgbClr val="333333"/>
                </a:solidFill>
              </a:rPr>
              <a:t>Exportujte výsledek</a:t>
            </a:r>
          </a:p>
        </p:txBody>
      </p:sp>
      <p:sp>
        <p:nvSpPr>
          <p:cNvPr id="19" name="TextBox 18">
            <a:extLst>
              <a:ext uri="{FF2B5EF4-FFF2-40B4-BE49-F238E27FC236}">
                <a16:creationId xmlns:a16="http://schemas.microsoft.com/office/drawing/2014/main" id="{7EFA639D-BAFF-769F-38AD-F91E25234D23}"/>
              </a:ext>
            </a:extLst>
          </p:cNvPr>
          <p:cNvSpPr txBox="1"/>
          <p:nvPr/>
        </p:nvSpPr>
        <p:spPr>
          <a:xfrm>
            <a:off x="6730177" y="5020206"/>
            <a:ext cx="4860946" cy="430887"/>
          </a:xfrm>
          <a:prstGeom prst="rect">
            <a:avLst/>
          </a:prstGeom>
          <a:noFill/>
        </p:spPr>
        <p:txBody>
          <a:bodyPr wrap="square" lIns="0" tIns="0" rIns="0" bIns="0" anchor="t">
            <a:spAutoFit/>
          </a:bodyPr>
          <a:lstStyle/>
          <a:p>
            <a:pPr algn="l"/>
            <a:r>
              <a:rPr sz="1400" b="0" i="1"/>
              <a:t>+ krátce: jaký model AI, jak pracuje jen s daty pacienta (RAG), jak brání chybám a jak chrání osobní údaje.</a:t>
            </a:r>
          </a:p>
        </p:txBody>
      </p:sp>
      <p:sp>
        <p:nvSpPr>
          <p:cNvPr id="21" name="Demo panel">
            <a:extLst>
              <a:ext uri="{FF2B5EF4-FFF2-40B4-BE49-F238E27FC236}">
                <a16:creationId xmlns:a16="http://schemas.microsoft.com/office/drawing/2014/main" id="{94E40DBC-FDD9-293C-D9E5-FFA1F419F9EC}"/>
              </a:ext>
            </a:extLst>
          </p:cNvPr>
          <p:cNvSpPr/>
          <p:nvPr/>
        </p:nvSpPr>
        <p:spPr>
          <a:xfrm>
            <a:off x="600876" y="1678305"/>
            <a:ext cx="5553631" cy="3236595"/>
          </a:xfrm>
          <a:prstGeom prst="roundRect">
            <a:avLst>
              <a:gd name="adj" fmla="val 3940"/>
            </a:avLst>
          </a:prstGeom>
          <a:no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Tree>
    <p:extLst>
      <p:ext uri="{BB962C8B-B14F-4D97-AF65-F5344CB8AC3E}">
        <p14:creationId xmlns:p14="http://schemas.microsoft.com/office/powerpoint/2010/main" val="44002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E82093-ACE8-6E68-05BF-C2332FEC64A6}"/>
              </a:ext>
            </a:extLst>
          </p:cNvPr>
          <p:cNvSpPr>
            <a:spLocks noGrp="1"/>
          </p:cNvSpPr>
          <p:nvPr>
            <p:ph type="sldNum" sz="quarter" idx="12"/>
          </p:nvPr>
        </p:nvSpPr>
        <p:spPr/>
        <p:txBody>
          <a:bodyPr/>
          <a:lstStyle/>
          <a:p>
            <a:fld id="{9DC1E638-3F78-4E0D-883A-B278700C48C0}" type="slidenum">
              <a:rPr lang="pl-PL" smtClean="0"/>
              <a:pPr/>
              <a:t>10</a:t>
            </a:fld>
            <a:endParaRPr lang="pl-PL" dirty="0"/>
          </a:p>
        </p:txBody>
      </p:sp>
      <p:sp>
        <p:nvSpPr>
          <p:cNvPr id="3" name="Title 2">
            <a:extLst>
              <a:ext uri="{FF2B5EF4-FFF2-40B4-BE49-F238E27FC236}">
                <a16:creationId xmlns:a16="http://schemas.microsoft.com/office/drawing/2014/main" id="{38E130D5-699B-4D60-CE34-84B57987B7C0}"/>
              </a:ext>
            </a:extLst>
          </p:cNvPr>
          <p:cNvSpPr>
            <a:spLocks noGrp="1"/>
          </p:cNvSpPr>
          <p:nvPr>
            <p:ph type="title"/>
          </p:nvPr>
        </p:nvSpPr>
        <p:spPr/>
        <p:txBody>
          <a:bodyPr/>
          <a:lstStyle/>
          <a:p>
            <a:r>
              <a:rPr lang="en-US"/>
              <a:t>Vaši průvodci zadáním</a:t>
            </a:r>
          </a:p>
        </p:txBody>
      </p:sp>
      <p:sp>
        <p:nvSpPr>
          <p:cNvPr id="5" name="Person 1">
            <a:extLst>
              <a:ext uri="{FF2B5EF4-FFF2-40B4-BE49-F238E27FC236}">
                <a16:creationId xmlns:a16="http://schemas.microsoft.com/office/drawing/2014/main" id="{408F86BC-FCAA-EF2C-E730-82C616A0B342}"/>
              </a:ext>
            </a:extLst>
          </p:cNvPr>
          <p:cNvSpPr/>
          <p:nvPr/>
        </p:nvSpPr>
        <p:spPr>
          <a:xfrm>
            <a:off x="404010" y="1325880"/>
            <a:ext cx="5420079" cy="3909993"/>
          </a:xfrm>
          <a:prstGeom prst="roundRect">
            <a:avLst>
              <a:gd name="adj" fmla="val 6000"/>
            </a:avLst>
          </a:prstGeom>
          <a:solidFill>
            <a:srgbClr val="FFFFFF"/>
          </a:solidFill>
          <a:ln w="12700">
            <a:solidFill>
              <a:srgbClr val="C8D0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7" name="TextBox 6">
            <a:extLst>
              <a:ext uri="{FF2B5EF4-FFF2-40B4-BE49-F238E27FC236}">
                <a16:creationId xmlns:a16="http://schemas.microsoft.com/office/drawing/2014/main" id="{73B21CBB-F190-D1A8-3979-FF3ADF26EBE9}"/>
              </a:ext>
            </a:extLst>
          </p:cNvPr>
          <p:cNvSpPr txBox="1"/>
          <p:nvPr/>
        </p:nvSpPr>
        <p:spPr>
          <a:xfrm>
            <a:off x="587534" y="2549375"/>
            <a:ext cx="1284669" cy="161583"/>
          </a:xfrm>
          <a:prstGeom prst="rect">
            <a:avLst/>
          </a:prstGeom>
          <a:noFill/>
        </p:spPr>
        <p:txBody>
          <a:bodyPr wrap="square" lIns="0" tIns="0" rIns="0" bIns="0" anchor="t">
            <a:spAutoFit/>
          </a:bodyPr>
          <a:lstStyle/>
          <a:p>
            <a:pPr algn="ctr"/>
            <a:r>
              <a:rPr sz="1050" b="0" i="0" dirty="0">
                <a:solidFill>
                  <a:srgbClr val="546B75"/>
                </a:solidFill>
                <a:latin typeface="Calibri"/>
              </a:rPr>
              <a:t>]</a:t>
            </a:r>
          </a:p>
        </p:txBody>
      </p:sp>
      <p:sp>
        <p:nvSpPr>
          <p:cNvPr id="9" name="TextBox 8">
            <a:extLst>
              <a:ext uri="{FF2B5EF4-FFF2-40B4-BE49-F238E27FC236}">
                <a16:creationId xmlns:a16="http://schemas.microsoft.com/office/drawing/2014/main" id="{92537BB9-8BD6-1E64-2363-790AAE003393}"/>
              </a:ext>
            </a:extLst>
          </p:cNvPr>
          <p:cNvSpPr txBox="1"/>
          <p:nvPr/>
        </p:nvSpPr>
        <p:spPr>
          <a:xfrm>
            <a:off x="2189035" y="1600968"/>
            <a:ext cx="3335423" cy="307778"/>
          </a:xfrm>
          <a:prstGeom prst="rect">
            <a:avLst/>
          </a:prstGeom>
          <a:noFill/>
        </p:spPr>
        <p:txBody>
          <a:bodyPr wrap="square" lIns="0" tIns="0" rIns="0" bIns="0" anchor="t">
            <a:spAutoFit/>
          </a:bodyPr>
          <a:lstStyle/>
          <a:p>
            <a:pPr algn="l"/>
            <a:r>
              <a:rPr sz="2000" i="0">
                <a:solidFill>
                  <a:schemeClr val="bg2">
                    <a:lumMod val="75000"/>
                  </a:schemeClr>
                </a:solidFill>
                <a:latin typeface="+mj-lt"/>
              </a:rPr>
              <a:t>Ľuboslav Piljan</a:t>
            </a:r>
          </a:p>
        </p:txBody>
      </p:sp>
      <p:sp>
        <p:nvSpPr>
          <p:cNvPr id="11" name="TextBox 10">
            <a:extLst>
              <a:ext uri="{FF2B5EF4-FFF2-40B4-BE49-F238E27FC236}">
                <a16:creationId xmlns:a16="http://schemas.microsoft.com/office/drawing/2014/main" id="{D6083C60-F2FA-94FA-F836-374983B03595}"/>
              </a:ext>
            </a:extLst>
          </p:cNvPr>
          <p:cNvSpPr txBox="1"/>
          <p:nvPr/>
        </p:nvSpPr>
        <p:spPr>
          <a:xfrm>
            <a:off x="2189035" y="1981255"/>
            <a:ext cx="2535365" cy="430887"/>
          </a:xfrm>
          <a:prstGeom prst="rect">
            <a:avLst/>
          </a:prstGeom>
          <a:noFill/>
        </p:spPr>
        <p:txBody>
          <a:bodyPr wrap="square" lIns="0" tIns="0" rIns="0" bIns="0" anchor="t">
            <a:spAutoFit/>
          </a:bodyPr>
          <a:lstStyle/>
          <a:p>
            <a:pPr algn="l"/>
            <a:r>
              <a:rPr sz="1400" i="0">
                <a:latin typeface="+mj-lt"/>
              </a:rPr>
              <a:t>Monitor zadání MDT Copilot  ·  [pozice, organizace]</a:t>
            </a:r>
          </a:p>
        </p:txBody>
      </p:sp>
      <p:sp>
        <p:nvSpPr>
          <p:cNvPr id="13" name="TextBox 12">
            <a:extLst>
              <a:ext uri="{FF2B5EF4-FFF2-40B4-BE49-F238E27FC236}">
                <a16:creationId xmlns:a16="http://schemas.microsoft.com/office/drawing/2014/main" id="{85464F7E-BB9C-9B78-986E-05937DDFB407}"/>
              </a:ext>
            </a:extLst>
          </p:cNvPr>
          <p:cNvSpPr txBox="1"/>
          <p:nvPr/>
        </p:nvSpPr>
        <p:spPr>
          <a:xfrm>
            <a:off x="612004" y="3161025"/>
            <a:ext cx="5041708" cy="1938992"/>
          </a:xfrm>
          <a:prstGeom prst="rect">
            <a:avLst/>
          </a:prstGeom>
          <a:noFill/>
        </p:spPr>
        <p:txBody>
          <a:bodyPr wrap="square" lIns="0" tIns="0" rIns="0" bIns="0" anchor="t">
            <a:spAutoFit/>
          </a:bodyPr>
          <a:lstStyle/>
          <a:p>
            <a:r>
              <a:rPr lang="en-US" sz="1400" dirty="0" err="1">
                <a:solidFill>
                  <a:srgbClr val="333333"/>
                </a:solidFill>
              </a:rPr>
              <a:t>Softwarový</a:t>
            </a:r>
            <a:r>
              <a:rPr lang="en-US" sz="1400" dirty="0">
                <a:solidFill>
                  <a:srgbClr val="333333"/>
                </a:solidFill>
              </a:rPr>
              <a:t> </a:t>
            </a:r>
            <a:r>
              <a:rPr lang="en-US" sz="1400" dirty="0" err="1">
                <a:solidFill>
                  <a:srgbClr val="333333"/>
                </a:solidFill>
              </a:rPr>
              <a:t>analytik</a:t>
            </a:r>
            <a:r>
              <a:rPr lang="en-US" sz="1400" dirty="0">
                <a:solidFill>
                  <a:srgbClr val="333333"/>
                </a:solidFill>
              </a:rPr>
              <a:t> </a:t>
            </a:r>
            <a:r>
              <a:rPr lang="en-US" sz="1400" dirty="0" err="1">
                <a:solidFill>
                  <a:srgbClr val="333333"/>
                </a:solidFill>
              </a:rPr>
              <a:t>ve</a:t>
            </a:r>
            <a:r>
              <a:rPr lang="en-US" sz="1400" dirty="0">
                <a:solidFill>
                  <a:srgbClr val="333333"/>
                </a:solidFill>
              </a:rPr>
              <a:t> </a:t>
            </a:r>
            <a:r>
              <a:rPr lang="en-US" sz="1400" dirty="0" err="1">
                <a:solidFill>
                  <a:srgbClr val="333333"/>
                </a:solidFill>
              </a:rPr>
              <a:t>společnosti</a:t>
            </a:r>
            <a:r>
              <a:rPr lang="en-US" sz="1400" dirty="0">
                <a:solidFill>
                  <a:srgbClr val="333333"/>
                </a:solidFill>
              </a:rPr>
              <a:t> </a:t>
            </a:r>
            <a:r>
              <a:rPr lang="en-US" sz="1400" dirty="0" err="1">
                <a:solidFill>
                  <a:srgbClr val="333333"/>
                </a:solidFill>
              </a:rPr>
              <a:t>Asseco</a:t>
            </a:r>
            <a:r>
              <a:rPr lang="en-US" sz="1400" dirty="0">
                <a:solidFill>
                  <a:srgbClr val="333333"/>
                </a:solidFill>
              </a:rPr>
              <a:t> Central Europe, </a:t>
            </a:r>
            <a:r>
              <a:rPr lang="en-US" sz="1400" dirty="0" err="1">
                <a:solidFill>
                  <a:srgbClr val="333333"/>
                </a:solidFill>
              </a:rPr>
              <a:t>kde</a:t>
            </a:r>
            <a:r>
              <a:rPr lang="en-US" sz="1400" dirty="0">
                <a:solidFill>
                  <a:srgbClr val="333333"/>
                </a:solidFill>
              </a:rPr>
              <a:t> </a:t>
            </a:r>
            <a:r>
              <a:rPr lang="en-US" sz="1400" dirty="0" err="1">
                <a:solidFill>
                  <a:srgbClr val="333333"/>
                </a:solidFill>
              </a:rPr>
              <a:t>působí</a:t>
            </a:r>
            <a:r>
              <a:rPr lang="en-US" sz="1400" dirty="0">
                <a:solidFill>
                  <a:srgbClr val="333333"/>
                </a:solidFill>
              </a:rPr>
              <a:t> </a:t>
            </a:r>
            <a:r>
              <a:rPr lang="en-US" sz="1400" dirty="0" err="1">
                <a:solidFill>
                  <a:srgbClr val="333333"/>
                </a:solidFill>
              </a:rPr>
              <a:t>na</a:t>
            </a:r>
            <a:r>
              <a:rPr lang="en-US" sz="1400" dirty="0">
                <a:solidFill>
                  <a:srgbClr val="333333"/>
                </a:solidFill>
              </a:rPr>
              <a:t> </a:t>
            </a:r>
            <a:r>
              <a:rPr lang="en-US" sz="1400" dirty="0" err="1">
                <a:solidFill>
                  <a:srgbClr val="333333"/>
                </a:solidFill>
              </a:rPr>
              <a:t>projektu</a:t>
            </a:r>
            <a:r>
              <a:rPr lang="en-US" sz="1400" dirty="0">
                <a:solidFill>
                  <a:srgbClr val="333333"/>
                </a:solidFill>
              </a:rPr>
              <a:t> </a:t>
            </a:r>
            <a:r>
              <a:rPr lang="en-US" sz="1400" dirty="0" err="1">
                <a:solidFill>
                  <a:srgbClr val="333333"/>
                </a:solidFill>
              </a:rPr>
              <a:t>Onkologická</a:t>
            </a:r>
            <a:r>
              <a:rPr lang="en-US" sz="1400" dirty="0">
                <a:solidFill>
                  <a:srgbClr val="333333"/>
                </a:solidFill>
              </a:rPr>
              <a:t> cesta </a:t>
            </a:r>
            <a:r>
              <a:rPr lang="en-US" sz="1400" dirty="0" err="1">
                <a:solidFill>
                  <a:srgbClr val="333333"/>
                </a:solidFill>
              </a:rPr>
              <a:t>pacienta</a:t>
            </a:r>
            <a:r>
              <a:rPr lang="en-US" sz="1400" dirty="0">
                <a:solidFill>
                  <a:srgbClr val="333333"/>
                </a:solidFill>
              </a:rPr>
              <a:t> pro </a:t>
            </a:r>
            <a:r>
              <a:rPr lang="en-US" sz="1400" dirty="0" err="1">
                <a:solidFill>
                  <a:srgbClr val="333333"/>
                </a:solidFill>
              </a:rPr>
              <a:t>Národní</a:t>
            </a:r>
            <a:r>
              <a:rPr lang="en-US" sz="1400" dirty="0">
                <a:solidFill>
                  <a:srgbClr val="333333"/>
                </a:solidFill>
              </a:rPr>
              <a:t> centrum </a:t>
            </a:r>
            <a:r>
              <a:rPr lang="en-US" sz="1400" dirty="0" err="1">
                <a:solidFill>
                  <a:srgbClr val="333333"/>
                </a:solidFill>
              </a:rPr>
              <a:t>zdravotnických</a:t>
            </a:r>
            <a:r>
              <a:rPr lang="en-US" sz="1400" dirty="0">
                <a:solidFill>
                  <a:srgbClr val="333333"/>
                </a:solidFill>
              </a:rPr>
              <a:t> </a:t>
            </a:r>
            <a:r>
              <a:rPr lang="en-US" sz="1400" dirty="0" err="1">
                <a:solidFill>
                  <a:srgbClr val="333333"/>
                </a:solidFill>
              </a:rPr>
              <a:t>informací</a:t>
            </a:r>
            <a:r>
              <a:rPr lang="en-US" sz="1400" dirty="0">
                <a:solidFill>
                  <a:srgbClr val="333333"/>
                </a:solidFill>
              </a:rPr>
              <a:t> (NCZI). Projekt </a:t>
            </a:r>
            <a:r>
              <a:rPr lang="en-US" sz="1400" dirty="0" err="1">
                <a:solidFill>
                  <a:srgbClr val="333333"/>
                </a:solidFill>
              </a:rPr>
              <a:t>digitálně</a:t>
            </a:r>
            <a:r>
              <a:rPr lang="en-US" sz="1400" dirty="0">
                <a:solidFill>
                  <a:srgbClr val="333333"/>
                </a:solidFill>
              </a:rPr>
              <a:t> </a:t>
            </a:r>
            <a:r>
              <a:rPr lang="en-US" sz="1400" dirty="0" err="1">
                <a:solidFill>
                  <a:srgbClr val="333333"/>
                </a:solidFill>
              </a:rPr>
              <a:t>mapuje</a:t>
            </a:r>
            <a:r>
              <a:rPr lang="en-US" sz="1400" dirty="0">
                <a:solidFill>
                  <a:srgbClr val="333333"/>
                </a:solidFill>
              </a:rPr>
              <a:t> </a:t>
            </a:r>
            <a:r>
              <a:rPr lang="en-US" sz="1400" dirty="0" err="1">
                <a:solidFill>
                  <a:srgbClr val="333333"/>
                </a:solidFill>
              </a:rPr>
              <a:t>cestu</a:t>
            </a:r>
            <a:r>
              <a:rPr lang="en-US" sz="1400" dirty="0">
                <a:solidFill>
                  <a:srgbClr val="333333"/>
                </a:solidFill>
              </a:rPr>
              <a:t> </a:t>
            </a:r>
            <a:r>
              <a:rPr lang="en-US" sz="1400" dirty="0" err="1">
                <a:solidFill>
                  <a:srgbClr val="333333"/>
                </a:solidFill>
              </a:rPr>
              <a:t>onkologického</a:t>
            </a:r>
            <a:r>
              <a:rPr lang="en-US" sz="1400" dirty="0">
                <a:solidFill>
                  <a:srgbClr val="333333"/>
                </a:solidFill>
              </a:rPr>
              <a:t> </a:t>
            </a:r>
            <a:r>
              <a:rPr lang="en-US" sz="1400" dirty="0" err="1">
                <a:solidFill>
                  <a:srgbClr val="333333"/>
                </a:solidFill>
              </a:rPr>
              <a:t>pacienta</a:t>
            </a:r>
            <a:r>
              <a:rPr lang="en-US" sz="1400" dirty="0">
                <a:solidFill>
                  <a:srgbClr val="333333"/>
                </a:solidFill>
              </a:rPr>
              <a:t> od </a:t>
            </a:r>
            <a:r>
              <a:rPr lang="en-US" sz="1400" dirty="0" err="1">
                <a:solidFill>
                  <a:srgbClr val="333333"/>
                </a:solidFill>
              </a:rPr>
              <a:t>prvního</a:t>
            </a:r>
            <a:r>
              <a:rPr lang="en-US" sz="1400" dirty="0">
                <a:solidFill>
                  <a:srgbClr val="333333"/>
                </a:solidFill>
              </a:rPr>
              <a:t> </a:t>
            </a:r>
            <a:r>
              <a:rPr lang="en-US" sz="1400" dirty="0" err="1">
                <a:solidFill>
                  <a:srgbClr val="333333"/>
                </a:solidFill>
              </a:rPr>
              <a:t>podezření</a:t>
            </a:r>
            <a:r>
              <a:rPr lang="en-US" sz="1400" dirty="0">
                <a:solidFill>
                  <a:srgbClr val="333333"/>
                </a:solidFill>
              </a:rPr>
              <a:t> </a:t>
            </a:r>
            <a:r>
              <a:rPr lang="en-US" sz="1400" dirty="0" err="1">
                <a:solidFill>
                  <a:srgbClr val="333333"/>
                </a:solidFill>
              </a:rPr>
              <a:t>na</a:t>
            </a:r>
            <a:r>
              <a:rPr lang="en-US" sz="1400" dirty="0">
                <a:solidFill>
                  <a:srgbClr val="333333"/>
                </a:solidFill>
              </a:rPr>
              <a:t> </a:t>
            </a:r>
            <a:r>
              <a:rPr lang="en-US" sz="1400" dirty="0" err="1">
                <a:solidFill>
                  <a:srgbClr val="333333"/>
                </a:solidFill>
              </a:rPr>
              <a:t>onemocnění</a:t>
            </a:r>
            <a:r>
              <a:rPr lang="en-US" sz="1400" dirty="0">
                <a:solidFill>
                  <a:srgbClr val="333333"/>
                </a:solidFill>
              </a:rPr>
              <a:t> </a:t>
            </a:r>
            <a:r>
              <a:rPr lang="en-US" sz="1400" dirty="0" err="1">
                <a:solidFill>
                  <a:srgbClr val="333333"/>
                </a:solidFill>
              </a:rPr>
              <a:t>až</a:t>
            </a:r>
            <a:r>
              <a:rPr lang="en-US" sz="1400" dirty="0">
                <a:solidFill>
                  <a:srgbClr val="333333"/>
                </a:solidFill>
              </a:rPr>
              <a:t> po </a:t>
            </a:r>
            <a:r>
              <a:rPr lang="en-US" sz="1400" dirty="0" err="1">
                <a:solidFill>
                  <a:srgbClr val="333333"/>
                </a:solidFill>
              </a:rPr>
              <a:t>léčbu</a:t>
            </a:r>
            <a:r>
              <a:rPr lang="en-US" sz="1400" dirty="0">
                <a:solidFill>
                  <a:srgbClr val="333333"/>
                </a:solidFill>
              </a:rPr>
              <a:t>. </a:t>
            </a:r>
            <a:r>
              <a:rPr lang="en-US" sz="1400" dirty="0" err="1">
                <a:solidFill>
                  <a:srgbClr val="333333"/>
                </a:solidFill>
              </a:rPr>
              <a:t>Odpovídá</a:t>
            </a:r>
            <a:r>
              <a:rPr lang="en-US" sz="1400" dirty="0">
                <a:solidFill>
                  <a:srgbClr val="333333"/>
                </a:solidFill>
              </a:rPr>
              <a:t> za </a:t>
            </a:r>
            <a:r>
              <a:rPr lang="en-US" sz="1400" dirty="0" err="1">
                <a:solidFill>
                  <a:srgbClr val="333333"/>
                </a:solidFill>
              </a:rPr>
              <a:t>analytický</a:t>
            </a:r>
            <a:r>
              <a:rPr lang="en-US" sz="1400" dirty="0">
                <a:solidFill>
                  <a:srgbClr val="333333"/>
                </a:solidFill>
              </a:rPr>
              <a:t> </a:t>
            </a:r>
            <a:r>
              <a:rPr lang="en-US" sz="1400" dirty="0" err="1">
                <a:solidFill>
                  <a:srgbClr val="333333"/>
                </a:solidFill>
              </a:rPr>
              <a:t>návrh</a:t>
            </a:r>
            <a:r>
              <a:rPr lang="en-US" sz="1400" dirty="0">
                <a:solidFill>
                  <a:srgbClr val="333333"/>
                </a:solidFill>
              </a:rPr>
              <a:t> </a:t>
            </a:r>
            <a:r>
              <a:rPr lang="en-US" sz="1400" dirty="0" err="1">
                <a:solidFill>
                  <a:srgbClr val="333333"/>
                </a:solidFill>
              </a:rPr>
              <a:t>tvorby</a:t>
            </a:r>
            <a:r>
              <a:rPr lang="en-US" sz="1400" dirty="0">
                <a:solidFill>
                  <a:srgbClr val="333333"/>
                </a:solidFill>
              </a:rPr>
              <a:t> a </a:t>
            </a:r>
            <a:r>
              <a:rPr lang="en-US" sz="1400" dirty="0" err="1">
                <a:solidFill>
                  <a:srgbClr val="333333"/>
                </a:solidFill>
              </a:rPr>
              <a:t>vyhodnocování</a:t>
            </a:r>
            <a:r>
              <a:rPr lang="en-US" sz="1400" dirty="0">
                <a:solidFill>
                  <a:srgbClr val="333333"/>
                </a:solidFill>
              </a:rPr>
              <a:t> </a:t>
            </a:r>
            <a:r>
              <a:rPr lang="en-US" sz="1400" dirty="0" err="1">
                <a:solidFill>
                  <a:srgbClr val="333333"/>
                </a:solidFill>
              </a:rPr>
              <a:t>dotazníků</a:t>
            </a:r>
            <a:r>
              <a:rPr lang="en-US" sz="1400" dirty="0">
                <a:solidFill>
                  <a:srgbClr val="333333"/>
                </a:solidFill>
              </a:rPr>
              <a:t>, </a:t>
            </a:r>
            <a:r>
              <a:rPr lang="en-US" sz="1400" dirty="0" err="1">
                <a:solidFill>
                  <a:srgbClr val="333333"/>
                </a:solidFill>
              </a:rPr>
              <a:t>diagnosticko-terapeutických</a:t>
            </a:r>
            <a:r>
              <a:rPr lang="en-US" sz="1400" dirty="0">
                <a:solidFill>
                  <a:srgbClr val="333333"/>
                </a:solidFill>
              </a:rPr>
              <a:t> </a:t>
            </a:r>
            <a:r>
              <a:rPr lang="en-US" sz="1400" dirty="0" err="1">
                <a:solidFill>
                  <a:srgbClr val="333333"/>
                </a:solidFill>
              </a:rPr>
              <a:t>standardů</a:t>
            </a:r>
            <a:r>
              <a:rPr lang="en-US" sz="1400" dirty="0">
                <a:solidFill>
                  <a:srgbClr val="333333"/>
                </a:solidFill>
              </a:rPr>
              <a:t>, </a:t>
            </a:r>
            <a:r>
              <a:rPr lang="en-US" sz="1400" dirty="0" err="1">
                <a:solidFill>
                  <a:srgbClr val="333333"/>
                </a:solidFill>
              </a:rPr>
              <a:t>asistované</a:t>
            </a:r>
            <a:r>
              <a:rPr lang="en-US" sz="1400" dirty="0">
                <a:solidFill>
                  <a:srgbClr val="333333"/>
                </a:solidFill>
              </a:rPr>
              <a:t> </a:t>
            </a:r>
            <a:r>
              <a:rPr lang="en-US" sz="1400" dirty="0" err="1">
                <a:solidFill>
                  <a:srgbClr val="333333"/>
                </a:solidFill>
              </a:rPr>
              <a:t>interpretace</a:t>
            </a:r>
            <a:r>
              <a:rPr lang="en-US" sz="1400" dirty="0">
                <a:solidFill>
                  <a:srgbClr val="333333"/>
                </a:solidFill>
              </a:rPr>
              <a:t> a </a:t>
            </a:r>
            <a:r>
              <a:rPr lang="en-US" sz="1400" dirty="0" err="1">
                <a:solidFill>
                  <a:srgbClr val="333333"/>
                </a:solidFill>
              </a:rPr>
              <a:t>integrace</a:t>
            </a:r>
            <a:r>
              <a:rPr lang="en-US" sz="1400" dirty="0">
                <a:solidFill>
                  <a:srgbClr val="333333"/>
                </a:solidFill>
              </a:rPr>
              <a:t>. Na </a:t>
            </a:r>
            <a:r>
              <a:rPr lang="en-US" sz="1400" dirty="0" err="1">
                <a:solidFill>
                  <a:srgbClr val="333333"/>
                </a:solidFill>
              </a:rPr>
              <a:t>Rakathon</a:t>
            </a:r>
            <a:r>
              <a:rPr lang="en-US" sz="1400" dirty="0">
                <a:solidFill>
                  <a:srgbClr val="333333"/>
                </a:solidFill>
              </a:rPr>
              <a:t> </a:t>
            </a:r>
            <a:r>
              <a:rPr lang="en-US" sz="1400" dirty="0" err="1">
                <a:solidFill>
                  <a:srgbClr val="333333"/>
                </a:solidFill>
              </a:rPr>
              <a:t>přináší</a:t>
            </a:r>
            <a:r>
              <a:rPr lang="en-US" sz="1400" dirty="0">
                <a:solidFill>
                  <a:srgbClr val="333333"/>
                </a:solidFill>
              </a:rPr>
              <a:t> </a:t>
            </a:r>
            <a:r>
              <a:rPr lang="en-US" sz="1400" dirty="0" err="1">
                <a:solidFill>
                  <a:srgbClr val="333333"/>
                </a:solidFill>
              </a:rPr>
              <a:t>zkušenosti</a:t>
            </a:r>
            <a:r>
              <a:rPr lang="en-US" sz="1400" dirty="0">
                <a:solidFill>
                  <a:srgbClr val="333333"/>
                </a:solidFill>
              </a:rPr>
              <a:t> z </a:t>
            </a:r>
            <a:r>
              <a:rPr lang="en-US" sz="1400" dirty="0" err="1">
                <a:solidFill>
                  <a:srgbClr val="333333"/>
                </a:solidFill>
              </a:rPr>
              <a:t>praktické</a:t>
            </a:r>
            <a:r>
              <a:rPr lang="en-US" sz="1400" dirty="0">
                <a:solidFill>
                  <a:srgbClr val="333333"/>
                </a:solidFill>
              </a:rPr>
              <a:t> </a:t>
            </a:r>
            <a:r>
              <a:rPr lang="en-US" sz="1400" dirty="0" err="1">
                <a:solidFill>
                  <a:srgbClr val="333333"/>
                </a:solidFill>
              </a:rPr>
              <a:t>digitalizace</a:t>
            </a:r>
            <a:r>
              <a:rPr lang="en-US" sz="1400" dirty="0">
                <a:solidFill>
                  <a:srgbClr val="333333"/>
                </a:solidFill>
              </a:rPr>
              <a:t> </a:t>
            </a:r>
            <a:r>
              <a:rPr lang="en-US" sz="1400" dirty="0" err="1">
                <a:solidFill>
                  <a:srgbClr val="333333"/>
                </a:solidFill>
              </a:rPr>
              <a:t>onkologické</a:t>
            </a:r>
            <a:r>
              <a:rPr lang="en-US" sz="1400" dirty="0">
                <a:solidFill>
                  <a:srgbClr val="333333"/>
                </a:solidFill>
              </a:rPr>
              <a:t> </a:t>
            </a:r>
            <a:r>
              <a:rPr lang="en-US" sz="1400" dirty="0" err="1">
                <a:solidFill>
                  <a:srgbClr val="333333"/>
                </a:solidFill>
              </a:rPr>
              <a:t>péče</a:t>
            </a:r>
            <a:r>
              <a:rPr lang="en-US" sz="1400" dirty="0">
                <a:solidFill>
                  <a:srgbClr val="333333"/>
                </a:solidFill>
              </a:rPr>
              <a:t> </a:t>
            </a:r>
            <a:r>
              <a:rPr lang="en-US" sz="1400" dirty="0" err="1">
                <a:solidFill>
                  <a:srgbClr val="333333"/>
                </a:solidFill>
              </a:rPr>
              <a:t>na</a:t>
            </a:r>
            <a:r>
              <a:rPr lang="en-US" sz="1400" dirty="0">
                <a:solidFill>
                  <a:srgbClr val="333333"/>
                </a:solidFill>
              </a:rPr>
              <a:t> </a:t>
            </a:r>
            <a:r>
              <a:rPr lang="en-US" sz="1400" dirty="0" err="1">
                <a:solidFill>
                  <a:srgbClr val="333333"/>
                </a:solidFill>
              </a:rPr>
              <a:t>Slovensku</a:t>
            </a:r>
            <a:r>
              <a:rPr lang="en-US" sz="1400" dirty="0">
                <a:solidFill>
                  <a:srgbClr val="333333"/>
                </a:solidFill>
              </a:rPr>
              <a:t>.</a:t>
            </a:r>
            <a:endParaRPr sz="1400" dirty="0">
              <a:solidFill>
                <a:srgbClr val="333333"/>
              </a:solidFill>
            </a:endParaRPr>
          </a:p>
        </p:txBody>
      </p:sp>
      <p:sp>
        <p:nvSpPr>
          <p:cNvPr id="15" name="Person 2">
            <a:extLst>
              <a:ext uri="{FF2B5EF4-FFF2-40B4-BE49-F238E27FC236}">
                <a16:creationId xmlns:a16="http://schemas.microsoft.com/office/drawing/2014/main" id="{0E72EBA3-A5BD-075C-075A-3CFA9FC41F03}"/>
              </a:ext>
            </a:extLst>
          </p:cNvPr>
          <p:cNvSpPr/>
          <p:nvPr/>
        </p:nvSpPr>
        <p:spPr>
          <a:xfrm>
            <a:off x="6166668" y="1325879"/>
            <a:ext cx="5505724" cy="3909991"/>
          </a:xfrm>
          <a:prstGeom prst="roundRect">
            <a:avLst>
              <a:gd name="adj" fmla="val 6000"/>
            </a:avLst>
          </a:prstGeom>
          <a:solidFill>
            <a:srgbClr val="FFFFFF"/>
          </a:solidFill>
          <a:ln w="12700">
            <a:solidFill>
              <a:srgbClr val="C8D0D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17" name="TextBox 16">
            <a:extLst>
              <a:ext uri="{FF2B5EF4-FFF2-40B4-BE49-F238E27FC236}">
                <a16:creationId xmlns:a16="http://schemas.microsoft.com/office/drawing/2014/main" id="{324BA8F8-444F-1766-06C9-A39F8A9C5612}"/>
              </a:ext>
            </a:extLst>
          </p:cNvPr>
          <p:cNvSpPr txBox="1"/>
          <p:nvPr/>
        </p:nvSpPr>
        <p:spPr>
          <a:xfrm>
            <a:off x="7946471" y="1570579"/>
            <a:ext cx="3603571" cy="307778"/>
          </a:xfrm>
          <a:prstGeom prst="rect">
            <a:avLst/>
          </a:prstGeom>
          <a:noFill/>
        </p:spPr>
        <p:txBody>
          <a:bodyPr wrap="square" lIns="0" tIns="0" rIns="0" bIns="0" anchor="t">
            <a:spAutoFit/>
          </a:bodyPr>
          <a:lstStyle/>
          <a:p>
            <a:pPr algn="l"/>
            <a:r>
              <a:rPr sz="2000" i="0">
                <a:solidFill>
                  <a:schemeClr val="bg2">
                    <a:lumMod val="75000"/>
                  </a:schemeClr>
                </a:solidFill>
                <a:latin typeface="+mj-lt"/>
              </a:rPr>
              <a:t>Mgr. Ondřej Hoferek</a:t>
            </a:r>
          </a:p>
        </p:txBody>
      </p:sp>
      <p:sp>
        <p:nvSpPr>
          <p:cNvPr id="19" name="TextBox 18">
            <a:extLst>
              <a:ext uri="{FF2B5EF4-FFF2-40B4-BE49-F238E27FC236}">
                <a16:creationId xmlns:a16="http://schemas.microsoft.com/office/drawing/2014/main" id="{74584A9B-FCCD-2565-E089-7AD1B64B1C7A}"/>
              </a:ext>
            </a:extLst>
          </p:cNvPr>
          <p:cNvSpPr txBox="1"/>
          <p:nvPr/>
        </p:nvSpPr>
        <p:spPr>
          <a:xfrm>
            <a:off x="7946471" y="1950866"/>
            <a:ext cx="3603571" cy="215444"/>
          </a:xfrm>
          <a:prstGeom prst="rect">
            <a:avLst/>
          </a:prstGeom>
          <a:noFill/>
        </p:spPr>
        <p:txBody>
          <a:bodyPr wrap="square" lIns="0" tIns="0" rIns="0" bIns="0" anchor="t">
            <a:spAutoFit/>
          </a:bodyPr>
          <a:lstStyle/>
          <a:p>
            <a:pPr algn="l"/>
            <a:r>
              <a:rPr sz="1400" i="0" dirty="0">
                <a:latin typeface="+mj-lt"/>
              </a:rPr>
              <a:t>Mentor  ·  HL7 ČR</a:t>
            </a:r>
          </a:p>
        </p:txBody>
      </p:sp>
      <p:sp>
        <p:nvSpPr>
          <p:cNvPr id="21" name="TextBox 20">
            <a:extLst>
              <a:ext uri="{FF2B5EF4-FFF2-40B4-BE49-F238E27FC236}">
                <a16:creationId xmlns:a16="http://schemas.microsoft.com/office/drawing/2014/main" id="{F7C0D252-1ED7-D6FE-F2CC-18D4DFD57478}"/>
              </a:ext>
            </a:extLst>
          </p:cNvPr>
          <p:cNvSpPr txBox="1"/>
          <p:nvPr/>
        </p:nvSpPr>
        <p:spPr>
          <a:xfrm>
            <a:off x="6411366" y="3161025"/>
            <a:ext cx="5041708" cy="1508105"/>
          </a:xfrm>
          <a:prstGeom prst="rect">
            <a:avLst/>
          </a:prstGeom>
          <a:noFill/>
        </p:spPr>
        <p:txBody>
          <a:bodyPr wrap="square" lIns="0" tIns="0" rIns="0" bIns="0" anchor="t">
            <a:spAutoFit/>
          </a:bodyPr>
          <a:lstStyle/>
          <a:p>
            <a:pPr algn="l"/>
            <a:r>
              <a:rPr sz="1400" b="0" i="0" dirty="0" err="1">
                <a:solidFill>
                  <a:srgbClr val="333333"/>
                </a:solidFill>
              </a:rPr>
              <a:t>Technický</a:t>
            </a:r>
            <a:r>
              <a:rPr sz="1400" b="0" i="0" dirty="0">
                <a:solidFill>
                  <a:srgbClr val="333333"/>
                </a:solidFill>
              </a:rPr>
              <a:t> </a:t>
            </a:r>
            <a:r>
              <a:rPr sz="1400" b="0" i="0" dirty="0" err="1">
                <a:solidFill>
                  <a:srgbClr val="333333"/>
                </a:solidFill>
              </a:rPr>
              <a:t>ředitel</a:t>
            </a:r>
            <a:r>
              <a:rPr sz="1400" b="0" i="0" dirty="0">
                <a:solidFill>
                  <a:srgbClr val="333333"/>
                </a:solidFill>
              </a:rPr>
              <a:t> InterSystems pro </a:t>
            </a:r>
            <a:r>
              <a:rPr sz="1400" b="0" i="0" dirty="0" err="1">
                <a:solidFill>
                  <a:srgbClr val="333333"/>
                </a:solidFill>
              </a:rPr>
              <a:t>Česko</a:t>
            </a:r>
            <a:r>
              <a:rPr sz="1400" b="0" i="0" dirty="0">
                <a:solidFill>
                  <a:srgbClr val="333333"/>
                </a:solidFill>
              </a:rPr>
              <a:t> a </a:t>
            </a:r>
            <a:r>
              <a:rPr sz="1400" b="0" i="0" dirty="0" err="1">
                <a:solidFill>
                  <a:srgbClr val="333333"/>
                </a:solidFill>
              </a:rPr>
              <a:t>Slovensko</a:t>
            </a:r>
            <a:r>
              <a:rPr sz="1400" b="0" i="0" dirty="0">
                <a:solidFill>
                  <a:srgbClr val="333333"/>
                </a:solidFill>
              </a:rPr>
              <a:t>. </a:t>
            </a:r>
            <a:r>
              <a:rPr sz="1400" b="0" i="0" dirty="0" err="1">
                <a:solidFill>
                  <a:srgbClr val="333333"/>
                </a:solidFill>
              </a:rPr>
              <a:t>Dlouhodobě</a:t>
            </a:r>
            <a:r>
              <a:rPr sz="1400" b="0" i="0" dirty="0">
                <a:solidFill>
                  <a:srgbClr val="333333"/>
                </a:solidFill>
              </a:rPr>
              <a:t> se </a:t>
            </a:r>
            <a:r>
              <a:rPr sz="1400" b="0" i="0" dirty="0" err="1">
                <a:solidFill>
                  <a:srgbClr val="333333"/>
                </a:solidFill>
              </a:rPr>
              <a:t>věnuje</a:t>
            </a:r>
            <a:r>
              <a:rPr sz="1400" b="0" i="0" dirty="0">
                <a:solidFill>
                  <a:srgbClr val="333333"/>
                </a:solidFill>
              </a:rPr>
              <a:t> </a:t>
            </a:r>
            <a:r>
              <a:rPr sz="1400" b="0" i="0" dirty="0" err="1">
                <a:solidFill>
                  <a:srgbClr val="333333"/>
                </a:solidFill>
              </a:rPr>
              <a:t>digitálnímu</a:t>
            </a:r>
            <a:r>
              <a:rPr sz="1400" b="0" i="0" dirty="0">
                <a:solidFill>
                  <a:srgbClr val="333333"/>
                </a:solidFill>
              </a:rPr>
              <a:t> </a:t>
            </a:r>
            <a:r>
              <a:rPr sz="1400" b="0" i="0" dirty="0" err="1">
                <a:solidFill>
                  <a:srgbClr val="333333"/>
                </a:solidFill>
              </a:rPr>
              <a:t>zdravotnictví</a:t>
            </a:r>
            <a:r>
              <a:rPr sz="1400" b="0" i="0" dirty="0">
                <a:solidFill>
                  <a:srgbClr val="333333"/>
                </a:solidFill>
              </a:rPr>
              <a:t>, </a:t>
            </a:r>
            <a:r>
              <a:rPr sz="1400" b="0" i="0" dirty="0" err="1">
                <a:solidFill>
                  <a:srgbClr val="333333"/>
                </a:solidFill>
              </a:rPr>
              <a:t>interoperabilitě</a:t>
            </a:r>
            <a:r>
              <a:rPr sz="1400" b="0" i="0" dirty="0">
                <a:solidFill>
                  <a:srgbClr val="333333"/>
                </a:solidFill>
              </a:rPr>
              <a:t> (</a:t>
            </a:r>
            <a:r>
              <a:rPr sz="1400" b="0" i="0" dirty="0" err="1">
                <a:solidFill>
                  <a:srgbClr val="333333"/>
                </a:solidFill>
              </a:rPr>
              <a:t>schopnosti</a:t>
            </a:r>
            <a:r>
              <a:rPr sz="1400" b="0" i="0" dirty="0">
                <a:solidFill>
                  <a:srgbClr val="333333"/>
                </a:solidFill>
              </a:rPr>
              <a:t> </a:t>
            </a:r>
            <a:r>
              <a:rPr sz="1400" b="0" i="0" dirty="0" err="1">
                <a:solidFill>
                  <a:srgbClr val="333333"/>
                </a:solidFill>
              </a:rPr>
              <a:t>systémů</a:t>
            </a:r>
            <a:r>
              <a:rPr sz="1400" b="0" i="0" dirty="0">
                <a:solidFill>
                  <a:srgbClr val="333333"/>
                </a:solidFill>
              </a:rPr>
              <a:t> </a:t>
            </a:r>
            <a:r>
              <a:rPr sz="1400" b="0" i="0" dirty="0" err="1">
                <a:solidFill>
                  <a:srgbClr val="333333"/>
                </a:solidFill>
              </a:rPr>
              <a:t>si</a:t>
            </a:r>
            <a:r>
              <a:rPr sz="1400" b="0" i="0" dirty="0">
                <a:solidFill>
                  <a:srgbClr val="333333"/>
                </a:solidFill>
              </a:rPr>
              <a:t> </a:t>
            </a:r>
            <a:r>
              <a:rPr sz="1400" b="0" i="0" dirty="0" err="1">
                <a:solidFill>
                  <a:srgbClr val="333333"/>
                </a:solidFill>
              </a:rPr>
              <a:t>předávat</a:t>
            </a:r>
            <a:r>
              <a:rPr sz="1400" b="0" i="0" dirty="0">
                <a:solidFill>
                  <a:srgbClr val="333333"/>
                </a:solidFill>
              </a:rPr>
              <a:t> data) a </a:t>
            </a:r>
            <a:r>
              <a:rPr sz="1400" b="0" i="0" dirty="0" err="1">
                <a:solidFill>
                  <a:srgbClr val="333333"/>
                </a:solidFill>
              </a:rPr>
              <a:t>propojování</a:t>
            </a:r>
            <a:r>
              <a:rPr sz="1400" b="0" i="0" dirty="0">
                <a:solidFill>
                  <a:srgbClr val="333333"/>
                </a:solidFill>
              </a:rPr>
              <a:t> </a:t>
            </a:r>
            <a:r>
              <a:rPr sz="1400" b="0" i="0" dirty="0" err="1">
                <a:solidFill>
                  <a:srgbClr val="333333"/>
                </a:solidFill>
              </a:rPr>
              <a:t>zdravotnických</a:t>
            </a:r>
            <a:r>
              <a:rPr sz="1400" b="0" i="0" dirty="0">
                <a:solidFill>
                  <a:srgbClr val="333333"/>
                </a:solidFill>
              </a:rPr>
              <a:t> </a:t>
            </a:r>
            <a:r>
              <a:rPr sz="1400" b="0" i="0" dirty="0" err="1">
                <a:solidFill>
                  <a:srgbClr val="333333"/>
                </a:solidFill>
              </a:rPr>
              <a:t>dat</a:t>
            </a:r>
            <a:r>
              <a:rPr sz="1400" b="0" i="0" dirty="0">
                <a:solidFill>
                  <a:srgbClr val="333333"/>
                </a:solidFill>
              </a:rPr>
              <a:t>; </a:t>
            </a:r>
            <a:r>
              <a:rPr sz="1400" b="0" i="0" dirty="0" err="1">
                <a:solidFill>
                  <a:srgbClr val="333333"/>
                </a:solidFill>
              </a:rPr>
              <a:t>má</a:t>
            </a:r>
            <a:r>
              <a:rPr sz="1400" b="0" i="0" dirty="0">
                <a:solidFill>
                  <a:srgbClr val="333333"/>
                </a:solidFill>
              </a:rPr>
              <a:t> </a:t>
            </a:r>
            <a:r>
              <a:rPr sz="1400" b="0" i="0" dirty="0" err="1">
                <a:solidFill>
                  <a:srgbClr val="333333"/>
                </a:solidFill>
              </a:rPr>
              <a:t>zkušenosti</a:t>
            </a:r>
            <a:r>
              <a:rPr sz="1400" b="0" i="0" dirty="0">
                <a:solidFill>
                  <a:srgbClr val="333333"/>
                </a:solidFill>
              </a:rPr>
              <a:t> s HL7 FHIR a </a:t>
            </a:r>
            <a:r>
              <a:rPr sz="1400" b="0" i="0" dirty="0" err="1">
                <a:solidFill>
                  <a:srgbClr val="333333"/>
                </a:solidFill>
              </a:rPr>
              <a:t>integrací</a:t>
            </a:r>
            <a:r>
              <a:rPr sz="1400" b="0" i="0" dirty="0">
                <a:solidFill>
                  <a:srgbClr val="333333"/>
                </a:solidFill>
              </a:rPr>
              <a:t> </a:t>
            </a:r>
            <a:r>
              <a:rPr sz="1400" b="0" i="0" dirty="0" err="1">
                <a:solidFill>
                  <a:srgbClr val="333333"/>
                </a:solidFill>
              </a:rPr>
              <a:t>zdravotnických</a:t>
            </a:r>
            <a:r>
              <a:rPr sz="1400" b="0" i="0" dirty="0">
                <a:solidFill>
                  <a:srgbClr val="333333"/>
                </a:solidFill>
              </a:rPr>
              <a:t> </a:t>
            </a:r>
            <a:r>
              <a:rPr sz="1400" b="0" i="0" dirty="0" err="1">
                <a:solidFill>
                  <a:srgbClr val="333333"/>
                </a:solidFill>
              </a:rPr>
              <a:t>systémů</a:t>
            </a:r>
            <a:r>
              <a:rPr sz="1400" b="0" i="0" dirty="0">
                <a:solidFill>
                  <a:srgbClr val="333333"/>
                </a:solidFill>
              </a:rPr>
              <a:t>. Na </a:t>
            </a:r>
            <a:r>
              <a:rPr sz="1400" b="0" i="0" dirty="0" err="1">
                <a:solidFill>
                  <a:srgbClr val="333333"/>
                </a:solidFill>
              </a:rPr>
              <a:t>Rakathonu</a:t>
            </a:r>
            <a:r>
              <a:rPr sz="1400" b="0" i="0" dirty="0">
                <a:solidFill>
                  <a:srgbClr val="333333"/>
                </a:solidFill>
              </a:rPr>
              <a:t> </a:t>
            </a:r>
            <a:r>
              <a:rPr sz="1400" b="0" i="0" dirty="0" err="1">
                <a:solidFill>
                  <a:srgbClr val="333333"/>
                </a:solidFill>
              </a:rPr>
              <a:t>přináší</a:t>
            </a:r>
            <a:r>
              <a:rPr sz="1400" b="0" i="0" dirty="0">
                <a:solidFill>
                  <a:srgbClr val="333333"/>
                </a:solidFill>
              </a:rPr>
              <a:t> </a:t>
            </a:r>
            <a:r>
              <a:rPr sz="1400" b="0" i="0" dirty="0" err="1">
                <a:solidFill>
                  <a:srgbClr val="333333"/>
                </a:solidFill>
              </a:rPr>
              <a:t>pohled</a:t>
            </a:r>
            <a:r>
              <a:rPr sz="1400" b="0" i="0" dirty="0">
                <a:solidFill>
                  <a:srgbClr val="333333"/>
                </a:solidFill>
              </a:rPr>
              <a:t> </a:t>
            </a:r>
            <a:r>
              <a:rPr sz="1400" b="0" i="0" dirty="0" err="1">
                <a:solidFill>
                  <a:srgbClr val="333333"/>
                </a:solidFill>
              </a:rPr>
              <a:t>technologického</a:t>
            </a:r>
            <a:r>
              <a:rPr sz="1400" b="0" i="0" dirty="0">
                <a:solidFill>
                  <a:srgbClr val="333333"/>
                </a:solidFill>
              </a:rPr>
              <a:t> </a:t>
            </a:r>
            <a:r>
              <a:rPr sz="1400" b="0" i="0" dirty="0" err="1">
                <a:solidFill>
                  <a:srgbClr val="333333"/>
                </a:solidFill>
              </a:rPr>
              <a:t>odborníka</a:t>
            </a:r>
            <a:r>
              <a:rPr sz="1400" b="0" i="0" dirty="0">
                <a:solidFill>
                  <a:srgbClr val="333333"/>
                </a:solidFill>
              </a:rPr>
              <a:t> </a:t>
            </a:r>
            <a:r>
              <a:rPr sz="1400" b="0" i="0" dirty="0" err="1">
                <a:solidFill>
                  <a:srgbClr val="333333"/>
                </a:solidFill>
              </a:rPr>
              <a:t>na</a:t>
            </a:r>
            <a:r>
              <a:rPr sz="1400" b="0" i="0" dirty="0">
                <a:solidFill>
                  <a:srgbClr val="333333"/>
                </a:solidFill>
              </a:rPr>
              <a:t> </a:t>
            </a:r>
            <a:r>
              <a:rPr sz="1400" b="0" i="0" dirty="0" err="1">
                <a:solidFill>
                  <a:srgbClr val="333333"/>
                </a:solidFill>
              </a:rPr>
              <a:t>praktická</a:t>
            </a:r>
            <a:r>
              <a:rPr sz="1400" b="0" i="0" dirty="0">
                <a:solidFill>
                  <a:srgbClr val="333333"/>
                </a:solidFill>
              </a:rPr>
              <a:t> </a:t>
            </a:r>
            <a:r>
              <a:rPr sz="1400" b="0" i="0" dirty="0" err="1">
                <a:solidFill>
                  <a:srgbClr val="333333"/>
                </a:solidFill>
              </a:rPr>
              <a:t>řešení</a:t>
            </a:r>
            <a:r>
              <a:rPr sz="1400" b="0" i="0" dirty="0">
                <a:solidFill>
                  <a:srgbClr val="333333"/>
                </a:solidFill>
              </a:rPr>
              <a:t> pro </a:t>
            </a:r>
            <a:r>
              <a:rPr sz="1400" b="0" i="0" dirty="0" err="1">
                <a:solidFill>
                  <a:srgbClr val="333333"/>
                </a:solidFill>
              </a:rPr>
              <a:t>onkologickou</a:t>
            </a:r>
            <a:r>
              <a:rPr sz="1400" b="0" i="0" dirty="0">
                <a:solidFill>
                  <a:srgbClr val="333333"/>
                </a:solidFill>
              </a:rPr>
              <a:t> </a:t>
            </a:r>
            <a:r>
              <a:rPr sz="1400" b="0" i="0" dirty="0" err="1">
                <a:solidFill>
                  <a:srgbClr val="333333"/>
                </a:solidFill>
              </a:rPr>
              <a:t>péči</a:t>
            </a:r>
            <a:r>
              <a:rPr sz="1400" b="0" i="0" dirty="0">
                <a:solidFill>
                  <a:srgbClr val="333333"/>
                </a:solidFill>
              </a:rPr>
              <a:t>.</a:t>
            </a:r>
          </a:p>
        </p:txBody>
      </p:sp>
      <p:sp>
        <p:nvSpPr>
          <p:cNvPr id="23" name="Mentor role">
            <a:extLst>
              <a:ext uri="{FF2B5EF4-FFF2-40B4-BE49-F238E27FC236}">
                <a16:creationId xmlns:a16="http://schemas.microsoft.com/office/drawing/2014/main" id="{34549C9D-1ACF-713C-9963-46250576C979}"/>
              </a:ext>
            </a:extLst>
          </p:cNvPr>
          <p:cNvSpPr/>
          <p:nvPr/>
        </p:nvSpPr>
        <p:spPr>
          <a:xfrm>
            <a:off x="361188" y="5419627"/>
            <a:ext cx="11268382" cy="672922"/>
          </a:xfrm>
          <a:prstGeom prst="roundRect">
            <a:avLst>
              <a:gd name="adj" fmla="val 13077"/>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sp>
        <p:nvSpPr>
          <p:cNvPr id="25" name="Oval 24">
            <a:extLst>
              <a:ext uri="{FF2B5EF4-FFF2-40B4-BE49-F238E27FC236}">
                <a16:creationId xmlns:a16="http://schemas.microsoft.com/office/drawing/2014/main" id="{8AAB924A-03C5-7292-D1EF-F46A63438170}"/>
              </a:ext>
            </a:extLst>
          </p:cNvPr>
          <p:cNvSpPr/>
          <p:nvPr/>
        </p:nvSpPr>
        <p:spPr>
          <a:xfrm>
            <a:off x="574620" y="5459074"/>
            <a:ext cx="550572" cy="550572"/>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200"/>
          </a:p>
        </p:txBody>
      </p:sp>
      <p:pic>
        <p:nvPicPr>
          <p:cNvPr id="27" name="Picture 26" descr="comments_w.png">
            <a:extLst>
              <a:ext uri="{FF2B5EF4-FFF2-40B4-BE49-F238E27FC236}">
                <a16:creationId xmlns:a16="http://schemas.microsoft.com/office/drawing/2014/main" id="{D164AC89-3292-3356-0DC1-095C936958D8}"/>
              </a:ext>
            </a:extLst>
          </p:cNvPr>
          <p:cNvPicPr>
            <a:picLocks noChangeAspect="1"/>
          </p:cNvPicPr>
          <p:nvPr/>
        </p:nvPicPr>
        <p:blipFill>
          <a:blip r:embed="rId3"/>
          <a:stretch>
            <a:fillRect/>
          </a:stretch>
        </p:blipFill>
        <p:spPr>
          <a:xfrm>
            <a:off x="693979" y="5561618"/>
            <a:ext cx="264274" cy="264274"/>
          </a:xfrm>
          <a:prstGeom prst="rect">
            <a:avLst/>
          </a:prstGeom>
        </p:spPr>
      </p:pic>
      <p:sp>
        <p:nvSpPr>
          <p:cNvPr id="29" name="TextBox 28">
            <a:extLst>
              <a:ext uri="{FF2B5EF4-FFF2-40B4-BE49-F238E27FC236}">
                <a16:creationId xmlns:a16="http://schemas.microsoft.com/office/drawing/2014/main" id="{4293056F-7F73-3320-D15B-D2D322E95AAA}"/>
              </a:ext>
            </a:extLst>
          </p:cNvPr>
          <p:cNvSpPr txBox="1"/>
          <p:nvPr/>
        </p:nvSpPr>
        <p:spPr>
          <a:xfrm>
            <a:off x="1272691" y="5626636"/>
            <a:ext cx="10277351" cy="215444"/>
          </a:xfrm>
          <a:prstGeom prst="rect">
            <a:avLst/>
          </a:prstGeom>
          <a:noFill/>
        </p:spPr>
        <p:txBody>
          <a:bodyPr wrap="square" lIns="0" tIns="0" rIns="0" bIns="0" anchor="ctr">
            <a:spAutoFit/>
          </a:bodyPr>
          <a:lstStyle/>
          <a:p>
            <a:pPr algn="l"/>
            <a:r>
              <a:rPr sz="1400" b="0" i="0" dirty="0" err="1">
                <a:solidFill>
                  <a:srgbClr val="333333"/>
                </a:solidFill>
              </a:rPr>
              <a:t>Obraťte</a:t>
            </a:r>
            <a:r>
              <a:rPr sz="1400" b="0" i="0" dirty="0">
                <a:solidFill>
                  <a:srgbClr val="333333"/>
                </a:solidFill>
              </a:rPr>
              <a:t> se </a:t>
            </a:r>
            <a:r>
              <a:rPr sz="1400" b="0" i="0" dirty="0" err="1">
                <a:solidFill>
                  <a:srgbClr val="333333"/>
                </a:solidFill>
              </a:rPr>
              <a:t>na</a:t>
            </a:r>
            <a:r>
              <a:rPr sz="1400" b="0" i="0" dirty="0">
                <a:solidFill>
                  <a:srgbClr val="333333"/>
                </a:solidFill>
              </a:rPr>
              <a:t> </a:t>
            </a:r>
            <a:r>
              <a:rPr sz="1400" b="0" i="0" dirty="0" err="1">
                <a:solidFill>
                  <a:srgbClr val="333333"/>
                </a:solidFill>
              </a:rPr>
              <a:t>ně</a:t>
            </a:r>
            <a:r>
              <a:rPr sz="1400" b="0" i="0" dirty="0">
                <a:solidFill>
                  <a:srgbClr val="333333"/>
                </a:solidFill>
              </a:rPr>
              <a:t> </a:t>
            </a:r>
            <a:r>
              <a:rPr sz="1400" b="0" i="0" dirty="0" err="1">
                <a:solidFill>
                  <a:srgbClr val="333333"/>
                </a:solidFill>
              </a:rPr>
              <a:t>kdykoli</a:t>
            </a:r>
            <a:r>
              <a:rPr sz="1400" b="0" i="0" dirty="0">
                <a:solidFill>
                  <a:srgbClr val="333333"/>
                </a:solidFill>
              </a:rPr>
              <a:t> </a:t>
            </a:r>
            <a:r>
              <a:rPr sz="1400" b="0" i="0" dirty="0" err="1">
                <a:solidFill>
                  <a:srgbClr val="333333"/>
                </a:solidFill>
              </a:rPr>
              <a:t>během</a:t>
            </a:r>
            <a:r>
              <a:rPr sz="1400" b="0" i="0" dirty="0">
                <a:solidFill>
                  <a:srgbClr val="333333"/>
                </a:solidFill>
              </a:rPr>
              <a:t> </a:t>
            </a:r>
            <a:r>
              <a:rPr sz="1400" b="0" i="0" dirty="0" err="1">
                <a:solidFill>
                  <a:srgbClr val="333333"/>
                </a:solidFill>
              </a:rPr>
              <a:t>hackathonu</a:t>
            </a:r>
            <a:r>
              <a:rPr sz="1400" b="0" i="0" dirty="0">
                <a:solidFill>
                  <a:srgbClr val="333333"/>
                </a:solidFill>
              </a:rPr>
              <a:t> – se </a:t>
            </a:r>
            <a:r>
              <a:rPr sz="1400" b="0" i="0" dirty="0" err="1">
                <a:solidFill>
                  <a:srgbClr val="333333"/>
                </a:solidFill>
              </a:rPr>
              <a:t>zadáním</a:t>
            </a:r>
            <a:r>
              <a:rPr sz="1400" b="0" i="0" dirty="0">
                <a:solidFill>
                  <a:srgbClr val="333333"/>
                </a:solidFill>
              </a:rPr>
              <a:t>, </a:t>
            </a:r>
            <a:r>
              <a:rPr sz="1400" b="0" i="0" dirty="0" err="1">
                <a:solidFill>
                  <a:srgbClr val="333333"/>
                </a:solidFill>
              </a:rPr>
              <a:t>daty</a:t>
            </a:r>
            <a:r>
              <a:rPr sz="1400" b="0" i="0" dirty="0">
                <a:solidFill>
                  <a:srgbClr val="333333"/>
                </a:solidFill>
              </a:rPr>
              <a:t>, </a:t>
            </a:r>
            <a:r>
              <a:rPr sz="1400" b="0" i="0" dirty="0" err="1">
                <a:solidFill>
                  <a:srgbClr val="333333"/>
                </a:solidFill>
              </a:rPr>
              <a:t>klinickým</a:t>
            </a:r>
            <a:r>
              <a:rPr sz="1400" b="0" i="0" dirty="0">
                <a:solidFill>
                  <a:srgbClr val="333333"/>
                </a:solidFill>
              </a:rPr>
              <a:t> </a:t>
            </a:r>
            <a:r>
              <a:rPr sz="1400" b="0" i="0" dirty="0" err="1">
                <a:solidFill>
                  <a:srgbClr val="333333"/>
                </a:solidFill>
              </a:rPr>
              <a:t>kontextem</a:t>
            </a:r>
            <a:r>
              <a:rPr sz="1400" b="0" i="0" dirty="0">
                <a:solidFill>
                  <a:srgbClr val="333333"/>
                </a:solidFill>
              </a:rPr>
              <a:t>, </a:t>
            </a:r>
            <a:r>
              <a:rPr sz="1400" b="0" i="0" dirty="0" err="1">
                <a:solidFill>
                  <a:srgbClr val="333333"/>
                </a:solidFill>
              </a:rPr>
              <a:t>standardy</a:t>
            </a:r>
            <a:r>
              <a:rPr sz="1400" b="0" i="0" dirty="0">
                <a:solidFill>
                  <a:srgbClr val="333333"/>
                </a:solidFill>
              </a:rPr>
              <a:t> HL7 FHIR </a:t>
            </a:r>
            <a:r>
              <a:rPr sz="1400" b="0" i="0" dirty="0" err="1">
                <a:solidFill>
                  <a:srgbClr val="333333"/>
                </a:solidFill>
              </a:rPr>
              <a:t>i</a:t>
            </a:r>
            <a:r>
              <a:rPr sz="1400" b="0" i="0" dirty="0">
                <a:solidFill>
                  <a:srgbClr val="333333"/>
                </a:solidFill>
              </a:rPr>
              <a:t> </a:t>
            </a:r>
            <a:r>
              <a:rPr sz="1400" b="0" i="0" dirty="0" err="1">
                <a:solidFill>
                  <a:srgbClr val="333333"/>
                </a:solidFill>
              </a:rPr>
              <a:t>směrem</a:t>
            </a:r>
            <a:r>
              <a:rPr sz="1400" b="0" i="0" dirty="0">
                <a:solidFill>
                  <a:srgbClr val="333333"/>
                </a:solidFill>
              </a:rPr>
              <a:t> </a:t>
            </a:r>
            <a:r>
              <a:rPr sz="1400" b="0" i="0" dirty="0" err="1">
                <a:solidFill>
                  <a:srgbClr val="333333"/>
                </a:solidFill>
              </a:rPr>
              <a:t>vašeho</a:t>
            </a:r>
            <a:r>
              <a:rPr sz="1400" b="0" i="0" dirty="0">
                <a:solidFill>
                  <a:srgbClr val="333333"/>
                </a:solidFill>
              </a:rPr>
              <a:t> </a:t>
            </a:r>
            <a:r>
              <a:rPr sz="1400" b="0" i="0" dirty="0" err="1">
                <a:solidFill>
                  <a:srgbClr val="333333"/>
                </a:solidFill>
              </a:rPr>
              <a:t>řešení</a:t>
            </a:r>
            <a:r>
              <a:rPr sz="1400" b="0" i="0" dirty="0">
                <a:solidFill>
                  <a:srgbClr val="333333"/>
                </a:solidFill>
              </a:rPr>
              <a:t>.</a:t>
            </a:r>
          </a:p>
        </p:txBody>
      </p:sp>
      <p:pic>
        <p:nvPicPr>
          <p:cNvPr id="31" name="Obrázek 21">
            <a:extLst>
              <a:ext uri="{FF2B5EF4-FFF2-40B4-BE49-F238E27FC236}">
                <a16:creationId xmlns:a16="http://schemas.microsoft.com/office/drawing/2014/main" id="{E7ACCB5C-0D81-6C79-4EF1-8F681246FE9C}"/>
              </a:ext>
            </a:extLst>
          </p:cNvPr>
          <p:cNvPicPr>
            <a:picLocks noChangeAspect="1"/>
          </p:cNvPicPr>
          <p:nvPr/>
        </p:nvPicPr>
        <p:blipFill>
          <a:blip r:embed="rId4"/>
          <a:stretch>
            <a:fillRect/>
          </a:stretch>
        </p:blipFill>
        <p:spPr>
          <a:xfrm>
            <a:off x="612004" y="1501628"/>
            <a:ext cx="1460418" cy="1460418"/>
          </a:xfrm>
          <a:prstGeom prst="rect">
            <a:avLst/>
          </a:prstGeom>
        </p:spPr>
      </p:pic>
      <p:pic>
        <p:nvPicPr>
          <p:cNvPr id="33" name="Obrázek 23">
            <a:extLst>
              <a:ext uri="{FF2B5EF4-FFF2-40B4-BE49-F238E27FC236}">
                <a16:creationId xmlns:a16="http://schemas.microsoft.com/office/drawing/2014/main" id="{3DB31F71-3D3A-4FEF-2B8A-397CEB919BFD}"/>
              </a:ext>
            </a:extLst>
          </p:cNvPr>
          <p:cNvPicPr>
            <a:picLocks noChangeAspect="1"/>
          </p:cNvPicPr>
          <p:nvPr/>
        </p:nvPicPr>
        <p:blipFill>
          <a:blip r:embed="rId5"/>
          <a:stretch>
            <a:fillRect/>
          </a:stretch>
        </p:blipFill>
        <p:spPr>
          <a:xfrm>
            <a:off x="6411366" y="1432677"/>
            <a:ext cx="1290405" cy="1529369"/>
          </a:xfrm>
          <a:prstGeom prst="rect">
            <a:avLst/>
          </a:prstGeom>
        </p:spPr>
      </p:pic>
    </p:spTree>
    <p:extLst>
      <p:ext uri="{BB962C8B-B14F-4D97-AF65-F5344CB8AC3E}">
        <p14:creationId xmlns:p14="http://schemas.microsoft.com/office/powerpoint/2010/main" val="4024415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F0C721-7B38-CE80-EC0A-7E08176A5F2D}"/>
              </a:ext>
            </a:extLst>
          </p:cNvPr>
          <p:cNvSpPr>
            <a:spLocks noGrp="1"/>
          </p:cNvSpPr>
          <p:nvPr>
            <p:ph type="sldNum" sz="quarter" idx="12"/>
          </p:nvPr>
        </p:nvSpPr>
        <p:spPr/>
        <p:txBody>
          <a:bodyPr/>
          <a:lstStyle/>
          <a:p>
            <a:fld id="{9DC1E638-3F78-4E0D-883A-B278700C48C0}" type="slidenum">
              <a:rPr lang="pl-PL" smtClean="0"/>
              <a:pPr/>
              <a:t>11</a:t>
            </a:fld>
            <a:endParaRPr lang="pl-PL" dirty="0"/>
          </a:p>
        </p:txBody>
      </p:sp>
      <p:sp>
        <p:nvSpPr>
          <p:cNvPr id="3" name="Title 2">
            <a:extLst>
              <a:ext uri="{FF2B5EF4-FFF2-40B4-BE49-F238E27FC236}">
                <a16:creationId xmlns:a16="http://schemas.microsoft.com/office/drawing/2014/main" id="{34A654E2-A7ED-94D6-270E-256D6AF580F9}"/>
              </a:ext>
            </a:extLst>
          </p:cNvPr>
          <p:cNvSpPr>
            <a:spLocks noGrp="1"/>
          </p:cNvSpPr>
          <p:nvPr>
            <p:ph type="title"/>
          </p:nvPr>
        </p:nvSpPr>
        <p:spPr/>
        <p:txBody>
          <a:bodyPr/>
          <a:lstStyle/>
          <a:p>
            <a:r>
              <a:rPr lang="fr-FR"/>
              <a:t>Proč si vybrat právě MDT Copilot</a:t>
            </a:r>
            <a:endParaRPr lang="en-US"/>
          </a:p>
        </p:txBody>
      </p:sp>
      <p:sp>
        <p:nvSpPr>
          <p:cNvPr id="5" name="Why 1">
            <a:extLst>
              <a:ext uri="{FF2B5EF4-FFF2-40B4-BE49-F238E27FC236}">
                <a16:creationId xmlns:a16="http://schemas.microsoft.com/office/drawing/2014/main" id="{973B4622-2556-9E9B-40AA-BB0E6A501433}"/>
              </a:ext>
            </a:extLst>
          </p:cNvPr>
          <p:cNvSpPr/>
          <p:nvPr/>
        </p:nvSpPr>
        <p:spPr>
          <a:xfrm>
            <a:off x="450055" y="1648192"/>
            <a:ext cx="2677353" cy="356161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7" name="Oval 6">
            <a:extLst>
              <a:ext uri="{FF2B5EF4-FFF2-40B4-BE49-F238E27FC236}">
                <a16:creationId xmlns:a16="http://schemas.microsoft.com/office/drawing/2014/main" id="{87028F57-940B-3DBD-7472-3D40BD6FA6D0}"/>
              </a:ext>
            </a:extLst>
          </p:cNvPr>
          <p:cNvSpPr/>
          <p:nvPr/>
        </p:nvSpPr>
        <p:spPr>
          <a:xfrm>
            <a:off x="695684" y="1893821"/>
            <a:ext cx="810575" cy="81057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9" name="Picture 8" descr="heart_w.png">
            <a:extLst>
              <a:ext uri="{FF2B5EF4-FFF2-40B4-BE49-F238E27FC236}">
                <a16:creationId xmlns:a16="http://schemas.microsoft.com/office/drawing/2014/main" id="{3762042D-76DB-1314-4E62-91CA9BC83720}"/>
              </a:ext>
            </a:extLst>
          </p:cNvPr>
          <p:cNvPicPr>
            <a:picLocks noChangeAspect="1"/>
          </p:cNvPicPr>
          <p:nvPr/>
        </p:nvPicPr>
        <p:blipFill>
          <a:blip r:embed="rId3"/>
          <a:stretch>
            <a:fillRect/>
          </a:stretch>
        </p:blipFill>
        <p:spPr>
          <a:xfrm>
            <a:off x="906433" y="2104570"/>
            <a:ext cx="389075" cy="389075"/>
          </a:xfrm>
          <a:prstGeom prst="rect">
            <a:avLst/>
          </a:prstGeom>
        </p:spPr>
      </p:pic>
      <p:sp>
        <p:nvSpPr>
          <p:cNvPr id="11" name="TextBox 10">
            <a:extLst>
              <a:ext uri="{FF2B5EF4-FFF2-40B4-BE49-F238E27FC236}">
                <a16:creationId xmlns:a16="http://schemas.microsoft.com/office/drawing/2014/main" id="{687B414C-D62A-2A0B-3614-04E00AABAE28}"/>
              </a:ext>
            </a:extLst>
          </p:cNvPr>
          <p:cNvSpPr txBox="1"/>
          <p:nvPr/>
        </p:nvSpPr>
        <p:spPr>
          <a:xfrm>
            <a:off x="695684" y="2937743"/>
            <a:ext cx="2186095" cy="307777"/>
          </a:xfrm>
          <a:prstGeom prst="rect">
            <a:avLst/>
          </a:prstGeom>
          <a:noFill/>
        </p:spPr>
        <p:txBody>
          <a:bodyPr wrap="square" lIns="0" tIns="0" rIns="0" bIns="0" anchor="t">
            <a:spAutoFit/>
          </a:bodyPr>
          <a:lstStyle/>
          <a:p>
            <a:pPr algn="l"/>
            <a:r>
              <a:rPr sz="2000" i="0">
                <a:solidFill>
                  <a:schemeClr val="bg2">
                    <a:lumMod val="75000"/>
                  </a:schemeClr>
                </a:solidFill>
                <a:latin typeface="+mj-lt"/>
              </a:rPr>
              <a:t>Skutečný dopad</a:t>
            </a:r>
          </a:p>
        </p:txBody>
      </p:sp>
      <p:sp>
        <p:nvSpPr>
          <p:cNvPr id="13" name="TextBox 12">
            <a:extLst>
              <a:ext uri="{FF2B5EF4-FFF2-40B4-BE49-F238E27FC236}">
                <a16:creationId xmlns:a16="http://schemas.microsoft.com/office/drawing/2014/main" id="{75A3BD5B-1A8C-530A-B330-A37792DF7FEA}"/>
              </a:ext>
            </a:extLst>
          </p:cNvPr>
          <p:cNvSpPr txBox="1"/>
          <p:nvPr/>
        </p:nvSpPr>
        <p:spPr>
          <a:xfrm>
            <a:off x="695684" y="3792824"/>
            <a:ext cx="2247502" cy="984885"/>
          </a:xfrm>
          <a:prstGeom prst="rect">
            <a:avLst/>
          </a:prstGeom>
          <a:noFill/>
        </p:spPr>
        <p:txBody>
          <a:bodyPr wrap="square" lIns="0" tIns="0" rIns="0" bIns="0" anchor="t">
            <a:spAutoFit/>
          </a:bodyPr>
          <a:lstStyle/>
          <a:p>
            <a:pPr algn="l"/>
            <a:r>
              <a:rPr sz="1600" b="0" i="0">
                <a:solidFill>
                  <a:srgbClr val="333333"/>
                </a:solidFill>
              </a:rPr>
              <a:t>Každá ušetřená minuta na konziliu je čas pro lepší rozhodnutí o léčbě pacienta s rakovinou.</a:t>
            </a:r>
          </a:p>
        </p:txBody>
      </p:sp>
      <p:sp>
        <p:nvSpPr>
          <p:cNvPr id="15" name="Why 2">
            <a:extLst>
              <a:ext uri="{FF2B5EF4-FFF2-40B4-BE49-F238E27FC236}">
                <a16:creationId xmlns:a16="http://schemas.microsoft.com/office/drawing/2014/main" id="{175C7EFA-504C-874C-C756-85D058AADE08}"/>
              </a:ext>
            </a:extLst>
          </p:cNvPr>
          <p:cNvSpPr/>
          <p:nvPr/>
        </p:nvSpPr>
        <p:spPr>
          <a:xfrm>
            <a:off x="3323911" y="1648192"/>
            <a:ext cx="2677353" cy="356161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17" name="Oval 16">
            <a:extLst>
              <a:ext uri="{FF2B5EF4-FFF2-40B4-BE49-F238E27FC236}">
                <a16:creationId xmlns:a16="http://schemas.microsoft.com/office/drawing/2014/main" id="{E6C00BD4-3455-3608-E6AE-AC6E485A5EFB}"/>
              </a:ext>
            </a:extLst>
          </p:cNvPr>
          <p:cNvSpPr/>
          <p:nvPr/>
        </p:nvSpPr>
        <p:spPr>
          <a:xfrm>
            <a:off x="3569539" y="1893821"/>
            <a:ext cx="810575" cy="81057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19" name="Picture 18" descr="robot_w.png">
            <a:extLst>
              <a:ext uri="{FF2B5EF4-FFF2-40B4-BE49-F238E27FC236}">
                <a16:creationId xmlns:a16="http://schemas.microsoft.com/office/drawing/2014/main" id="{4BE052FA-3AF8-F59D-D45E-5CC635948B33}"/>
              </a:ext>
            </a:extLst>
          </p:cNvPr>
          <p:cNvPicPr>
            <a:picLocks noChangeAspect="1"/>
          </p:cNvPicPr>
          <p:nvPr/>
        </p:nvPicPr>
        <p:blipFill>
          <a:blip r:embed="rId4"/>
          <a:stretch>
            <a:fillRect/>
          </a:stretch>
        </p:blipFill>
        <p:spPr>
          <a:xfrm>
            <a:off x="3780289" y="2104570"/>
            <a:ext cx="389075" cy="389075"/>
          </a:xfrm>
          <a:prstGeom prst="rect">
            <a:avLst/>
          </a:prstGeom>
        </p:spPr>
      </p:pic>
      <p:sp>
        <p:nvSpPr>
          <p:cNvPr id="21" name="TextBox 20">
            <a:extLst>
              <a:ext uri="{FF2B5EF4-FFF2-40B4-BE49-F238E27FC236}">
                <a16:creationId xmlns:a16="http://schemas.microsoft.com/office/drawing/2014/main" id="{641F86E1-5CAE-DE43-C302-BED1D8A7862A}"/>
              </a:ext>
            </a:extLst>
          </p:cNvPr>
          <p:cNvSpPr txBox="1"/>
          <p:nvPr/>
        </p:nvSpPr>
        <p:spPr>
          <a:xfrm>
            <a:off x="3569539" y="2937743"/>
            <a:ext cx="2186095" cy="307777"/>
          </a:xfrm>
          <a:prstGeom prst="rect">
            <a:avLst/>
          </a:prstGeom>
          <a:noFill/>
        </p:spPr>
        <p:txBody>
          <a:bodyPr wrap="square" lIns="0" tIns="0" rIns="0" bIns="0" anchor="t">
            <a:spAutoFit/>
          </a:bodyPr>
          <a:lstStyle/>
          <a:p>
            <a:pPr algn="l"/>
            <a:r>
              <a:rPr sz="2000" i="0">
                <a:solidFill>
                  <a:schemeClr val="bg2">
                    <a:lumMod val="75000"/>
                  </a:schemeClr>
                </a:solidFill>
                <a:latin typeface="+mj-lt"/>
              </a:rPr>
              <a:t>AI, které lze věřit</a:t>
            </a:r>
          </a:p>
        </p:txBody>
      </p:sp>
      <p:sp>
        <p:nvSpPr>
          <p:cNvPr id="23" name="TextBox 22">
            <a:extLst>
              <a:ext uri="{FF2B5EF4-FFF2-40B4-BE49-F238E27FC236}">
                <a16:creationId xmlns:a16="http://schemas.microsoft.com/office/drawing/2014/main" id="{09C0009A-6C46-95F2-565C-5329C3B22246}"/>
              </a:ext>
            </a:extLst>
          </p:cNvPr>
          <p:cNvSpPr txBox="1"/>
          <p:nvPr/>
        </p:nvSpPr>
        <p:spPr>
          <a:xfrm>
            <a:off x="3569539" y="3792824"/>
            <a:ext cx="2247502" cy="984885"/>
          </a:xfrm>
          <a:prstGeom prst="rect">
            <a:avLst/>
          </a:prstGeom>
          <a:noFill/>
        </p:spPr>
        <p:txBody>
          <a:bodyPr wrap="square" lIns="0" tIns="0" rIns="0" bIns="0" anchor="t">
            <a:spAutoFit/>
          </a:bodyPr>
          <a:lstStyle/>
          <a:p>
            <a:pPr algn="l"/>
            <a:r>
              <a:rPr sz="1600" b="0" i="0">
                <a:solidFill>
                  <a:srgbClr val="333333"/>
                </a:solidFill>
              </a:rPr>
              <a:t>Citace zdrojů a člověk, který rozhoduje – přesně to, co zdravotnictví od AI potřebuje.</a:t>
            </a:r>
          </a:p>
        </p:txBody>
      </p:sp>
      <p:sp>
        <p:nvSpPr>
          <p:cNvPr id="25" name="Why 3">
            <a:extLst>
              <a:ext uri="{FF2B5EF4-FFF2-40B4-BE49-F238E27FC236}">
                <a16:creationId xmlns:a16="http://schemas.microsoft.com/office/drawing/2014/main" id="{B3286C5C-7F64-9460-E45A-C6E5408A243E}"/>
              </a:ext>
            </a:extLst>
          </p:cNvPr>
          <p:cNvSpPr/>
          <p:nvPr/>
        </p:nvSpPr>
        <p:spPr>
          <a:xfrm>
            <a:off x="6197766" y="1648192"/>
            <a:ext cx="2677353" cy="356161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27" name="Oval 26">
            <a:extLst>
              <a:ext uri="{FF2B5EF4-FFF2-40B4-BE49-F238E27FC236}">
                <a16:creationId xmlns:a16="http://schemas.microsoft.com/office/drawing/2014/main" id="{7120BAF9-5223-E761-3C57-810ADB17E665}"/>
              </a:ext>
            </a:extLst>
          </p:cNvPr>
          <p:cNvSpPr/>
          <p:nvPr/>
        </p:nvSpPr>
        <p:spPr>
          <a:xfrm>
            <a:off x="6443395" y="1893821"/>
            <a:ext cx="810575" cy="81057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29" name="Picture 28" descr="globe_w.png">
            <a:extLst>
              <a:ext uri="{FF2B5EF4-FFF2-40B4-BE49-F238E27FC236}">
                <a16:creationId xmlns:a16="http://schemas.microsoft.com/office/drawing/2014/main" id="{95FC9712-97B8-3BA3-019D-9C4F477A60B8}"/>
              </a:ext>
            </a:extLst>
          </p:cNvPr>
          <p:cNvPicPr>
            <a:picLocks noChangeAspect="1"/>
          </p:cNvPicPr>
          <p:nvPr/>
        </p:nvPicPr>
        <p:blipFill>
          <a:blip r:embed="rId5"/>
          <a:stretch>
            <a:fillRect/>
          </a:stretch>
        </p:blipFill>
        <p:spPr>
          <a:xfrm>
            <a:off x="6654144" y="2104570"/>
            <a:ext cx="389075" cy="389075"/>
          </a:xfrm>
          <a:prstGeom prst="rect">
            <a:avLst/>
          </a:prstGeom>
        </p:spPr>
      </p:pic>
      <p:sp>
        <p:nvSpPr>
          <p:cNvPr id="31" name="TextBox 30">
            <a:extLst>
              <a:ext uri="{FF2B5EF4-FFF2-40B4-BE49-F238E27FC236}">
                <a16:creationId xmlns:a16="http://schemas.microsoft.com/office/drawing/2014/main" id="{E1F518C4-8C35-C49E-6CFA-351558534275}"/>
              </a:ext>
            </a:extLst>
          </p:cNvPr>
          <p:cNvSpPr txBox="1"/>
          <p:nvPr/>
        </p:nvSpPr>
        <p:spPr>
          <a:xfrm>
            <a:off x="6443395" y="2937743"/>
            <a:ext cx="2186095" cy="615553"/>
          </a:xfrm>
          <a:prstGeom prst="rect">
            <a:avLst/>
          </a:prstGeom>
          <a:noFill/>
        </p:spPr>
        <p:txBody>
          <a:bodyPr wrap="square" lIns="0" tIns="0" rIns="0" bIns="0" anchor="t">
            <a:spAutoFit/>
          </a:bodyPr>
          <a:lstStyle/>
          <a:p>
            <a:pPr algn="l"/>
            <a:r>
              <a:rPr sz="2000" i="0">
                <a:solidFill>
                  <a:schemeClr val="bg2">
                    <a:lumMod val="75000"/>
                  </a:schemeClr>
                </a:solidFill>
                <a:latin typeface="+mj-lt"/>
              </a:rPr>
              <a:t>Evropské standardy</a:t>
            </a:r>
          </a:p>
        </p:txBody>
      </p:sp>
      <p:sp>
        <p:nvSpPr>
          <p:cNvPr id="33" name="TextBox 32">
            <a:extLst>
              <a:ext uri="{FF2B5EF4-FFF2-40B4-BE49-F238E27FC236}">
                <a16:creationId xmlns:a16="http://schemas.microsoft.com/office/drawing/2014/main" id="{122A1221-88D9-69D9-D073-E44B5787F357}"/>
              </a:ext>
            </a:extLst>
          </p:cNvPr>
          <p:cNvSpPr txBox="1"/>
          <p:nvPr/>
        </p:nvSpPr>
        <p:spPr>
          <a:xfrm>
            <a:off x="6443395" y="3792824"/>
            <a:ext cx="2247502" cy="738664"/>
          </a:xfrm>
          <a:prstGeom prst="rect">
            <a:avLst/>
          </a:prstGeom>
          <a:noFill/>
        </p:spPr>
        <p:txBody>
          <a:bodyPr wrap="square" lIns="0" tIns="0" rIns="0" bIns="0" anchor="t">
            <a:spAutoFit/>
          </a:bodyPr>
          <a:lstStyle/>
          <a:p>
            <a:pPr algn="l"/>
            <a:r>
              <a:rPr sz="1600" b="0" i="0">
                <a:solidFill>
                  <a:srgbClr val="333333"/>
                </a:solidFill>
              </a:rPr>
              <a:t>HL7 FHIR a evropský onkologický model – praxe pro éru EHDS.</a:t>
            </a:r>
          </a:p>
        </p:txBody>
      </p:sp>
      <p:sp>
        <p:nvSpPr>
          <p:cNvPr id="35" name="Why 4">
            <a:extLst>
              <a:ext uri="{FF2B5EF4-FFF2-40B4-BE49-F238E27FC236}">
                <a16:creationId xmlns:a16="http://schemas.microsoft.com/office/drawing/2014/main" id="{AD24D5FF-1ACC-EB31-197C-5B0B9D2446C0}"/>
              </a:ext>
            </a:extLst>
          </p:cNvPr>
          <p:cNvSpPr/>
          <p:nvPr/>
        </p:nvSpPr>
        <p:spPr>
          <a:xfrm>
            <a:off x="9071622" y="1648192"/>
            <a:ext cx="2677353" cy="3561616"/>
          </a:xfrm>
          <a:prstGeom prst="roundRect">
            <a:avLst>
              <a:gd name="adj" fmla="val 6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sp>
        <p:nvSpPr>
          <p:cNvPr id="37" name="Oval 36">
            <a:extLst>
              <a:ext uri="{FF2B5EF4-FFF2-40B4-BE49-F238E27FC236}">
                <a16:creationId xmlns:a16="http://schemas.microsoft.com/office/drawing/2014/main" id="{84132D2A-205F-E02F-0FC2-BE04240F3312}"/>
              </a:ext>
            </a:extLst>
          </p:cNvPr>
          <p:cNvSpPr/>
          <p:nvPr/>
        </p:nvSpPr>
        <p:spPr>
          <a:xfrm>
            <a:off x="9317251" y="1893821"/>
            <a:ext cx="810575" cy="810575"/>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3600"/>
          </a:p>
        </p:txBody>
      </p:sp>
      <p:pic>
        <p:nvPicPr>
          <p:cNvPr id="39" name="Picture 38" descr="stetho_w.png">
            <a:extLst>
              <a:ext uri="{FF2B5EF4-FFF2-40B4-BE49-F238E27FC236}">
                <a16:creationId xmlns:a16="http://schemas.microsoft.com/office/drawing/2014/main" id="{0C1045DB-14EB-326D-3CEA-BC8F4D5D200C}"/>
              </a:ext>
            </a:extLst>
          </p:cNvPr>
          <p:cNvPicPr>
            <a:picLocks noChangeAspect="1"/>
          </p:cNvPicPr>
          <p:nvPr/>
        </p:nvPicPr>
        <p:blipFill>
          <a:blip r:embed="rId6"/>
          <a:stretch>
            <a:fillRect/>
          </a:stretch>
        </p:blipFill>
        <p:spPr>
          <a:xfrm>
            <a:off x="9528000" y="2104570"/>
            <a:ext cx="389075" cy="389075"/>
          </a:xfrm>
          <a:prstGeom prst="rect">
            <a:avLst/>
          </a:prstGeom>
        </p:spPr>
      </p:pic>
      <p:sp>
        <p:nvSpPr>
          <p:cNvPr id="41" name="TextBox 40">
            <a:extLst>
              <a:ext uri="{FF2B5EF4-FFF2-40B4-BE49-F238E27FC236}">
                <a16:creationId xmlns:a16="http://schemas.microsoft.com/office/drawing/2014/main" id="{80322E4D-16D0-F6AF-C9E3-653ECEA71E92}"/>
              </a:ext>
            </a:extLst>
          </p:cNvPr>
          <p:cNvSpPr txBox="1"/>
          <p:nvPr/>
        </p:nvSpPr>
        <p:spPr>
          <a:xfrm>
            <a:off x="9317251" y="2937743"/>
            <a:ext cx="2186095" cy="615553"/>
          </a:xfrm>
          <a:prstGeom prst="rect">
            <a:avLst/>
          </a:prstGeom>
          <a:noFill/>
        </p:spPr>
        <p:txBody>
          <a:bodyPr wrap="square" lIns="0" tIns="0" rIns="0" bIns="0" anchor="t">
            <a:spAutoFit/>
          </a:bodyPr>
          <a:lstStyle/>
          <a:p>
            <a:pPr algn="l"/>
            <a:r>
              <a:rPr sz="2000" i="0">
                <a:solidFill>
                  <a:schemeClr val="bg2">
                    <a:lumMod val="75000"/>
                  </a:schemeClr>
                </a:solidFill>
                <a:latin typeface="+mj-lt"/>
              </a:rPr>
              <a:t>Zpětná vazba lékařů</a:t>
            </a:r>
          </a:p>
        </p:txBody>
      </p:sp>
      <p:sp>
        <p:nvSpPr>
          <p:cNvPr id="43" name="TextBox 42">
            <a:extLst>
              <a:ext uri="{FF2B5EF4-FFF2-40B4-BE49-F238E27FC236}">
                <a16:creationId xmlns:a16="http://schemas.microsoft.com/office/drawing/2014/main" id="{90F0F925-5689-7E27-45C0-91F7177D0AF1}"/>
              </a:ext>
            </a:extLst>
          </p:cNvPr>
          <p:cNvSpPr txBox="1"/>
          <p:nvPr/>
        </p:nvSpPr>
        <p:spPr>
          <a:xfrm>
            <a:off x="9317251" y="3792824"/>
            <a:ext cx="2247502" cy="738664"/>
          </a:xfrm>
          <a:prstGeom prst="rect">
            <a:avLst/>
          </a:prstGeom>
          <a:noFill/>
        </p:spPr>
        <p:txBody>
          <a:bodyPr wrap="square" lIns="0" tIns="0" rIns="0" bIns="0" anchor="t">
            <a:spAutoFit/>
          </a:bodyPr>
          <a:lstStyle/>
          <a:p>
            <a:pPr algn="l"/>
            <a:r>
              <a:rPr sz="1600" b="0" i="0">
                <a:solidFill>
                  <a:srgbClr val="333333"/>
                </a:solidFill>
              </a:rPr>
              <a:t>Návrh výstupu připomínkují onkologové zapojení do hackathonu.</a:t>
            </a:r>
          </a:p>
        </p:txBody>
      </p:sp>
      <p:sp>
        <p:nvSpPr>
          <p:cNvPr id="45" name="TextBox 44">
            <a:extLst>
              <a:ext uri="{FF2B5EF4-FFF2-40B4-BE49-F238E27FC236}">
                <a16:creationId xmlns:a16="http://schemas.microsoft.com/office/drawing/2014/main" id="{FEFE371D-3C96-B19D-69D5-30C6A3DCC1F6}"/>
              </a:ext>
            </a:extLst>
          </p:cNvPr>
          <p:cNvSpPr txBox="1"/>
          <p:nvPr/>
        </p:nvSpPr>
        <p:spPr>
          <a:xfrm>
            <a:off x="695684" y="5629191"/>
            <a:ext cx="11053291" cy="307777"/>
          </a:xfrm>
          <a:prstGeom prst="rect">
            <a:avLst/>
          </a:prstGeom>
          <a:noFill/>
        </p:spPr>
        <p:txBody>
          <a:bodyPr wrap="square" lIns="0" tIns="0" rIns="0" bIns="0" anchor="t">
            <a:spAutoFit/>
          </a:bodyPr>
          <a:lstStyle/>
          <a:p>
            <a:pPr algn="l"/>
            <a:r>
              <a:rPr sz="2000" i="1">
                <a:solidFill>
                  <a:schemeClr val="bg2">
                    <a:lumMod val="75000"/>
                  </a:schemeClr>
                </a:solidFill>
                <a:latin typeface="+mj-lt"/>
              </a:rPr>
              <a:t>Pojďte postavit copilota, kterého by onkologové chtěli používat už zítra.</a:t>
            </a:r>
          </a:p>
        </p:txBody>
      </p:sp>
    </p:spTree>
    <p:extLst>
      <p:ext uri="{BB962C8B-B14F-4D97-AF65-F5344CB8AC3E}">
        <p14:creationId xmlns:p14="http://schemas.microsoft.com/office/powerpoint/2010/main" val="205673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415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62B63-4D55-8894-1E53-06D5B0C9EDF0}"/>
              </a:ext>
            </a:extLst>
          </p:cNvPr>
          <p:cNvSpPr>
            <a:spLocks noGrp="1"/>
          </p:cNvSpPr>
          <p:nvPr>
            <p:ph type="sldNum" sz="quarter" idx="12"/>
          </p:nvPr>
        </p:nvSpPr>
        <p:spPr/>
        <p:txBody>
          <a:bodyPr/>
          <a:lstStyle/>
          <a:p>
            <a:fld id="{9DC1E638-3F78-4E0D-883A-B278700C48C0}" type="slidenum">
              <a:rPr lang="pl-PL" smtClean="0"/>
              <a:pPr/>
              <a:t>13</a:t>
            </a:fld>
            <a:endParaRPr lang="pl-PL" dirty="0"/>
          </a:p>
        </p:txBody>
      </p:sp>
      <p:sp>
        <p:nvSpPr>
          <p:cNvPr id="3" name="Title 2">
            <a:extLst>
              <a:ext uri="{FF2B5EF4-FFF2-40B4-BE49-F238E27FC236}">
                <a16:creationId xmlns:a16="http://schemas.microsoft.com/office/drawing/2014/main" id="{A8954F39-8BAD-B3A8-D263-6B5819D121D4}"/>
              </a:ext>
            </a:extLst>
          </p:cNvPr>
          <p:cNvSpPr>
            <a:spLocks noGrp="1"/>
          </p:cNvSpPr>
          <p:nvPr>
            <p:ph type="title"/>
          </p:nvPr>
        </p:nvSpPr>
        <p:spPr/>
        <p:txBody>
          <a:bodyPr/>
          <a:lstStyle/>
          <a:p>
            <a:r>
              <a:rPr lang="en-US"/>
              <a:t>Příloha: slovníček pojmů a odkazy</a:t>
            </a:r>
          </a:p>
        </p:txBody>
      </p:sp>
      <p:sp>
        <p:nvSpPr>
          <p:cNvPr id="5" name="TextBox 4">
            <a:extLst>
              <a:ext uri="{FF2B5EF4-FFF2-40B4-BE49-F238E27FC236}">
                <a16:creationId xmlns:a16="http://schemas.microsoft.com/office/drawing/2014/main" id="{C7606496-3CB6-136A-679B-EF54F64E51C9}"/>
              </a:ext>
            </a:extLst>
          </p:cNvPr>
          <p:cNvSpPr txBox="1"/>
          <p:nvPr/>
        </p:nvSpPr>
        <p:spPr>
          <a:xfrm>
            <a:off x="494833" y="1640205"/>
            <a:ext cx="5601167" cy="3070071"/>
          </a:xfrm>
          <a:prstGeom prst="rect">
            <a:avLst/>
          </a:prstGeom>
          <a:noFill/>
        </p:spPr>
        <p:txBody>
          <a:bodyPr wrap="square" lIns="0" tIns="0" rIns="0" bIns="0" anchor="t">
            <a:spAutoFit/>
          </a:bodyPr>
          <a:lstStyle/>
          <a:p>
            <a:pPr algn="l">
              <a:spcAft>
                <a:spcPts val="300"/>
              </a:spcAft>
            </a:pPr>
            <a:r>
              <a:rPr sz="1400" i="0">
                <a:latin typeface="+mj-lt"/>
              </a:rPr>
              <a:t>MDT: </a:t>
            </a:r>
            <a:r>
              <a:rPr sz="1400" b="0" i="0"/>
              <a:t>multidisciplinární tým – onkologické konzilium / indikační onkologická komise</a:t>
            </a:r>
          </a:p>
          <a:p>
            <a:pPr algn="l">
              <a:spcAft>
                <a:spcPts val="300"/>
              </a:spcAft>
            </a:pPr>
            <a:r>
              <a:rPr sz="1400" i="0">
                <a:latin typeface="+mj-lt"/>
              </a:rPr>
              <a:t>eZdraví: </a:t>
            </a:r>
            <a:r>
              <a:rPr sz="1400" b="0" i="0"/>
              <a:t>elektronické zdravotnictví – zdravotní záznamy v digitální podobě</a:t>
            </a:r>
          </a:p>
          <a:p>
            <a:pPr algn="l">
              <a:spcAft>
                <a:spcPts val="300"/>
              </a:spcAft>
            </a:pPr>
            <a:r>
              <a:rPr sz="1400" i="0">
                <a:latin typeface="+mj-lt"/>
              </a:rPr>
              <a:t>PROMs: </a:t>
            </a:r>
            <a:r>
              <a:rPr sz="1400" b="0" i="0"/>
              <a:t>Patient-Reported Outcome Measures – co pacient sám hlásí v dotazníku</a:t>
            </a:r>
          </a:p>
          <a:p>
            <a:pPr algn="l">
              <a:spcAft>
                <a:spcPts val="300"/>
              </a:spcAft>
            </a:pPr>
            <a:r>
              <a:rPr sz="1400" i="0">
                <a:latin typeface="+mj-lt"/>
              </a:rPr>
              <a:t>ECOG: </a:t>
            </a:r>
            <a:r>
              <a:rPr sz="1400" b="0" i="0"/>
              <a:t>škála 0–4: jak pacient zvládá běžné činnosti</a:t>
            </a:r>
          </a:p>
          <a:p>
            <a:pPr algn="l">
              <a:spcAft>
                <a:spcPts val="300"/>
              </a:spcAft>
            </a:pPr>
            <a:r>
              <a:rPr sz="1400" i="0">
                <a:latin typeface="+mj-lt"/>
              </a:rPr>
              <a:t>TNM: </a:t>
            </a:r>
            <a:r>
              <a:rPr sz="1400" b="0" i="0"/>
              <a:t>rozsah nádoru: T velikost, N mízní uzliny, M vzdálené metastázy</a:t>
            </a:r>
          </a:p>
          <a:p>
            <a:pPr algn="l">
              <a:spcAft>
                <a:spcPts val="300"/>
              </a:spcAft>
            </a:pPr>
            <a:r>
              <a:rPr sz="1400" i="0">
                <a:latin typeface="+mj-lt"/>
              </a:rPr>
              <a:t>Biomarker: </a:t>
            </a:r>
            <a:r>
              <a:rPr sz="1400" b="0" i="0"/>
              <a:t>vlastnost nádoru (např. HER2, MSI, KRAS, PD-L1) určující vhodnou léčbu</a:t>
            </a:r>
          </a:p>
          <a:p>
            <a:pPr algn="l">
              <a:spcAft>
                <a:spcPts val="300"/>
              </a:spcAft>
            </a:pPr>
            <a:r>
              <a:rPr sz="1400" i="0">
                <a:latin typeface="+mj-lt"/>
              </a:rPr>
              <a:t>RECIST 1.1: </a:t>
            </a:r>
            <a:r>
              <a:rPr sz="1400" b="0" i="0"/>
              <a:t>pravidla, jak na snímcích měřit, zda nádor roste či se zmenšuje</a:t>
            </a:r>
          </a:p>
          <a:p>
            <a:pPr algn="l">
              <a:spcAft>
                <a:spcPts val="300"/>
              </a:spcAft>
            </a:pPr>
            <a:r>
              <a:rPr sz="1400" i="0">
                <a:latin typeface="+mj-lt"/>
              </a:rPr>
              <a:t>Guidelines: </a:t>
            </a:r>
            <a:r>
              <a:rPr sz="1400" b="0" i="0"/>
              <a:t>doporučené postupy odborných společností (např. ESMO)</a:t>
            </a:r>
          </a:p>
        </p:txBody>
      </p:sp>
      <p:sp>
        <p:nvSpPr>
          <p:cNvPr id="7" name="TextBox 6">
            <a:extLst>
              <a:ext uri="{FF2B5EF4-FFF2-40B4-BE49-F238E27FC236}">
                <a16:creationId xmlns:a16="http://schemas.microsoft.com/office/drawing/2014/main" id="{728A4D2C-010D-3B9A-3005-A4C8AAB954A9}"/>
              </a:ext>
            </a:extLst>
          </p:cNvPr>
          <p:cNvSpPr txBox="1"/>
          <p:nvPr/>
        </p:nvSpPr>
        <p:spPr>
          <a:xfrm>
            <a:off x="6667499" y="1640205"/>
            <a:ext cx="5029667" cy="2854628"/>
          </a:xfrm>
          <a:prstGeom prst="rect">
            <a:avLst/>
          </a:prstGeom>
          <a:noFill/>
        </p:spPr>
        <p:txBody>
          <a:bodyPr wrap="square" lIns="0" tIns="0" rIns="0" bIns="0" anchor="t">
            <a:spAutoFit/>
          </a:bodyPr>
          <a:lstStyle/>
          <a:p>
            <a:pPr algn="l">
              <a:spcAft>
                <a:spcPts val="300"/>
              </a:spcAft>
            </a:pPr>
            <a:r>
              <a:rPr sz="1400" i="0">
                <a:latin typeface="+mj-lt"/>
              </a:rPr>
              <a:t>Klinická studie: </a:t>
            </a:r>
            <a:r>
              <a:rPr sz="1400" b="0" i="0"/>
              <a:t>výzkum nové léčby s přesnými podmínkami pro zařazení</a:t>
            </a:r>
          </a:p>
          <a:p>
            <a:pPr algn="l">
              <a:spcAft>
                <a:spcPts val="300"/>
              </a:spcAft>
            </a:pPr>
            <a:r>
              <a:rPr sz="1400" i="0">
                <a:latin typeface="+mj-lt"/>
              </a:rPr>
              <a:t>Red flag: </a:t>
            </a:r>
            <a:r>
              <a:rPr sz="1400" b="0" i="0"/>
              <a:t>varovný signál – rozpor nebo riziko, na které AI upozorní</a:t>
            </a:r>
          </a:p>
          <a:p>
            <a:pPr algn="l">
              <a:spcAft>
                <a:spcPts val="300"/>
              </a:spcAft>
            </a:pPr>
            <a:r>
              <a:rPr sz="1400" i="0">
                <a:latin typeface="+mj-lt"/>
              </a:rPr>
              <a:t>Halucinace: </a:t>
            </a:r>
            <a:r>
              <a:rPr sz="1400" b="0" i="0"/>
              <a:t>AI s jistotou tvrdí něco, co v podkladech není</a:t>
            </a:r>
          </a:p>
          <a:p>
            <a:pPr algn="l">
              <a:spcAft>
                <a:spcPts val="300"/>
              </a:spcAft>
            </a:pPr>
            <a:r>
              <a:rPr sz="1400" i="0">
                <a:latin typeface="+mj-lt"/>
              </a:rPr>
              <a:t>RAG: </a:t>
            </a:r>
            <a:r>
              <a:rPr sz="1400" b="0" i="0"/>
              <a:t>AI nejdřív dohledá pasáže v dokumentech a odpovídá jen z nich</a:t>
            </a:r>
          </a:p>
          <a:p>
            <a:pPr algn="l">
              <a:spcAft>
                <a:spcPts val="300"/>
              </a:spcAft>
            </a:pPr>
            <a:r>
              <a:rPr sz="1400" i="0">
                <a:latin typeface="+mj-lt"/>
              </a:rPr>
              <a:t>Human-in-the-loop: </a:t>
            </a:r>
            <a:r>
              <a:rPr sz="1400" b="0" i="0"/>
              <a:t>o výsledku vždy rozhoduje a potvrzuje ho člověk</a:t>
            </a:r>
          </a:p>
          <a:p>
            <a:pPr algn="l">
              <a:spcAft>
                <a:spcPts val="300"/>
              </a:spcAft>
            </a:pPr>
            <a:r>
              <a:rPr sz="1400" i="0">
                <a:latin typeface="+mj-lt"/>
              </a:rPr>
              <a:t>HL7 FHIR: </a:t>
            </a:r>
            <a:r>
              <a:rPr sz="1400" b="0" i="0"/>
              <a:t>mezinárodní standard pro výměnu zdravotních dat</a:t>
            </a:r>
          </a:p>
          <a:p>
            <a:pPr algn="l">
              <a:spcAft>
                <a:spcPts val="300"/>
              </a:spcAft>
            </a:pPr>
            <a:r>
              <a:rPr sz="1400" i="0">
                <a:latin typeface="+mj-lt"/>
              </a:rPr>
              <a:t>mCODE / ECCDM: </a:t>
            </a:r>
            <a:r>
              <a:rPr sz="1400" b="0" i="0"/>
              <a:t>americký / evropský model onkologických dat</a:t>
            </a:r>
          </a:p>
          <a:p>
            <a:pPr algn="l">
              <a:spcAft>
                <a:spcPts val="300"/>
              </a:spcAft>
            </a:pPr>
            <a:r>
              <a:rPr sz="1400" i="0">
                <a:latin typeface="+mj-lt"/>
              </a:rPr>
              <a:t>EHDS: </a:t>
            </a:r>
            <a:r>
              <a:rPr sz="1400" b="0" i="0"/>
              <a:t>Evropský prostor pro zdravotní data (nařízení EU)</a:t>
            </a:r>
          </a:p>
        </p:txBody>
      </p:sp>
      <p:sp>
        <p:nvSpPr>
          <p:cNvPr id="9" name="Links box">
            <a:extLst>
              <a:ext uri="{FF2B5EF4-FFF2-40B4-BE49-F238E27FC236}">
                <a16:creationId xmlns:a16="http://schemas.microsoft.com/office/drawing/2014/main" id="{FED801E1-C1F5-9299-E363-A4F513D1D508}"/>
              </a:ext>
            </a:extLst>
          </p:cNvPr>
          <p:cNvSpPr/>
          <p:nvPr/>
        </p:nvSpPr>
        <p:spPr>
          <a:xfrm>
            <a:off x="494833" y="5334516"/>
            <a:ext cx="11266424" cy="709503"/>
          </a:xfrm>
          <a:prstGeom prst="roundRect">
            <a:avLst>
              <a:gd name="adj" fmla="val 12712"/>
            </a:avLst>
          </a:prstGeom>
          <a:solidFill>
            <a:srgbClr val="E8F6F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200" i="0">
                <a:solidFill>
                  <a:schemeClr val="tx1"/>
                </a:solidFill>
                <a:latin typeface="+mj-lt"/>
              </a:rPr>
              <a:t>Odkazy: </a:t>
            </a:r>
            <a:r>
              <a:rPr sz="1200" b="0" i="0" u="sng">
                <a:solidFill>
                  <a:schemeClr val="tx1"/>
                </a:solidFill>
                <a:hlinkClick r:id="rId3">
                  <a:extLst>
                    <a:ext uri="{A12FA001-AC4F-418D-AE19-62706E023703}">
                      <ahyp:hlinkClr xmlns:ahyp="http://schemas.microsoft.com/office/drawing/2018/hyperlinkcolor" val="tx"/>
                    </a:ext>
                  </a:extLst>
                </a:hlinkClick>
              </a:rPr>
              <a:t>HL7 FHIR R4</a:t>
            </a:r>
            <a:r>
              <a:rPr sz="1200" b="0" i="0">
                <a:solidFill>
                  <a:schemeClr val="tx1"/>
                </a:solidFill>
              </a:rPr>
              <a:t>  ·  </a:t>
            </a:r>
            <a:r>
              <a:rPr sz="1200" b="0" i="0" u="sng">
                <a:solidFill>
                  <a:schemeClr val="tx1"/>
                </a:solidFill>
                <a:hlinkClick r:id="rId4">
                  <a:extLst>
                    <a:ext uri="{A12FA001-AC4F-418D-AE19-62706E023703}">
                      <ahyp:hlinkClr xmlns:ahyp="http://schemas.microsoft.com/office/drawing/2018/hyperlinkcolor" val="tx"/>
                    </a:ext>
                  </a:extLst>
                </a:hlinkClick>
              </a:rPr>
              <a:t>mCODE</a:t>
            </a:r>
            <a:r>
              <a:rPr sz="1200" b="0" i="0">
                <a:solidFill>
                  <a:schemeClr val="tx1"/>
                </a:solidFill>
              </a:rPr>
              <a:t>  ·  </a:t>
            </a:r>
            <a:r>
              <a:rPr sz="1200" b="0" i="0" u="sng">
                <a:solidFill>
                  <a:schemeClr val="tx1"/>
                </a:solidFill>
                <a:hlinkClick r:id="rId5">
                  <a:extLst>
                    <a:ext uri="{A12FA001-AC4F-418D-AE19-62706E023703}">
                      <ahyp:hlinkClr xmlns:ahyp="http://schemas.microsoft.com/office/drawing/2018/hyperlinkcolor" val="tx"/>
                    </a:ext>
                  </a:extLst>
                </a:hlinkClick>
              </a:rPr>
              <a:t>HL7 Europe Common Cancer Model</a:t>
            </a:r>
            <a:r>
              <a:rPr sz="1200" b="0" i="0">
                <a:solidFill>
                  <a:schemeClr val="tx1"/>
                </a:solidFill>
              </a:rPr>
              <a:t>  ·  </a:t>
            </a:r>
            <a:r>
              <a:rPr sz="1200" b="0" i="0" u="sng">
                <a:solidFill>
                  <a:schemeClr val="tx1"/>
                </a:solidFill>
                <a:hlinkClick r:id="rId6">
                  <a:extLst>
                    <a:ext uri="{A12FA001-AC4F-418D-AE19-62706E023703}">
                      <ahyp:hlinkClr xmlns:ahyp="http://schemas.microsoft.com/office/drawing/2018/hyperlinkcolor" val="tx"/>
                    </a:ext>
                  </a:extLst>
                </a:hlinkClick>
              </a:rPr>
              <a:t>IPS</a:t>
            </a:r>
            <a:r>
              <a:rPr sz="1200" b="0" i="0">
                <a:solidFill>
                  <a:schemeClr val="tx1"/>
                </a:solidFill>
              </a:rPr>
              <a:t>  ·  </a:t>
            </a:r>
            <a:r>
              <a:rPr sz="1200" b="0" i="0" u="sng">
                <a:solidFill>
                  <a:schemeClr val="tx1"/>
                </a:solidFill>
                <a:hlinkClick r:id="rId7">
                  <a:extLst>
                    <a:ext uri="{A12FA001-AC4F-418D-AE19-62706E023703}">
                      <ahyp:hlinkClr xmlns:ahyp="http://schemas.microsoft.com/office/drawing/2018/hyperlinkcolor" val="tx"/>
                    </a:ext>
                  </a:extLst>
                </a:hlinkClick>
              </a:rPr>
              <a:t>EHDS</a:t>
            </a:r>
            <a:r>
              <a:rPr sz="1200" b="0" i="0">
                <a:solidFill>
                  <a:schemeClr val="tx1"/>
                </a:solidFill>
              </a:rPr>
              <a:t>  ·  </a:t>
            </a:r>
            <a:r>
              <a:rPr sz="1200" b="0" i="0" u="sng">
                <a:solidFill>
                  <a:schemeClr val="tx1"/>
                </a:solidFill>
                <a:hlinkClick r:id="rId8">
                  <a:extLst>
                    <a:ext uri="{A12FA001-AC4F-418D-AE19-62706E023703}">
                      <ahyp:hlinkClr xmlns:ahyp="http://schemas.microsoft.com/office/drawing/2018/hyperlinkcolor" val="tx"/>
                    </a:ext>
                  </a:extLst>
                </a:hlinkClick>
              </a:rPr>
              <a:t>RECIST</a:t>
            </a:r>
            <a:r>
              <a:rPr sz="1200" b="0" i="0">
                <a:solidFill>
                  <a:schemeClr val="tx1"/>
                </a:solidFill>
              </a:rPr>
              <a:t>  ·  </a:t>
            </a:r>
            <a:r>
              <a:rPr sz="1200" b="0" i="0" u="sng">
                <a:solidFill>
                  <a:schemeClr val="tx1"/>
                </a:solidFill>
                <a:hlinkClick r:id="rId9">
                  <a:extLst>
                    <a:ext uri="{A12FA001-AC4F-418D-AE19-62706E023703}">
                      <ahyp:hlinkClr xmlns:ahyp="http://schemas.microsoft.com/office/drawing/2018/hyperlinkcolor" val="tx"/>
                    </a:ext>
                  </a:extLst>
                </a:hlinkClick>
              </a:rPr>
              <a:t>EORTC QLQ-C30</a:t>
            </a:r>
            <a:r>
              <a:rPr sz="1200" b="0" i="0">
                <a:solidFill>
                  <a:schemeClr val="tx1"/>
                </a:solidFill>
              </a:rPr>
              <a:t>  ·  </a:t>
            </a:r>
            <a:r>
              <a:rPr sz="1200" b="0" i="0" u="sng">
                <a:solidFill>
                  <a:schemeClr val="tx1"/>
                </a:solidFill>
                <a:hlinkClick r:id="rId10">
                  <a:extLst>
                    <a:ext uri="{A12FA001-AC4F-418D-AE19-62706E023703}">
                      <ahyp:hlinkClr xmlns:ahyp="http://schemas.microsoft.com/office/drawing/2018/hyperlinkcolor" val="tx"/>
                    </a:ext>
                  </a:extLst>
                </a:hlinkClick>
              </a:rPr>
              <a:t>PRO-CTCAE</a:t>
            </a:r>
            <a:r>
              <a:rPr sz="1200" b="0" i="0">
                <a:solidFill>
                  <a:schemeClr val="tx1"/>
                </a:solidFill>
              </a:rPr>
              <a:t>  ·  </a:t>
            </a:r>
            <a:r>
              <a:rPr sz="1200" b="0" i="0" u="sng">
                <a:solidFill>
                  <a:schemeClr val="tx1"/>
                </a:solidFill>
                <a:hlinkClick r:id="rId11">
                  <a:extLst>
                    <a:ext uri="{A12FA001-AC4F-418D-AE19-62706E023703}">
                      <ahyp:hlinkClr xmlns:ahyp="http://schemas.microsoft.com/office/drawing/2018/hyperlinkcolor" val="tx"/>
                    </a:ext>
                  </a:extLst>
                </a:hlinkClick>
              </a:rPr>
              <a:t>ESMO guidelines</a:t>
            </a:r>
          </a:p>
        </p:txBody>
      </p:sp>
    </p:spTree>
    <p:extLst>
      <p:ext uri="{BB962C8B-B14F-4D97-AF65-F5344CB8AC3E}">
        <p14:creationId xmlns:p14="http://schemas.microsoft.com/office/powerpoint/2010/main" val="239802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plate_16x9">
  <a:themeElements>
    <a:clrScheme name="Custom 1">
      <a:dk1>
        <a:srgbClr val="000000"/>
      </a:dk1>
      <a:lt1>
        <a:srgbClr val="FFFFFF"/>
      </a:lt1>
      <a:dk2>
        <a:srgbClr val="00A4E0"/>
      </a:dk2>
      <a:lt2>
        <a:srgbClr val="5EC3AF"/>
      </a:lt2>
      <a:accent1>
        <a:srgbClr val="00AEE8"/>
      </a:accent1>
      <a:accent2>
        <a:srgbClr val="00A13C"/>
      </a:accent2>
      <a:accent3>
        <a:srgbClr val="5C53BD"/>
      </a:accent3>
      <a:accent4>
        <a:srgbClr val="AAAFAF"/>
      </a:accent4>
      <a:accent5>
        <a:srgbClr val="FF3300"/>
      </a:accent5>
      <a:accent6>
        <a:srgbClr val="FFC800"/>
      </a:accent6>
      <a:hlink>
        <a:srgbClr val="000000"/>
      </a:hlink>
      <a:folHlink>
        <a:srgbClr val="7F7F7F"/>
      </a:folHlink>
    </a:clrScheme>
    <a:fontScheme name="Custom 1">
      <a:majorFont>
        <a:latin typeface="Roboto Medium"/>
        <a:ea typeface=""/>
        <a:cs typeface=""/>
      </a:majorFont>
      <a:minorFont>
        <a:latin typeface="Roboto Light"/>
        <a:ea typeface=""/>
        <a:cs typeface=""/>
      </a:minorFont>
    </a:fontScheme>
    <a:fmtScheme name="Siatka">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a:solidFill>
            <a:schemeClr val="accent1"/>
          </a:solidFill>
          <a:round/>
          <a:headEnd/>
          <a:tailE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defPPr>
      </a:lstStyle>
    </a:spDef>
    <a:lnDef>
      <a:spPr bwMode="gray">
        <a:noFill/>
        <a:ln w="9525">
          <a:solidFill>
            <a:srgbClr val="808080"/>
          </a:solidFill>
          <a:prstDash val="solid"/>
          <a:round/>
          <a:headEnd/>
          <a:tailEnd/>
        </a:ln>
      </a:spPr>
      <a:bodyPr/>
      <a:lstStyle/>
    </a:lnDef>
    <a:txDef>
      <a:spPr>
        <a:noFill/>
      </a:spPr>
      <a:bodyPr wrap="none" lIns="0" tIns="0" rIns="0" bIns="0" rtlCol="0">
        <a:spAutoFit/>
      </a:bodyPr>
      <a:lstStyle>
        <a:defPPr marL="288000" indent="-288000">
          <a:lnSpc>
            <a:spcPct val="95000"/>
          </a:lnSpc>
          <a:spcAft>
            <a:spcPts val="800"/>
          </a:spcAft>
          <a:buClr>
            <a:schemeClr val="accent1"/>
          </a:buClr>
          <a:buSzPct val="120000"/>
          <a:buFont typeface="Arial" panose="020B0604020202020204" pitchFamily="34" charset="0"/>
          <a:buChar char="•"/>
          <a:defRPr sz="2000" dirty="0" err="1" smtClean="0"/>
        </a:defPPr>
      </a:lstStyle>
    </a:txDef>
  </a:objectDefaults>
  <a:extraClrSchemeLst/>
  <a:extLst>
    <a:ext uri="{05A4C25C-085E-4340-85A3-A5531E510DB2}">
      <thm15:themeFamily xmlns:thm15="http://schemas.microsoft.com/office/thememl/2012/main" name="Presentation1" id="{9D3DDACE-DB3A-477C-B15B-68687E808047}" vid="{333F8961-223C-4737-8892-688E4F0981BA}"/>
    </a:ext>
  </a:extLst>
</a:theme>
</file>

<file path=ppt/theme/theme2.xml><?xml version="1.0" encoding="utf-8"?>
<a:theme xmlns:a="http://schemas.openxmlformats.org/drawingml/2006/main" name="Motyw pakietu Office">
  <a:themeElements>
    <a:clrScheme name="Asseco">
      <a:dk1>
        <a:srgbClr val="58595B"/>
      </a:dk1>
      <a:lt1>
        <a:srgbClr val="FFFFFF"/>
      </a:lt1>
      <a:dk2>
        <a:srgbClr val="4F8CFB"/>
      </a:dk2>
      <a:lt2>
        <a:srgbClr val="BBBEC0"/>
      </a:lt2>
      <a:accent1>
        <a:srgbClr val="6298FC"/>
      </a:accent1>
      <a:accent2>
        <a:srgbClr val="337AFB"/>
      </a:accent2>
      <a:accent3>
        <a:srgbClr val="0449C4"/>
      </a:accent3>
      <a:accent4>
        <a:srgbClr val="9B9FA1"/>
      </a:accent4>
      <a:accent5>
        <a:srgbClr val="30B31F"/>
      </a:accent5>
      <a:accent6>
        <a:srgbClr val="F79646"/>
      </a:accent6>
      <a:hlink>
        <a:srgbClr val="3155EF"/>
      </a:hlink>
      <a:folHlink>
        <a:srgbClr val="2846C5"/>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Motyw pakietu Office">
  <a:themeElements>
    <a:clrScheme name="Asseco">
      <a:dk1>
        <a:srgbClr val="58595B"/>
      </a:dk1>
      <a:lt1>
        <a:srgbClr val="FFFFFF"/>
      </a:lt1>
      <a:dk2>
        <a:srgbClr val="4F8CFB"/>
      </a:dk2>
      <a:lt2>
        <a:srgbClr val="BBBEC0"/>
      </a:lt2>
      <a:accent1>
        <a:srgbClr val="6298FC"/>
      </a:accent1>
      <a:accent2>
        <a:srgbClr val="337AFB"/>
      </a:accent2>
      <a:accent3>
        <a:srgbClr val="0449C4"/>
      </a:accent3>
      <a:accent4>
        <a:srgbClr val="9B9FA1"/>
      </a:accent4>
      <a:accent5>
        <a:srgbClr val="30B31F"/>
      </a:accent5>
      <a:accent6>
        <a:srgbClr val="F79646"/>
      </a:accent6>
      <a:hlink>
        <a:srgbClr val="3155EF"/>
      </a:hlink>
      <a:folHlink>
        <a:srgbClr val="2846C5"/>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CB4E5B057031418F33D7D4FF7EB9F6" ma:contentTypeVersion="0" ma:contentTypeDescription="Create a new document." ma:contentTypeScope="" ma:versionID="a764c190b42f729cd1f37e2d612fc5c9">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0EFA2B-163E-46A3-9CE6-08CA9151CFF3}">
  <ds:schemaRefs>
    <ds:schemaRef ds:uri="http://schemas.microsoft.com/sharepoint/v3/contenttype/forms"/>
  </ds:schemaRefs>
</ds:datastoreItem>
</file>

<file path=customXml/itemProps2.xml><?xml version="1.0" encoding="utf-8"?>
<ds:datastoreItem xmlns:ds="http://schemas.openxmlformats.org/officeDocument/2006/customXml" ds:itemID="{D05B9E99-5B93-4229-A5EB-FE8B6E80A42D}">
  <ds:schemaRefs>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8F633C3E-9D21-44B6-8DD4-0034BEF072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Metadata/LabelInfo.xml><?xml version="1.0" encoding="utf-8"?>
<clbl:labelList xmlns:clbl="http://schemas.microsoft.com/office/2020/mipLabelMetadata">
  <clbl:label id="{f5739ef6-d376-474b-ad4c-2e16178baf24}" enabled="1" method="Privileged" siteId="{6573a299-ce07-4046-aaa3-db180daff1ae}" contentBits="0" removed="0"/>
</clbl:labelList>
</file>

<file path=docProps/app.xml><?xml version="1.0" encoding="utf-8"?>
<Properties xmlns="http://schemas.openxmlformats.org/officeDocument/2006/extended-properties" xmlns:vt="http://schemas.openxmlformats.org/officeDocument/2006/docPropsVTypes">
  <Template/>
  <TotalTime>83196</TotalTime>
  <Words>2144</Words>
  <Application>Microsoft Office PowerPoint</Application>
  <PresentationFormat>Widescreen</PresentationFormat>
  <Paragraphs>184</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Calibri Light</vt:lpstr>
      <vt:lpstr>Geomanist Book</vt:lpstr>
      <vt:lpstr>Roboto Black</vt:lpstr>
      <vt:lpstr>Roboto Light</vt:lpstr>
      <vt:lpstr>Roboto Medium</vt:lpstr>
      <vt:lpstr>Symbol</vt:lpstr>
      <vt:lpstr>Wingdings</vt:lpstr>
      <vt:lpstr>template_16x9</vt:lpstr>
      <vt:lpstr>MDT Copilot  AI asistent pro onkologické konzilium  Soutěžní zadání Asseco Central Europe  |  Rackathon</vt:lpstr>
      <vt:lpstr>Co je MDT a proč na něm záleží</vt:lpstr>
      <vt:lpstr>Výzva: pár minut a roztroušená data</vt:lpstr>
      <vt:lpstr>PowerPoint Presentation</vt:lpstr>
      <vt:lpstr>Co má Copilot připravit: čtyři bloky podkladu</vt:lpstr>
      <vt:lpstr>Čtyři pravidla, na kterých řešení stojí</vt:lpstr>
      <vt:lpstr>Co dostanete: realistická (smyšlená) data</vt:lpstr>
      <vt:lpstr>Standardy: společný jazyk zdravotnických dat</vt:lpstr>
      <vt:lpstr>Hodnocení a finálová ukázka</vt:lpstr>
      <vt:lpstr>Vaši průvodci zadáním</vt:lpstr>
      <vt:lpstr>Proč si vybrat právě MDT Copilot</vt:lpstr>
      <vt:lpstr>PowerPoint Presentation</vt:lpstr>
      <vt:lpstr>Příloha: slovníček pojmů a odkazy</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MARCINČIN Róbert</dc:creator>
  <cp:lastModifiedBy>MARCINČIN Róbert</cp:lastModifiedBy>
  <cp:revision>1893</cp:revision>
  <cp:lastPrinted>2022-03-23T15:55:57Z</cp:lastPrinted>
  <dcterms:created xsi:type="dcterms:W3CDTF">2021-03-18T08:13:13Z</dcterms:created>
  <dcterms:modified xsi:type="dcterms:W3CDTF">2026-10-14T09:02:42Z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b83eb73-1339-4c09-b43c-88ef2eea0029_Enabled">
    <vt:lpwstr>true</vt:lpwstr>
  </property>
  <property fmtid="{D5CDD505-2E9C-101B-9397-08002B2CF9AE}" pid="3" name="MSIP_Label_ab83eb73-1339-4c09-b43c-88ef2eea0029_SetDate">
    <vt:lpwstr>2021-02-17T09:58:34Z</vt:lpwstr>
  </property>
  <property fmtid="{D5CDD505-2E9C-101B-9397-08002B2CF9AE}" pid="4" name="MSIP_Label_ab83eb73-1339-4c09-b43c-88ef2eea0029_Method">
    <vt:lpwstr>Standard</vt:lpwstr>
  </property>
  <property fmtid="{D5CDD505-2E9C-101B-9397-08002B2CF9AE}" pid="5" name="MSIP_Label_ab83eb73-1339-4c09-b43c-88ef2eea0029_Name">
    <vt:lpwstr>Wewnętrzny Asseco</vt:lpwstr>
  </property>
  <property fmtid="{D5CDD505-2E9C-101B-9397-08002B2CF9AE}" pid="6" name="MSIP_Label_ab83eb73-1339-4c09-b43c-88ef2eea0029_SiteId">
    <vt:lpwstr>88152bde-cfa3-4a5c-b981-a785c624bb42</vt:lpwstr>
  </property>
  <property fmtid="{D5CDD505-2E9C-101B-9397-08002B2CF9AE}" pid="7" name="MSIP_Label_ab83eb73-1339-4c09-b43c-88ef2eea0029_ActionId">
    <vt:lpwstr>8d476661-4322-4f33-acf9-7a5987e4846a</vt:lpwstr>
  </property>
  <property fmtid="{D5CDD505-2E9C-101B-9397-08002B2CF9AE}" pid="8" name="MSIP_Label_ab83eb73-1339-4c09-b43c-88ef2eea0029_ContentBits">
    <vt:lpwstr>0</vt:lpwstr>
  </property>
  <property fmtid="{D5CDD505-2E9C-101B-9397-08002B2CF9AE}" pid="9" name="ContentTypeId">
    <vt:lpwstr>0x01010081CB4E5B057031418F33D7D4FF7EB9F6</vt:lpwstr>
  </property>
</Properties>
</file>